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14.xml" ContentType="application/vnd.openxmlformats-officedocument.presentationml.notesSlide+xml"/>
  <Override PartName="/ppt/charts/chart5.xml" ContentType="application/vnd.openxmlformats-officedocument.drawingml.chart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1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3901" autoAdjust="0"/>
  </p:normalViewPr>
  <p:slideViewPr>
    <p:cSldViewPr snapToGrid="0">
      <p:cViewPr varScale="1">
        <p:scale>
          <a:sx n="98" d="100"/>
          <a:sy n="98" d="100"/>
        </p:scale>
        <p:origin x="1378" y="8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scatterChart>
        <c:scatterStyle val="lineMarker"/>
        <c:varyColors val="1"/>
        <c:ser>
          <c:idx val="0"/>
          <c:order val="0"/>
          <c:tx>
            <c:v>Run 1</c:v>
          </c:tx>
          <c:spPr>
            <a:ln w="10954">
              <a:solidFill>
                <a:srgbClr val="276B8E"/>
              </a:solidFill>
              <a:prstDash val="solid"/>
            </a:ln>
          </c:spPr>
          <c:xVal>
            <c:numRef>
              <c:f>'Chart Data'!$A$2:$A$97</c:f>
              <c:numCache>
                <c:formatCode>General</c:formatCode>
                <c:ptCount val="96"/>
                <c:pt idx="0">
                  <c:v>0.01</c:v>
                </c:pt>
                <c:pt idx="1">
                  <c:v>1.2E-2</c:v>
                </c:pt>
                <c:pt idx="2">
                  <c:v>1.4E-2</c:v>
                </c:pt>
                <c:pt idx="3">
                  <c:v>1.6E-2</c:v>
                </c:pt>
                <c:pt idx="4">
                  <c:v>1.7999999999999999E-2</c:v>
                </c:pt>
                <c:pt idx="5">
                  <c:v>0.02</c:v>
                </c:pt>
                <c:pt idx="6">
                  <c:v>2.1999999999999999E-2</c:v>
                </c:pt>
                <c:pt idx="7">
                  <c:v>2.4E-2</c:v>
                </c:pt>
                <c:pt idx="8">
                  <c:v>2.5999999999999999E-2</c:v>
                </c:pt>
                <c:pt idx="9">
                  <c:v>2.8000000000000001E-2</c:v>
                </c:pt>
                <c:pt idx="10">
                  <c:v>0.03</c:v>
                </c:pt>
                <c:pt idx="11">
                  <c:v>3.2000000000000001E-2</c:v>
                </c:pt>
                <c:pt idx="12">
                  <c:v>3.4000000000000002E-2</c:v>
                </c:pt>
                <c:pt idx="13">
                  <c:v>3.5999999999999997E-2</c:v>
                </c:pt>
                <c:pt idx="14">
                  <c:v>3.7999999999999999E-2</c:v>
                </c:pt>
                <c:pt idx="15">
                  <c:v>0.04</c:v>
                </c:pt>
                <c:pt idx="16">
                  <c:v>4.2000000000000003E-2</c:v>
                </c:pt>
                <c:pt idx="17">
                  <c:v>4.3999999999999997E-2</c:v>
                </c:pt>
                <c:pt idx="18">
                  <c:v>4.5999999999999999E-2</c:v>
                </c:pt>
                <c:pt idx="19">
                  <c:v>4.8000000000000001E-2</c:v>
                </c:pt>
                <c:pt idx="20">
                  <c:v>0.05</c:v>
                </c:pt>
                <c:pt idx="21">
                  <c:v>5.1999999999999998E-2</c:v>
                </c:pt>
                <c:pt idx="22">
                  <c:v>5.3999999999999999E-2</c:v>
                </c:pt>
                <c:pt idx="23">
                  <c:v>5.6000000000000001E-2</c:v>
                </c:pt>
                <c:pt idx="24">
                  <c:v>5.8000000000000003E-2</c:v>
                </c:pt>
                <c:pt idx="25">
                  <c:v>0.06</c:v>
                </c:pt>
                <c:pt idx="26">
                  <c:v>6.2E-2</c:v>
                </c:pt>
                <c:pt idx="27">
                  <c:v>6.4000000000000001E-2</c:v>
                </c:pt>
                <c:pt idx="28">
                  <c:v>6.6000000000000003E-2</c:v>
                </c:pt>
                <c:pt idx="29">
                  <c:v>6.8000000000000005E-2</c:v>
                </c:pt>
                <c:pt idx="30">
                  <c:v>7.0000000000000007E-2</c:v>
                </c:pt>
                <c:pt idx="31">
                  <c:v>7.1999999999999995E-2</c:v>
                </c:pt>
                <c:pt idx="32">
                  <c:v>7.3999999999999996E-2</c:v>
                </c:pt>
                <c:pt idx="33">
                  <c:v>7.5999999999999998E-2</c:v>
                </c:pt>
                <c:pt idx="34">
                  <c:v>7.8E-2</c:v>
                </c:pt>
                <c:pt idx="35">
                  <c:v>0.08</c:v>
                </c:pt>
                <c:pt idx="36">
                  <c:v>8.2000000000000003E-2</c:v>
                </c:pt>
                <c:pt idx="37">
                  <c:v>8.4000000000000005E-2</c:v>
                </c:pt>
                <c:pt idx="38">
                  <c:v>8.5999999999999993E-2</c:v>
                </c:pt>
                <c:pt idx="39">
                  <c:v>8.7999999999999995E-2</c:v>
                </c:pt>
                <c:pt idx="40">
                  <c:v>0.09</c:v>
                </c:pt>
                <c:pt idx="41">
                  <c:v>9.1999999999999998E-2</c:v>
                </c:pt>
                <c:pt idx="42">
                  <c:v>9.4E-2</c:v>
                </c:pt>
                <c:pt idx="43">
                  <c:v>9.6000000000000002E-2</c:v>
                </c:pt>
                <c:pt idx="44">
                  <c:v>9.8000000000000004E-2</c:v>
                </c:pt>
                <c:pt idx="45">
                  <c:v>0.1</c:v>
                </c:pt>
                <c:pt idx="46">
                  <c:v>0.1</c:v>
                </c:pt>
                <c:pt idx="47">
                  <c:v>0.105</c:v>
                </c:pt>
                <c:pt idx="48">
                  <c:v>0.11</c:v>
                </c:pt>
                <c:pt idx="49">
                  <c:v>0.115</c:v>
                </c:pt>
                <c:pt idx="50">
                  <c:v>0.12</c:v>
                </c:pt>
                <c:pt idx="51">
                  <c:v>0.125</c:v>
                </c:pt>
                <c:pt idx="52">
                  <c:v>0.13</c:v>
                </c:pt>
                <c:pt idx="53">
                  <c:v>0.13500000000000001</c:v>
                </c:pt>
                <c:pt idx="54">
                  <c:v>0.14000000000000001</c:v>
                </c:pt>
                <c:pt idx="55">
                  <c:v>0.14499999999999999</c:v>
                </c:pt>
                <c:pt idx="56">
                  <c:v>0.15</c:v>
                </c:pt>
                <c:pt idx="57">
                  <c:v>0.155</c:v>
                </c:pt>
                <c:pt idx="58">
                  <c:v>0.16</c:v>
                </c:pt>
                <c:pt idx="59">
                  <c:v>0.16500000000000001</c:v>
                </c:pt>
                <c:pt idx="60">
                  <c:v>0.17</c:v>
                </c:pt>
                <c:pt idx="61">
                  <c:v>0.17499999999999999</c:v>
                </c:pt>
                <c:pt idx="62">
                  <c:v>0.18</c:v>
                </c:pt>
                <c:pt idx="63">
                  <c:v>0.185</c:v>
                </c:pt>
                <c:pt idx="64">
                  <c:v>0.19</c:v>
                </c:pt>
                <c:pt idx="65">
                  <c:v>0.19500000000000001</c:v>
                </c:pt>
                <c:pt idx="66">
                  <c:v>0.2</c:v>
                </c:pt>
                <c:pt idx="67">
                  <c:v>0.20499999999999999</c:v>
                </c:pt>
                <c:pt idx="68">
                  <c:v>0.21</c:v>
                </c:pt>
                <c:pt idx="69">
                  <c:v>0.215</c:v>
                </c:pt>
                <c:pt idx="70">
                  <c:v>0.22</c:v>
                </c:pt>
                <c:pt idx="71">
                  <c:v>0.22500000000000001</c:v>
                </c:pt>
                <c:pt idx="72">
                  <c:v>0.23</c:v>
                </c:pt>
                <c:pt idx="73">
                  <c:v>0.23499999999999999</c:v>
                </c:pt>
                <c:pt idx="74">
                  <c:v>0.24</c:v>
                </c:pt>
                <c:pt idx="75">
                  <c:v>0.245</c:v>
                </c:pt>
                <c:pt idx="76">
                  <c:v>0.25</c:v>
                </c:pt>
                <c:pt idx="77">
                  <c:v>0.255</c:v>
                </c:pt>
                <c:pt idx="78">
                  <c:v>0.26</c:v>
                </c:pt>
                <c:pt idx="79">
                  <c:v>0.26500000000000001</c:v>
                </c:pt>
                <c:pt idx="80">
                  <c:v>0.27</c:v>
                </c:pt>
                <c:pt idx="81">
                  <c:v>0.27500000000000002</c:v>
                </c:pt>
                <c:pt idx="82">
                  <c:v>0.28000000000000003</c:v>
                </c:pt>
                <c:pt idx="83">
                  <c:v>0.28499999999999998</c:v>
                </c:pt>
                <c:pt idx="84">
                  <c:v>0.28999999999999998</c:v>
                </c:pt>
                <c:pt idx="85">
                  <c:v>0.29499999999999998</c:v>
                </c:pt>
                <c:pt idx="86">
                  <c:v>0.3</c:v>
                </c:pt>
                <c:pt idx="87">
                  <c:v>0.30499999999999999</c:v>
                </c:pt>
                <c:pt idx="88">
                  <c:v>0.31</c:v>
                </c:pt>
                <c:pt idx="89">
                  <c:v>0.315</c:v>
                </c:pt>
                <c:pt idx="90">
                  <c:v>0.32</c:v>
                </c:pt>
                <c:pt idx="91">
                  <c:v>0.32500000000000001</c:v>
                </c:pt>
                <c:pt idx="92">
                  <c:v>0.33</c:v>
                </c:pt>
                <c:pt idx="93">
                  <c:v>0.33500000000000002</c:v>
                </c:pt>
                <c:pt idx="94">
                  <c:v>0.34</c:v>
                </c:pt>
                <c:pt idx="95">
                  <c:v>0.34499999999999997</c:v>
                </c:pt>
              </c:numCache>
            </c:numRef>
          </c:xVal>
          <c:yVal>
            <c:numRef>
              <c:f>'Chart Data'!$B$2:$B$97</c:f>
              <c:numCache>
                <c:formatCode>0</c:formatCode>
                <c:ptCount val="96"/>
                <c:pt idx="0">
                  <c:v>1.6482783521400001E-3</c:v>
                </c:pt>
                <c:pt idx="1">
                  <c:v>2.3787050205399999E-3</c:v>
                </c:pt>
                <c:pt idx="2">
                  <c:v>3.24839989999E-3</c:v>
                </c:pt>
                <c:pt idx="3">
                  <c:v>4.2651615827400003E-3</c:v>
                </c:pt>
                <c:pt idx="4">
                  <c:v>5.4351016527299997E-3</c:v>
                </c:pt>
                <c:pt idx="5">
                  <c:v>6.7933626197500003E-3</c:v>
                </c:pt>
                <c:pt idx="6">
                  <c:v>8.4213098308399993E-3</c:v>
                </c:pt>
                <c:pt idx="7">
                  <c:v>1.0138470569399999E-2</c:v>
                </c:pt>
                <c:pt idx="8">
                  <c:v>1.17932431438E-2</c:v>
                </c:pt>
                <c:pt idx="9">
                  <c:v>1.3869827416400001E-2</c:v>
                </c:pt>
                <c:pt idx="10">
                  <c:v>1.6184750822000001E-2</c:v>
                </c:pt>
                <c:pt idx="11">
                  <c:v>1.82597386334E-2</c:v>
                </c:pt>
                <c:pt idx="12">
                  <c:v>2.1239424512300001E-2</c:v>
                </c:pt>
                <c:pt idx="13">
                  <c:v>2.4691407062100001E-2</c:v>
                </c:pt>
                <c:pt idx="14">
                  <c:v>2.7668852653099998E-2</c:v>
                </c:pt>
                <c:pt idx="15">
                  <c:v>3.0102368820699998E-2</c:v>
                </c:pt>
                <c:pt idx="16">
                  <c:v>3.3013502875800002E-2</c:v>
                </c:pt>
                <c:pt idx="17">
                  <c:v>3.7313071175800003E-2</c:v>
                </c:pt>
                <c:pt idx="18">
                  <c:v>4.1809227270900001E-2</c:v>
                </c:pt>
                <c:pt idx="19">
                  <c:v>4.4748072399399999E-2</c:v>
                </c:pt>
                <c:pt idx="20">
                  <c:v>4.6267827903599998E-2</c:v>
                </c:pt>
                <c:pt idx="21">
                  <c:v>4.75676968481E-2</c:v>
                </c:pt>
                <c:pt idx="22">
                  <c:v>5.2985908977999999E-2</c:v>
                </c:pt>
                <c:pt idx="23">
                  <c:v>6.3837289115699997E-2</c:v>
                </c:pt>
                <c:pt idx="24">
                  <c:v>7.57037130048E-2</c:v>
                </c:pt>
                <c:pt idx="25">
                  <c:v>8.8957720852699998E-2</c:v>
                </c:pt>
                <c:pt idx="26">
                  <c:v>0.101757736105</c:v>
                </c:pt>
                <c:pt idx="27">
                  <c:v>0.113048676229</c:v>
                </c:pt>
                <c:pt idx="28">
                  <c:v>0.124980919803</c:v>
                </c:pt>
                <c:pt idx="29">
                  <c:v>0.13419121364600001</c:v>
                </c:pt>
                <c:pt idx="30">
                  <c:v>0.142727821187</c:v>
                </c:pt>
                <c:pt idx="31">
                  <c:v>0.15099008270200001</c:v>
                </c:pt>
                <c:pt idx="32">
                  <c:v>0.157401507336</c:v>
                </c:pt>
                <c:pt idx="33">
                  <c:v>0.16301556308500001</c:v>
                </c:pt>
                <c:pt idx="34">
                  <c:v>0.168921499797</c:v>
                </c:pt>
                <c:pt idx="35">
                  <c:v>0.17634837191</c:v>
                </c:pt>
                <c:pt idx="36">
                  <c:v>0.18585916418699999</c:v>
                </c:pt>
                <c:pt idx="37">
                  <c:v>0.197312656093</c:v>
                </c:pt>
                <c:pt idx="38">
                  <c:v>0.210860367839</c:v>
                </c:pt>
                <c:pt idx="39">
                  <c:v>0.226578132007</c:v>
                </c:pt>
                <c:pt idx="40">
                  <c:v>0.244450368705</c:v>
                </c:pt>
                <c:pt idx="41">
                  <c:v>0.26412039521800001</c:v>
                </c:pt>
                <c:pt idx="42">
                  <c:v>0.28488641387800001</c:v>
                </c:pt>
                <c:pt idx="43">
                  <c:v>0.30598371299600002</c:v>
                </c:pt>
                <c:pt idx="44">
                  <c:v>0.32681669712</c:v>
                </c:pt>
                <c:pt idx="45">
                  <c:v>0.34765876077000002</c:v>
                </c:pt>
                <c:pt idx="46">
                  <c:v>0.34765876077000002</c:v>
                </c:pt>
                <c:pt idx="47">
                  <c:v>0.406514654418</c:v>
                </c:pt>
                <c:pt idx="48">
                  <c:v>0.461426011927</c:v>
                </c:pt>
                <c:pt idx="49">
                  <c:v>0.51882136605100004</c:v>
                </c:pt>
                <c:pt idx="50">
                  <c:v>0.57077690836799999</c:v>
                </c:pt>
                <c:pt idx="51">
                  <c:v>0.61121960871699998</c:v>
                </c:pt>
                <c:pt idx="52">
                  <c:v>0.65091657250000001</c:v>
                </c:pt>
                <c:pt idx="53">
                  <c:v>0.68082960301700002</c:v>
                </c:pt>
                <c:pt idx="54">
                  <c:v>0.72017238813399997</c:v>
                </c:pt>
                <c:pt idx="55">
                  <c:v>0.75408186159299995</c:v>
                </c:pt>
                <c:pt idx="56">
                  <c:v>0.80921088779799999</c:v>
                </c:pt>
                <c:pt idx="57">
                  <c:v>0.85315946925700004</c:v>
                </c:pt>
                <c:pt idx="58">
                  <c:v>0.879437951818</c:v>
                </c:pt>
                <c:pt idx="59">
                  <c:v>0.881952284162</c:v>
                </c:pt>
                <c:pt idx="60">
                  <c:v>0.868031840562</c:v>
                </c:pt>
                <c:pt idx="61">
                  <c:v>0.84722506285400001</c:v>
                </c:pt>
                <c:pt idx="62">
                  <c:v>0.82392946817000001</c:v>
                </c:pt>
                <c:pt idx="63">
                  <c:v>0.82164129376899997</c:v>
                </c:pt>
                <c:pt idx="64">
                  <c:v>0.82448711792399998</c:v>
                </c:pt>
                <c:pt idx="65">
                  <c:v>0.82332274463800004</c:v>
                </c:pt>
                <c:pt idx="66">
                  <c:v>0.82171154386800005</c:v>
                </c:pt>
                <c:pt idx="67">
                  <c:v>0.82693158809800005</c:v>
                </c:pt>
                <c:pt idx="68">
                  <c:v>0.83689387420799999</c:v>
                </c:pt>
                <c:pt idx="69">
                  <c:v>0.84721663782400003</c:v>
                </c:pt>
                <c:pt idx="70">
                  <c:v>0.86179786894699995</c:v>
                </c:pt>
                <c:pt idx="71">
                  <c:v>0.87669524977699997</c:v>
                </c:pt>
                <c:pt idx="72">
                  <c:v>0.891321823194</c:v>
                </c:pt>
                <c:pt idx="73">
                  <c:v>0.90571986975999996</c:v>
                </c:pt>
                <c:pt idx="74">
                  <c:v>0.92083136670499999</c:v>
                </c:pt>
                <c:pt idx="75">
                  <c:v>0.93906633530299999</c:v>
                </c:pt>
                <c:pt idx="76">
                  <c:v>0.95754009798700002</c:v>
                </c:pt>
                <c:pt idx="77">
                  <c:v>0.976321774265</c:v>
                </c:pt>
                <c:pt idx="78">
                  <c:v>0.99531214001599999</c:v>
                </c:pt>
                <c:pt idx="79">
                  <c:v>1.01433830347</c:v>
                </c:pt>
                <c:pt idx="80">
                  <c:v>1.03671325728</c:v>
                </c:pt>
                <c:pt idx="81">
                  <c:v>1.05870938793</c:v>
                </c:pt>
                <c:pt idx="82">
                  <c:v>1.0801765807999999</c:v>
                </c:pt>
                <c:pt idx="83">
                  <c:v>1.1009749788100001</c:v>
                </c:pt>
                <c:pt idx="84">
                  <c:v>1.1210451797200001</c:v>
                </c:pt>
                <c:pt idx="85">
                  <c:v>1.1437764457499999</c:v>
                </c:pt>
                <c:pt idx="86">
                  <c:v>1.1652363103600001</c:v>
                </c:pt>
                <c:pt idx="87">
                  <c:v>1.1851385329299999</c:v>
                </c:pt>
                <c:pt idx="88">
                  <c:v>1.2032555865900001</c:v>
                </c:pt>
                <c:pt idx="89">
                  <c:v>1.22144924911</c:v>
                </c:pt>
                <c:pt idx="90">
                  <c:v>1.2394230693499999</c:v>
                </c:pt>
                <c:pt idx="91">
                  <c:v>1.2550716043000001</c:v>
                </c:pt>
                <c:pt idx="92">
                  <c:v>1.2684482100600001</c:v>
                </c:pt>
                <c:pt idx="93">
                  <c:v>1.2809894202900001</c:v>
                </c:pt>
                <c:pt idx="94">
                  <c:v>1.2940890595200001</c:v>
                </c:pt>
                <c:pt idx="95">
                  <c:v>1.3052010650600001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0C9E-495C-B6D4-3BAE447447CC}"/>
            </c:ext>
          </c:extLst>
        </c:ser>
        <c:ser>
          <c:idx val="1"/>
          <c:order val="1"/>
          <c:tx>
            <c:v>Run 2</c:v>
          </c:tx>
          <c:spPr>
            <a:ln w="10954">
              <a:solidFill>
                <a:srgbClr val="276B8E"/>
              </a:solidFill>
              <a:prstDash val="solid"/>
            </a:ln>
          </c:spPr>
          <c:xVal>
            <c:numRef>
              <c:f>'Chart Data'!$C$2:$C$97</c:f>
              <c:numCache>
                <c:formatCode>General</c:formatCode>
                <c:ptCount val="96"/>
                <c:pt idx="0">
                  <c:v>0.01</c:v>
                </c:pt>
                <c:pt idx="1">
                  <c:v>1.2E-2</c:v>
                </c:pt>
                <c:pt idx="2">
                  <c:v>1.4E-2</c:v>
                </c:pt>
                <c:pt idx="3">
                  <c:v>1.6E-2</c:v>
                </c:pt>
                <c:pt idx="4">
                  <c:v>1.7999999999999999E-2</c:v>
                </c:pt>
                <c:pt idx="5">
                  <c:v>0.02</c:v>
                </c:pt>
                <c:pt idx="6">
                  <c:v>2.1999999999999999E-2</c:v>
                </c:pt>
                <c:pt idx="7">
                  <c:v>2.4E-2</c:v>
                </c:pt>
                <c:pt idx="8">
                  <c:v>2.5999999999999999E-2</c:v>
                </c:pt>
                <c:pt idx="9">
                  <c:v>2.8000000000000001E-2</c:v>
                </c:pt>
                <c:pt idx="10">
                  <c:v>0.03</c:v>
                </c:pt>
                <c:pt idx="11">
                  <c:v>3.2000000000000001E-2</c:v>
                </c:pt>
                <c:pt idx="12">
                  <c:v>3.4000000000000002E-2</c:v>
                </c:pt>
                <c:pt idx="13">
                  <c:v>3.5999999999999997E-2</c:v>
                </c:pt>
                <c:pt idx="14">
                  <c:v>3.7999999999999999E-2</c:v>
                </c:pt>
                <c:pt idx="15">
                  <c:v>0.04</c:v>
                </c:pt>
                <c:pt idx="16">
                  <c:v>4.2000000000000003E-2</c:v>
                </c:pt>
                <c:pt idx="17">
                  <c:v>4.3999999999999997E-2</c:v>
                </c:pt>
                <c:pt idx="18">
                  <c:v>4.5999999999999999E-2</c:v>
                </c:pt>
                <c:pt idx="19">
                  <c:v>4.8000000000000001E-2</c:v>
                </c:pt>
                <c:pt idx="20">
                  <c:v>0.05</c:v>
                </c:pt>
                <c:pt idx="21">
                  <c:v>5.1999999999999998E-2</c:v>
                </c:pt>
                <c:pt idx="22">
                  <c:v>5.3999999999999999E-2</c:v>
                </c:pt>
                <c:pt idx="23">
                  <c:v>5.6000000000000001E-2</c:v>
                </c:pt>
                <c:pt idx="24">
                  <c:v>5.8000000000000003E-2</c:v>
                </c:pt>
                <c:pt idx="25">
                  <c:v>0.06</c:v>
                </c:pt>
                <c:pt idx="26">
                  <c:v>6.2E-2</c:v>
                </c:pt>
                <c:pt idx="27">
                  <c:v>6.4000000000000001E-2</c:v>
                </c:pt>
                <c:pt idx="28">
                  <c:v>6.6000000000000003E-2</c:v>
                </c:pt>
                <c:pt idx="29">
                  <c:v>6.8000000000000005E-2</c:v>
                </c:pt>
                <c:pt idx="30">
                  <c:v>7.0000000000000007E-2</c:v>
                </c:pt>
                <c:pt idx="31">
                  <c:v>7.1999999999999995E-2</c:v>
                </c:pt>
                <c:pt idx="32">
                  <c:v>7.3999999999999996E-2</c:v>
                </c:pt>
                <c:pt idx="33">
                  <c:v>7.5999999999999998E-2</c:v>
                </c:pt>
                <c:pt idx="34">
                  <c:v>7.8E-2</c:v>
                </c:pt>
                <c:pt idx="35">
                  <c:v>0.08</c:v>
                </c:pt>
                <c:pt idx="36">
                  <c:v>8.2000000000000003E-2</c:v>
                </c:pt>
                <c:pt idx="37">
                  <c:v>8.4000000000000005E-2</c:v>
                </c:pt>
                <c:pt idx="38">
                  <c:v>8.5999999999999993E-2</c:v>
                </c:pt>
                <c:pt idx="39">
                  <c:v>8.7999999999999995E-2</c:v>
                </c:pt>
                <c:pt idx="40">
                  <c:v>0.09</c:v>
                </c:pt>
                <c:pt idx="41">
                  <c:v>9.1999999999999998E-2</c:v>
                </c:pt>
                <c:pt idx="42">
                  <c:v>9.4E-2</c:v>
                </c:pt>
                <c:pt idx="43">
                  <c:v>9.6000000000000002E-2</c:v>
                </c:pt>
                <c:pt idx="44">
                  <c:v>9.8000000000000004E-2</c:v>
                </c:pt>
                <c:pt idx="45">
                  <c:v>0.1</c:v>
                </c:pt>
                <c:pt idx="46">
                  <c:v>0.1</c:v>
                </c:pt>
                <c:pt idx="47">
                  <c:v>0.105</c:v>
                </c:pt>
                <c:pt idx="48">
                  <c:v>0.11</c:v>
                </c:pt>
                <c:pt idx="49">
                  <c:v>0.115</c:v>
                </c:pt>
                <c:pt idx="50">
                  <c:v>0.12</c:v>
                </c:pt>
                <c:pt idx="51">
                  <c:v>0.125</c:v>
                </c:pt>
                <c:pt idx="52">
                  <c:v>0.13</c:v>
                </c:pt>
                <c:pt idx="53">
                  <c:v>0.13500000000000001</c:v>
                </c:pt>
                <c:pt idx="54">
                  <c:v>0.14000000000000001</c:v>
                </c:pt>
                <c:pt idx="55">
                  <c:v>0.14499999999999999</c:v>
                </c:pt>
                <c:pt idx="56">
                  <c:v>0.15</c:v>
                </c:pt>
                <c:pt idx="57">
                  <c:v>0.155</c:v>
                </c:pt>
                <c:pt idx="58">
                  <c:v>0.16</c:v>
                </c:pt>
                <c:pt idx="59">
                  <c:v>0.16500000000000001</c:v>
                </c:pt>
                <c:pt idx="60">
                  <c:v>0.17</c:v>
                </c:pt>
                <c:pt idx="61">
                  <c:v>0.17499999999999999</c:v>
                </c:pt>
                <c:pt idx="62">
                  <c:v>0.18</c:v>
                </c:pt>
                <c:pt idx="63">
                  <c:v>0.185</c:v>
                </c:pt>
                <c:pt idx="64">
                  <c:v>0.19</c:v>
                </c:pt>
                <c:pt idx="65">
                  <c:v>0.19500000000000001</c:v>
                </c:pt>
                <c:pt idx="66">
                  <c:v>0.2</c:v>
                </c:pt>
                <c:pt idx="67">
                  <c:v>0.20499999999999999</c:v>
                </c:pt>
                <c:pt idx="68">
                  <c:v>0.21</c:v>
                </c:pt>
                <c:pt idx="69">
                  <c:v>0.215</c:v>
                </c:pt>
                <c:pt idx="70">
                  <c:v>0.22</c:v>
                </c:pt>
                <c:pt idx="71">
                  <c:v>0.22500000000000001</c:v>
                </c:pt>
                <c:pt idx="72">
                  <c:v>0.23</c:v>
                </c:pt>
                <c:pt idx="73">
                  <c:v>0.23499999999999999</c:v>
                </c:pt>
                <c:pt idx="74">
                  <c:v>0.24</c:v>
                </c:pt>
                <c:pt idx="75">
                  <c:v>0.245</c:v>
                </c:pt>
                <c:pt idx="76">
                  <c:v>0.25</c:v>
                </c:pt>
                <c:pt idx="77">
                  <c:v>0.255</c:v>
                </c:pt>
                <c:pt idx="78">
                  <c:v>0.26</c:v>
                </c:pt>
                <c:pt idx="79">
                  <c:v>0.26500000000000001</c:v>
                </c:pt>
                <c:pt idx="80">
                  <c:v>0.27</c:v>
                </c:pt>
                <c:pt idx="81">
                  <c:v>0.27500000000000002</c:v>
                </c:pt>
                <c:pt idx="82">
                  <c:v>0.28000000000000003</c:v>
                </c:pt>
                <c:pt idx="83">
                  <c:v>0.28499999999999998</c:v>
                </c:pt>
                <c:pt idx="84">
                  <c:v>0.28999999999999998</c:v>
                </c:pt>
                <c:pt idx="85">
                  <c:v>0.29499999999999998</c:v>
                </c:pt>
                <c:pt idx="86">
                  <c:v>0.3</c:v>
                </c:pt>
                <c:pt idx="87">
                  <c:v>0.30499999999999999</c:v>
                </c:pt>
                <c:pt idx="88">
                  <c:v>0.31</c:v>
                </c:pt>
                <c:pt idx="89">
                  <c:v>0.315</c:v>
                </c:pt>
                <c:pt idx="90">
                  <c:v>0.32</c:v>
                </c:pt>
                <c:pt idx="91">
                  <c:v>0.32500000000000001</c:v>
                </c:pt>
                <c:pt idx="92">
                  <c:v>0.33</c:v>
                </c:pt>
                <c:pt idx="93">
                  <c:v>0.33500000000000002</c:v>
                </c:pt>
                <c:pt idx="94">
                  <c:v>0.34</c:v>
                </c:pt>
                <c:pt idx="95">
                  <c:v>0.34499999999999997</c:v>
                </c:pt>
              </c:numCache>
            </c:numRef>
          </c:xVal>
          <c:yVal>
            <c:numRef>
              <c:f>'Chart Data'!$D$2:$D$97</c:f>
              <c:numCache>
                <c:formatCode>0</c:formatCode>
                <c:ptCount val="96"/>
                <c:pt idx="0">
                  <c:v>2.4724175282099998E-3</c:v>
                </c:pt>
                <c:pt idx="1">
                  <c:v>3.56805753081E-3</c:v>
                </c:pt>
                <c:pt idx="2">
                  <c:v>4.8725998499799996E-3</c:v>
                </c:pt>
                <c:pt idx="3">
                  <c:v>6.3977423741099996E-3</c:v>
                </c:pt>
                <c:pt idx="4">
                  <c:v>8.1526524791000008E-3</c:v>
                </c:pt>
                <c:pt idx="5">
                  <c:v>1.01900439296E-2</c:v>
                </c:pt>
                <c:pt idx="6">
                  <c:v>1.26319647463E-2</c:v>
                </c:pt>
                <c:pt idx="7">
                  <c:v>1.5207705854200001E-2</c:v>
                </c:pt>
                <c:pt idx="8">
                  <c:v>1.7689864715799999E-2</c:v>
                </c:pt>
                <c:pt idx="9">
                  <c:v>2.0804741124599999E-2</c:v>
                </c:pt>
                <c:pt idx="10">
                  <c:v>2.4277126233100001E-2</c:v>
                </c:pt>
                <c:pt idx="11">
                  <c:v>2.7389607950199998E-2</c:v>
                </c:pt>
                <c:pt idx="12">
                  <c:v>3.1859136768500003E-2</c:v>
                </c:pt>
                <c:pt idx="13">
                  <c:v>3.7037110593099998E-2</c:v>
                </c:pt>
                <c:pt idx="14">
                  <c:v>4.1503278979600003E-2</c:v>
                </c:pt>
                <c:pt idx="15">
                  <c:v>4.5153553231099999E-2</c:v>
                </c:pt>
                <c:pt idx="16">
                  <c:v>4.95202543136E-2</c:v>
                </c:pt>
                <c:pt idx="17">
                  <c:v>5.5969606763699997E-2</c:v>
                </c:pt>
                <c:pt idx="18">
                  <c:v>6.27138409063E-2</c:v>
                </c:pt>
                <c:pt idx="19">
                  <c:v>6.7122108599100005E-2</c:v>
                </c:pt>
                <c:pt idx="20">
                  <c:v>6.94017418553E-2</c:v>
                </c:pt>
                <c:pt idx="21">
                  <c:v>7.1351545272099998E-2</c:v>
                </c:pt>
                <c:pt idx="22">
                  <c:v>7.9478863466900002E-2</c:v>
                </c:pt>
                <c:pt idx="23">
                  <c:v>9.5755933673499993E-2</c:v>
                </c:pt>
                <c:pt idx="24">
                  <c:v>0.11355556950700001</c:v>
                </c:pt>
                <c:pt idx="25">
                  <c:v>0.13343658127899999</c:v>
                </c:pt>
                <c:pt idx="26">
                  <c:v>0.15263660415700001</c:v>
                </c:pt>
                <c:pt idx="27">
                  <c:v>0.16957301434399999</c:v>
                </c:pt>
                <c:pt idx="28">
                  <c:v>0.187471379705</c:v>
                </c:pt>
                <c:pt idx="29">
                  <c:v>0.20128682046900001</c:v>
                </c:pt>
                <c:pt idx="30">
                  <c:v>0.21409173177999999</c:v>
                </c:pt>
                <c:pt idx="31">
                  <c:v>0.226485124053</c:v>
                </c:pt>
                <c:pt idx="32">
                  <c:v>0.23610226100500001</c:v>
                </c:pt>
                <c:pt idx="33">
                  <c:v>0.24452334462799999</c:v>
                </c:pt>
                <c:pt idx="34">
                  <c:v>0.25338224969599998</c:v>
                </c:pt>
                <c:pt idx="35">
                  <c:v>0.26452255786500001</c:v>
                </c:pt>
                <c:pt idx="36">
                  <c:v>0.27878874628099998</c:v>
                </c:pt>
                <c:pt idx="37">
                  <c:v>0.29596898414</c:v>
                </c:pt>
                <c:pt idx="38">
                  <c:v>0.31629055175800003</c:v>
                </c:pt>
                <c:pt idx="39">
                  <c:v>0.33986719800999998</c:v>
                </c:pt>
                <c:pt idx="40">
                  <c:v>0.36667555305799998</c:v>
                </c:pt>
                <c:pt idx="41">
                  <c:v>0.39618059282700002</c:v>
                </c:pt>
                <c:pt idx="42">
                  <c:v>0.42732962081699999</c:v>
                </c:pt>
                <c:pt idx="43">
                  <c:v>0.45897556949399998</c:v>
                </c:pt>
                <c:pt idx="44">
                  <c:v>0.49022504568000003</c:v>
                </c:pt>
                <c:pt idx="45">
                  <c:v>0.52148814115499997</c:v>
                </c:pt>
                <c:pt idx="46">
                  <c:v>0.52148814115499997</c:v>
                </c:pt>
                <c:pt idx="47">
                  <c:v>0.60977198162699997</c:v>
                </c:pt>
                <c:pt idx="48">
                  <c:v>0.69213901789099996</c:v>
                </c:pt>
                <c:pt idx="49">
                  <c:v>0.77823204907700005</c:v>
                </c:pt>
                <c:pt idx="50">
                  <c:v>0.85616536255200004</c:v>
                </c:pt>
                <c:pt idx="51">
                  <c:v>0.91682941307499999</c:v>
                </c:pt>
                <c:pt idx="52">
                  <c:v>0.97637485874899999</c:v>
                </c:pt>
                <c:pt idx="53">
                  <c:v>1.02124440453</c:v>
                </c:pt>
                <c:pt idx="54">
                  <c:v>1.0802585821999999</c:v>
                </c:pt>
                <c:pt idx="55">
                  <c:v>1.13112279239</c:v>
                </c:pt>
                <c:pt idx="56">
                  <c:v>1.2138163316999999</c:v>
                </c:pt>
                <c:pt idx="57">
                  <c:v>1.27973920389</c:v>
                </c:pt>
                <c:pt idx="58">
                  <c:v>1.3191569277299999</c:v>
                </c:pt>
                <c:pt idx="59">
                  <c:v>1.3229284262400001</c:v>
                </c:pt>
                <c:pt idx="60">
                  <c:v>1.3020477608400001</c:v>
                </c:pt>
                <c:pt idx="61">
                  <c:v>1.2708375942800001</c:v>
                </c:pt>
                <c:pt idx="62">
                  <c:v>1.2358942022499999</c:v>
                </c:pt>
                <c:pt idx="63">
                  <c:v>1.2324619406499999</c:v>
                </c:pt>
                <c:pt idx="64">
                  <c:v>1.2367306768899999</c:v>
                </c:pt>
                <c:pt idx="65">
                  <c:v>1.23498411696</c:v>
                </c:pt>
                <c:pt idx="66">
                  <c:v>1.2325673157999999</c:v>
                </c:pt>
                <c:pt idx="67">
                  <c:v>1.2403973821500001</c:v>
                </c:pt>
                <c:pt idx="68">
                  <c:v>1.25534081131</c:v>
                </c:pt>
                <c:pt idx="69">
                  <c:v>1.2708249567400001</c:v>
                </c:pt>
                <c:pt idx="70">
                  <c:v>1.2926968034199999</c:v>
                </c:pt>
                <c:pt idx="71">
                  <c:v>1.31504287467</c:v>
                </c:pt>
                <c:pt idx="72">
                  <c:v>1.3369827347900001</c:v>
                </c:pt>
                <c:pt idx="73">
                  <c:v>1.3585798046399999</c:v>
                </c:pt>
                <c:pt idx="74">
                  <c:v>1.38124705006</c:v>
                </c:pt>
                <c:pt idx="75">
                  <c:v>1.40859950295</c:v>
                </c:pt>
                <c:pt idx="76">
                  <c:v>1.4363101469799999</c:v>
                </c:pt>
                <c:pt idx="77">
                  <c:v>1.4644826613999999</c:v>
                </c:pt>
                <c:pt idx="78">
                  <c:v>1.4929682100199999</c:v>
                </c:pt>
                <c:pt idx="79">
                  <c:v>1.5215074552000001</c:v>
                </c:pt>
                <c:pt idx="80">
                  <c:v>1.5550698859200001</c:v>
                </c:pt>
                <c:pt idx="81">
                  <c:v>1.5880640819</c:v>
                </c:pt>
                <c:pt idx="82">
                  <c:v>1.6202648711900001</c:v>
                </c:pt>
                <c:pt idx="83">
                  <c:v>1.6514624682100001</c:v>
                </c:pt>
                <c:pt idx="84">
                  <c:v>1.68156776959</c:v>
                </c:pt>
                <c:pt idx="85">
                  <c:v>1.7156646686299999</c:v>
                </c:pt>
                <c:pt idx="86">
                  <c:v>1.7478544655399999</c:v>
                </c:pt>
                <c:pt idx="87">
                  <c:v>1.7777077993999999</c:v>
                </c:pt>
                <c:pt idx="88">
                  <c:v>1.8048833798799999</c:v>
                </c:pt>
                <c:pt idx="89">
                  <c:v>1.83217387366</c:v>
                </c:pt>
                <c:pt idx="90">
                  <c:v>1.8591346040300001</c:v>
                </c:pt>
                <c:pt idx="91">
                  <c:v>1.88260740645</c:v>
                </c:pt>
                <c:pt idx="92">
                  <c:v>1.90267231509</c:v>
                </c:pt>
                <c:pt idx="93">
                  <c:v>1.9214841304300001</c:v>
                </c:pt>
                <c:pt idx="94">
                  <c:v>1.9411335892699999</c:v>
                </c:pt>
                <c:pt idx="95">
                  <c:v>1.9578015975900001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0C9E-495C-B6D4-3BAE447447CC}"/>
            </c:ext>
          </c:extLst>
        </c:ser>
        <c:ser>
          <c:idx val="2"/>
          <c:order val="2"/>
          <c:tx>
            <c:v>Run 3</c:v>
          </c:tx>
          <c:spPr>
            <a:ln w="10954">
              <a:solidFill>
                <a:srgbClr val="3E8C61"/>
              </a:solidFill>
              <a:prstDash val="solid"/>
            </a:ln>
          </c:spPr>
          <c:xVal>
            <c:numRef>
              <c:f>'Chart Data'!$E$2:$E$97</c:f>
              <c:numCache>
                <c:formatCode>General</c:formatCode>
                <c:ptCount val="96"/>
                <c:pt idx="0">
                  <c:v>0.01</c:v>
                </c:pt>
                <c:pt idx="1">
                  <c:v>1.2E-2</c:v>
                </c:pt>
                <c:pt idx="2">
                  <c:v>1.4E-2</c:v>
                </c:pt>
                <c:pt idx="3">
                  <c:v>1.6E-2</c:v>
                </c:pt>
                <c:pt idx="4">
                  <c:v>1.7999999999999999E-2</c:v>
                </c:pt>
                <c:pt idx="5">
                  <c:v>0.02</c:v>
                </c:pt>
                <c:pt idx="6">
                  <c:v>2.1999999999999999E-2</c:v>
                </c:pt>
                <c:pt idx="7">
                  <c:v>2.4E-2</c:v>
                </c:pt>
                <c:pt idx="8">
                  <c:v>2.5999999999999999E-2</c:v>
                </c:pt>
                <c:pt idx="9">
                  <c:v>2.8000000000000001E-2</c:v>
                </c:pt>
                <c:pt idx="10">
                  <c:v>0.03</c:v>
                </c:pt>
                <c:pt idx="11">
                  <c:v>3.2000000000000001E-2</c:v>
                </c:pt>
                <c:pt idx="12">
                  <c:v>3.4000000000000002E-2</c:v>
                </c:pt>
                <c:pt idx="13">
                  <c:v>3.5999999999999997E-2</c:v>
                </c:pt>
                <c:pt idx="14">
                  <c:v>3.7999999999999999E-2</c:v>
                </c:pt>
                <c:pt idx="15">
                  <c:v>0.04</c:v>
                </c:pt>
                <c:pt idx="16">
                  <c:v>4.2000000000000003E-2</c:v>
                </c:pt>
                <c:pt idx="17">
                  <c:v>4.3999999999999997E-2</c:v>
                </c:pt>
                <c:pt idx="18">
                  <c:v>4.5999999999999999E-2</c:v>
                </c:pt>
                <c:pt idx="19">
                  <c:v>4.8000000000000001E-2</c:v>
                </c:pt>
                <c:pt idx="20">
                  <c:v>0.05</c:v>
                </c:pt>
                <c:pt idx="21">
                  <c:v>5.1999999999999998E-2</c:v>
                </c:pt>
                <c:pt idx="22">
                  <c:v>5.3999999999999999E-2</c:v>
                </c:pt>
                <c:pt idx="23">
                  <c:v>5.6000000000000001E-2</c:v>
                </c:pt>
                <c:pt idx="24">
                  <c:v>5.8000000000000003E-2</c:v>
                </c:pt>
                <c:pt idx="25">
                  <c:v>0.06</c:v>
                </c:pt>
                <c:pt idx="26">
                  <c:v>6.2E-2</c:v>
                </c:pt>
                <c:pt idx="27">
                  <c:v>6.4000000000000001E-2</c:v>
                </c:pt>
                <c:pt idx="28">
                  <c:v>6.6000000000000003E-2</c:v>
                </c:pt>
                <c:pt idx="29">
                  <c:v>6.8000000000000005E-2</c:v>
                </c:pt>
                <c:pt idx="30">
                  <c:v>7.0000000000000007E-2</c:v>
                </c:pt>
                <c:pt idx="31">
                  <c:v>7.1999999999999995E-2</c:v>
                </c:pt>
                <c:pt idx="32">
                  <c:v>7.3999999999999996E-2</c:v>
                </c:pt>
                <c:pt idx="33">
                  <c:v>7.5999999999999998E-2</c:v>
                </c:pt>
                <c:pt idx="34">
                  <c:v>7.8E-2</c:v>
                </c:pt>
                <c:pt idx="35">
                  <c:v>0.08</c:v>
                </c:pt>
                <c:pt idx="36">
                  <c:v>8.2000000000000003E-2</c:v>
                </c:pt>
                <c:pt idx="37">
                  <c:v>8.4000000000000005E-2</c:v>
                </c:pt>
                <c:pt idx="38">
                  <c:v>8.5999999999999993E-2</c:v>
                </c:pt>
                <c:pt idx="39">
                  <c:v>8.7999999999999995E-2</c:v>
                </c:pt>
                <c:pt idx="40">
                  <c:v>0.09</c:v>
                </c:pt>
                <c:pt idx="41">
                  <c:v>9.1999999999999998E-2</c:v>
                </c:pt>
                <c:pt idx="42">
                  <c:v>9.4E-2</c:v>
                </c:pt>
                <c:pt idx="43">
                  <c:v>9.6000000000000002E-2</c:v>
                </c:pt>
                <c:pt idx="44">
                  <c:v>9.8000000000000004E-2</c:v>
                </c:pt>
                <c:pt idx="45">
                  <c:v>0.1</c:v>
                </c:pt>
                <c:pt idx="46">
                  <c:v>0.1</c:v>
                </c:pt>
                <c:pt idx="47">
                  <c:v>0.105</c:v>
                </c:pt>
                <c:pt idx="48">
                  <c:v>0.11</c:v>
                </c:pt>
                <c:pt idx="49">
                  <c:v>0.115</c:v>
                </c:pt>
                <c:pt idx="50">
                  <c:v>0.12</c:v>
                </c:pt>
                <c:pt idx="51">
                  <c:v>0.125</c:v>
                </c:pt>
                <c:pt idx="52">
                  <c:v>0.13</c:v>
                </c:pt>
                <c:pt idx="53">
                  <c:v>0.13500000000000001</c:v>
                </c:pt>
                <c:pt idx="54">
                  <c:v>0.14000000000000001</c:v>
                </c:pt>
                <c:pt idx="55">
                  <c:v>0.14499999999999999</c:v>
                </c:pt>
                <c:pt idx="56">
                  <c:v>0.15</c:v>
                </c:pt>
                <c:pt idx="57">
                  <c:v>0.155</c:v>
                </c:pt>
                <c:pt idx="58">
                  <c:v>0.16</c:v>
                </c:pt>
                <c:pt idx="59">
                  <c:v>0.16500000000000001</c:v>
                </c:pt>
                <c:pt idx="60">
                  <c:v>0.17</c:v>
                </c:pt>
                <c:pt idx="61">
                  <c:v>0.17499999999999999</c:v>
                </c:pt>
                <c:pt idx="62">
                  <c:v>0.18</c:v>
                </c:pt>
                <c:pt idx="63">
                  <c:v>0.185</c:v>
                </c:pt>
                <c:pt idx="64">
                  <c:v>0.19</c:v>
                </c:pt>
                <c:pt idx="65">
                  <c:v>0.19500000000000001</c:v>
                </c:pt>
                <c:pt idx="66">
                  <c:v>0.2</c:v>
                </c:pt>
                <c:pt idx="67">
                  <c:v>0.20499999999999999</c:v>
                </c:pt>
                <c:pt idx="68">
                  <c:v>0.21</c:v>
                </c:pt>
                <c:pt idx="69">
                  <c:v>0.215</c:v>
                </c:pt>
                <c:pt idx="70">
                  <c:v>0.22</c:v>
                </c:pt>
                <c:pt idx="71">
                  <c:v>0.22500000000000001</c:v>
                </c:pt>
                <c:pt idx="72">
                  <c:v>0.23</c:v>
                </c:pt>
                <c:pt idx="73">
                  <c:v>0.23499999999999999</c:v>
                </c:pt>
                <c:pt idx="74">
                  <c:v>0.24</c:v>
                </c:pt>
                <c:pt idx="75">
                  <c:v>0.245</c:v>
                </c:pt>
                <c:pt idx="76">
                  <c:v>0.25</c:v>
                </c:pt>
                <c:pt idx="77">
                  <c:v>0.255</c:v>
                </c:pt>
                <c:pt idx="78">
                  <c:v>0.26</c:v>
                </c:pt>
                <c:pt idx="79">
                  <c:v>0.26500000000000001</c:v>
                </c:pt>
                <c:pt idx="80">
                  <c:v>0.27</c:v>
                </c:pt>
                <c:pt idx="81">
                  <c:v>0.27500000000000002</c:v>
                </c:pt>
                <c:pt idx="82">
                  <c:v>0.28000000000000003</c:v>
                </c:pt>
                <c:pt idx="83">
                  <c:v>0.28499999999999998</c:v>
                </c:pt>
                <c:pt idx="84">
                  <c:v>0.28999999999999998</c:v>
                </c:pt>
                <c:pt idx="85">
                  <c:v>0.29499999999999998</c:v>
                </c:pt>
                <c:pt idx="86">
                  <c:v>0.3</c:v>
                </c:pt>
                <c:pt idx="87">
                  <c:v>0.30499999999999999</c:v>
                </c:pt>
                <c:pt idx="88">
                  <c:v>0.31</c:v>
                </c:pt>
                <c:pt idx="89">
                  <c:v>0.315</c:v>
                </c:pt>
                <c:pt idx="90">
                  <c:v>0.32</c:v>
                </c:pt>
                <c:pt idx="91">
                  <c:v>0.32500000000000001</c:v>
                </c:pt>
                <c:pt idx="92">
                  <c:v>0.33</c:v>
                </c:pt>
                <c:pt idx="93">
                  <c:v>0.33500000000000002</c:v>
                </c:pt>
                <c:pt idx="94">
                  <c:v>0.34</c:v>
                </c:pt>
                <c:pt idx="95">
                  <c:v>0.34499999999999997</c:v>
                </c:pt>
              </c:numCache>
            </c:numRef>
          </c:xVal>
          <c:yVal>
            <c:numRef>
              <c:f>'Chart Data'!$F$2:$F$97</c:f>
              <c:numCache>
                <c:formatCode>0</c:formatCode>
                <c:ptCount val="96"/>
                <c:pt idx="0">
                  <c:v>1.92960779103E-3</c:v>
                </c:pt>
                <c:pt idx="1">
                  <c:v>2.7831449856799998E-3</c:v>
                </c:pt>
                <c:pt idx="2">
                  <c:v>3.8323187745400002E-3</c:v>
                </c:pt>
                <c:pt idx="3">
                  <c:v>5.0521080305600003E-3</c:v>
                </c:pt>
                <c:pt idx="4">
                  <c:v>6.5430546922700004E-3</c:v>
                </c:pt>
                <c:pt idx="5">
                  <c:v>8.2572601590999994E-3</c:v>
                </c:pt>
                <c:pt idx="6">
                  <c:v>1.0554923110199999E-2</c:v>
                </c:pt>
                <c:pt idx="7">
                  <c:v>1.31586846223E-2</c:v>
                </c:pt>
                <c:pt idx="8">
                  <c:v>1.58305194371E-2</c:v>
                </c:pt>
                <c:pt idx="9">
                  <c:v>1.8973569913200001E-2</c:v>
                </c:pt>
                <c:pt idx="10">
                  <c:v>2.3037249467899999E-2</c:v>
                </c:pt>
                <c:pt idx="11">
                  <c:v>2.68415339788E-2</c:v>
                </c:pt>
                <c:pt idx="12">
                  <c:v>3.0355862354999999E-2</c:v>
                </c:pt>
                <c:pt idx="13">
                  <c:v>3.3891144477E-2</c:v>
                </c:pt>
                <c:pt idx="14">
                  <c:v>3.5523006911500003E-2</c:v>
                </c:pt>
                <c:pt idx="15">
                  <c:v>4.0271276340499998E-2</c:v>
                </c:pt>
                <c:pt idx="16">
                  <c:v>4.7185469438999997E-2</c:v>
                </c:pt>
                <c:pt idx="17">
                  <c:v>4.8031674620500002E-2</c:v>
                </c:pt>
                <c:pt idx="18">
                  <c:v>5.0744935740200003E-2</c:v>
                </c:pt>
                <c:pt idx="19">
                  <c:v>5.4168435579499997E-2</c:v>
                </c:pt>
                <c:pt idx="20">
                  <c:v>6.3741620216700004E-2</c:v>
                </c:pt>
                <c:pt idx="21">
                  <c:v>7.1159573354100003E-2</c:v>
                </c:pt>
                <c:pt idx="22">
                  <c:v>7.6946453887399999E-2</c:v>
                </c:pt>
                <c:pt idx="23">
                  <c:v>7.9481108484999993E-2</c:v>
                </c:pt>
                <c:pt idx="24">
                  <c:v>8.6234179795900007E-2</c:v>
                </c:pt>
                <c:pt idx="25">
                  <c:v>9.4934403264100006E-2</c:v>
                </c:pt>
                <c:pt idx="26">
                  <c:v>0.10511483555700001</c:v>
                </c:pt>
                <c:pt idx="27">
                  <c:v>0.108214973046</c:v>
                </c:pt>
                <c:pt idx="28">
                  <c:v>0.105950860553</c:v>
                </c:pt>
                <c:pt idx="29">
                  <c:v>0.107789848484</c:v>
                </c:pt>
                <c:pt idx="30">
                  <c:v>0.118296052259</c:v>
                </c:pt>
                <c:pt idx="31">
                  <c:v>0.13423355715499999</c:v>
                </c:pt>
                <c:pt idx="32">
                  <c:v>0.15132371625300001</c:v>
                </c:pt>
                <c:pt idx="33">
                  <c:v>0.17485647382</c:v>
                </c:pt>
                <c:pt idx="34">
                  <c:v>0.19769101321999999</c:v>
                </c:pt>
                <c:pt idx="35">
                  <c:v>0.20872377047599999</c:v>
                </c:pt>
                <c:pt idx="36">
                  <c:v>0.21805619110999999</c:v>
                </c:pt>
                <c:pt idx="37">
                  <c:v>0.22247199729299999</c:v>
                </c:pt>
                <c:pt idx="38">
                  <c:v>0.22992868860499999</c:v>
                </c:pt>
                <c:pt idx="39">
                  <c:v>0.23106650680499999</c:v>
                </c:pt>
                <c:pt idx="40">
                  <c:v>0.230272557184</c:v>
                </c:pt>
                <c:pt idx="41">
                  <c:v>0.24970827948800001</c:v>
                </c:pt>
                <c:pt idx="42">
                  <c:v>0.26275209037899999</c:v>
                </c:pt>
                <c:pt idx="43">
                  <c:v>0.29352731214200001</c:v>
                </c:pt>
                <c:pt idx="44">
                  <c:v>0.32019491819500001</c:v>
                </c:pt>
                <c:pt idx="45">
                  <c:v>0.33314644311000002</c:v>
                </c:pt>
                <c:pt idx="46">
                  <c:v>0.33314644311000002</c:v>
                </c:pt>
                <c:pt idx="47">
                  <c:v>0.38997128737600001</c:v>
                </c:pt>
                <c:pt idx="48">
                  <c:v>0.41980855505699999</c:v>
                </c:pt>
                <c:pt idx="49">
                  <c:v>0.47057647785700002</c:v>
                </c:pt>
                <c:pt idx="50">
                  <c:v>0.54101207941899998</c:v>
                </c:pt>
                <c:pt idx="51">
                  <c:v>0.67205762198899999</c:v>
                </c:pt>
                <c:pt idx="52">
                  <c:v>0.77193117864000005</c:v>
                </c:pt>
                <c:pt idx="53">
                  <c:v>0.80799845497800005</c:v>
                </c:pt>
                <c:pt idx="54">
                  <c:v>0.746984610253</c:v>
                </c:pt>
                <c:pt idx="55">
                  <c:v>0.80441597174099999</c:v>
                </c:pt>
                <c:pt idx="56">
                  <c:v>0.83240169102299999</c:v>
                </c:pt>
                <c:pt idx="57">
                  <c:v>0.77992697444900005</c:v>
                </c:pt>
                <c:pt idx="58">
                  <c:v>0.80506345228700005</c:v>
                </c:pt>
                <c:pt idx="59">
                  <c:v>1.0297731912800001</c:v>
                </c:pt>
                <c:pt idx="60">
                  <c:v>1.21665464831</c:v>
                </c:pt>
                <c:pt idx="61">
                  <c:v>1.2817797016200001</c:v>
                </c:pt>
                <c:pt idx="62">
                  <c:v>1.2709633205099999</c:v>
                </c:pt>
                <c:pt idx="63">
                  <c:v>1.2669174195499999</c:v>
                </c:pt>
                <c:pt idx="64">
                  <c:v>1.2465934159100001</c:v>
                </c:pt>
                <c:pt idx="65">
                  <c:v>1.2549654477200001</c:v>
                </c:pt>
                <c:pt idx="66">
                  <c:v>1.36038158131</c:v>
                </c:pt>
                <c:pt idx="67">
                  <c:v>1.4556705955</c:v>
                </c:pt>
                <c:pt idx="68">
                  <c:v>1.5257560911400001</c:v>
                </c:pt>
                <c:pt idx="69">
                  <c:v>1.5894800153799999</c:v>
                </c:pt>
                <c:pt idx="70">
                  <c:v>1.67650918807</c:v>
                </c:pt>
                <c:pt idx="71">
                  <c:v>1.81180270686</c:v>
                </c:pt>
                <c:pt idx="72">
                  <c:v>2.0141443987000001</c:v>
                </c:pt>
                <c:pt idx="73">
                  <c:v>2.25072425319</c:v>
                </c:pt>
                <c:pt idx="74">
                  <c:v>2.5035973334700001</c:v>
                </c:pt>
                <c:pt idx="75">
                  <c:v>2.7291609063300002</c:v>
                </c:pt>
                <c:pt idx="76">
                  <c:v>2.9096252334099999</c:v>
                </c:pt>
                <c:pt idx="77">
                  <c:v>3.0314515164000002</c:v>
                </c:pt>
                <c:pt idx="78">
                  <c:v>3.0855818953399998</c:v>
                </c:pt>
                <c:pt idx="79">
                  <c:v>3.0794211061299999</c:v>
                </c:pt>
                <c:pt idx="80">
                  <c:v>3.0333913452600001</c:v>
                </c:pt>
                <c:pt idx="81">
                  <c:v>2.9699764914900002</c:v>
                </c:pt>
                <c:pt idx="82">
                  <c:v>2.91679924512</c:v>
                </c:pt>
                <c:pt idx="83">
                  <c:v>2.8930624355000001</c:v>
                </c:pt>
                <c:pt idx="84">
                  <c:v>2.9048775678699998</c:v>
                </c:pt>
                <c:pt idx="85">
                  <c:v>2.9478627990400001</c:v>
                </c:pt>
                <c:pt idx="86">
                  <c:v>3.01021083433</c:v>
                </c:pt>
                <c:pt idx="87">
                  <c:v>3.0778754505100001</c:v>
                </c:pt>
                <c:pt idx="88">
                  <c:v>3.16346625569</c:v>
                </c:pt>
                <c:pt idx="89">
                  <c:v>3.3511547130000001</c:v>
                </c:pt>
                <c:pt idx="90">
                  <c:v>3.4124550454299998</c:v>
                </c:pt>
                <c:pt idx="91">
                  <c:v>3.3556204816099999</c:v>
                </c:pt>
                <c:pt idx="92">
                  <c:v>3.3928018674899998</c:v>
                </c:pt>
                <c:pt idx="93">
                  <c:v>3.4149800335</c:v>
                </c:pt>
                <c:pt idx="94">
                  <c:v>3.4223833849499998</c:v>
                </c:pt>
                <c:pt idx="95">
                  <c:v>3.4224492425599999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0C9E-495C-B6D4-3BAE447447CC}"/>
            </c:ext>
          </c:extLst>
        </c:ser>
        <c:ser>
          <c:idx val="3"/>
          <c:order val="3"/>
          <c:tx>
            <c:v>Run 4</c:v>
          </c:tx>
          <c:spPr>
            <a:ln w="10954">
              <a:solidFill>
                <a:srgbClr val="276B8E"/>
              </a:solidFill>
              <a:prstDash val="solid"/>
            </a:ln>
          </c:spPr>
          <c:xVal>
            <c:numRef>
              <c:f>'Chart Data'!$G$2:$G$97</c:f>
              <c:numCache>
                <c:formatCode>General</c:formatCode>
                <c:ptCount val="96"/>
                <c:pt idx="0">
                  <c:v>0.01</c:v>
                </c:pt>
                <c:pt idx="1">
                  <c:v>1.2E-2</c:v>
                </c:pt>
                <c:pt idx="2">
                  <c:v>1.4E-2</c:v>
                </c:pt>
                <c:pt idx="3">
                  <c:v>1.6E-2</c:v>
                </c:pt>
                <c:pt idx="4">
                  <c:v>1.7999999999999999E-2</c:v>
                </c:pt>
                <c:pt idx="5">
                  <c:v>0.02</c:v>
                </c:pt>
                <c:pt idx="6">
                  <c:v>2.1999999999999999E-2</c:v>
                </c:pt>
                <c:pt idx="7">
                  <c:v>2.4E-2</c:v>
                </c:pt>
                <c:pt idx="8">
                  <c:v>2.5999999999999999E-2</c:v>
                </c:pt>
                <c:pt idx="9">
                  <c:v>2.8000000000000001E-2</c:v>
                </c:pt>
                <c:pt idx="10">
                  <c:v>0.03</c:v>
                </c:pt>
                <c:pt idx="11">
                  <c:v>3.2000000000000001E-2</c:v>
                </c:pt>
                <c:pt idx="12">
                  <c:v>3.4000000000000002E-2</c:v>
                </c:pt>
                <c:pt idx="13">
                  <c:v>3.5999999999999997E-2</c:v>
                </c:pt>
                <c:pt idx="14">
                  <c:v>3.7999999999999999E-2</c:v>
                </c:pt>
                <c:pt idx="15">
                  <c:v>0.04</c:v>
                </c:pt>
                <c:pt idx="16">
                  <c:v>4.2000000000000003E-2</c:v>
                </c:pt>
                <c:pt idx="17">
                  <c:v>4.3999999999999997E-2</c:v>
                </c:pt>
                <c:pt idx="18">
                  <c:v>4.5999999999999999E-2</c:v>
                </c:pt>
                <c:pt idx="19">
                  <c:v>4.8000000000000001E-2</c:v>
                </c:pt>
                <c:pt idx="20">
                  <c:v>0.05</c:v>
                </c:pt>
                <c:pt idx="21">
                  <c:v>5.1999999999999998E-2</c:v>
                </c:pt>
                <c:pt idx="22">
                  <c:v>5.3999999999999999E-2</c:v>
                </c:pt>
                <c:pt idx="23">
                  <c:v>5.6000000000000001E-2</c:v>
                </c:pt>
                <c:pt idx="24">
                  <c:v>5.8000000000000003E-2</c:v>
                </c:pt>
                <c:pt idx="25">
                  <c:v>0.06</c:v>
                </c:pt>
                <c:pt idx="26">
                  <c:v>6.2E-2</c:v>
                </c:pt>
                <c:pt idx="27">
                  <c:v>6.4000000000000001E-2</c:v>
                </c:pt>
                <c:pt idx="28">
                  <c:v>6.6000000000000003E-2</c:v>
                </c:pt>
                <c:pt idx="29">
                  <c:v>6.8000000000000005E-2</c:v>
                </c:pt>
                <c:pt idx="30">
                  <c:v>7.0000000000000007E-2</c:v>
                </c:pt>
                <c:pt idx="31">
                  <c:v>7.1999999999999995E-2</c:v>
                </c:pt>
                <c:pt idx="32">
                  <c:v>7.3999999999999996E-2</c:v>
                </c:pt>
                <c:pt idx="33">
                  <c:v>7.5999999999999998E-2</c:v>
                </c:pt>
                <c:pt idx="34">
                  <c:v>7.8E-2</c:v>
                </c:pt>
                <c:pt idx="35">
                  <c:v>0.08</c:v>
                </c:pt>
                <c:pt idx="36">
                  <c:v>8.2000000000000003E-2</c:v>
                </c:pt>
                <c:pt idx="37">
                  <c:v>8.4000000000000005E-2</c:v>
                </c:pt>
                <c:pt idx="38">
                  <c:v>8.5999999999999993E-2</c:v>
                </c:pt>
                <c:pt idx="39">
                  <c:v>8.7999999999999995E-2</c:v>
                </c:pt>
                <c:pt idx="40">
                  <c:v>0.09</c:v>
                </c:pt>
                <c:pt idx="41">
                  <c:v>9.1999999999999998E-2</c:v>
                </c:pt>
                <c:pt idx="42">
                  <c:v>9.4E-2</c:v>
                </c:pt>
                <c:pt idx="43">
                  <c:v>9.6000000000000002E-2</c:v>
                </c:pt>
                <c:pt idx="44">
                  <c:v>9.8000000000000004E-2</c:v>
                </c:pt>
                <c:pt idx="45">
                  <c:v>0.1</c:v>
                </c:pt>
                <c:pt idx="46">
                  <c:v>0.1</c:v>
                </c:pt>
                <c:pt idx="47">
                  <c:v>0.105</c:v>
                </c:pt>
                <c:pt idx="48">
                  <c:v>0.11</c:v>
                </c:pt>
                <c:pt idx="49">
                  <c:v>0.115</c:v>
                </c:pt>
                <c:pt idx="50">
                  <c:v>0.12</c:v>
                </c:pt>
                <c:pt idx="51">
                  <c:v>0.125</c:v>
                </c:pt>
                <c:pt idx="52">
                  <c:v>0.13</c:v>
                </c:pt>
                <c:pt idx="53">
                  <c:v>0.13500000000000001</c:v>
                </c:pt>
                <c:pt idx="54">
                  <c:v>0.14000000000000001</c:v>
                </c:pt>
                <c:pt idx="55">
                  <c:v>0.14499999999999999</c:v>
                </c:pt>
                <c:pt idx="56">
                  <c:v>0.15</c:v>
                </c:pt>
                <c:pt idx="57">
                  <c:v>0.155</c:v>
                </c:pt>
                <c:pt idx="58">
                  <c:v>0.16</c:v>
                </c:pt>
                <c:pt idx="59">
                  <c:v>0.16500000000000001</c:v>
                </c:pt>
                <c:pt idx="60">
                  <c:v>0.17</c:v>
                </c:pt>
                <c:pt idx="61">
                  <c:v>0.17499999999999999</c:v>
                </c:pt>
                <c:pt idx="62">
                  <c:v>0.18</c:v>
                </c:pt>
                <c:pt idx="63">
                  <c:v>0.185</c:v>
                </c:pt>
                <c:pt idx="64">
                  <c:v>0.19</c:v>
                </c:pt>
                <c:pt idx="65">
                  <c:v>0.19500000000000001</c:v>
                </c:pt>
                <c:pt idx="66">
                  <c:v>0.2</c:v>
                </c:pt>
                <c:pt idx="67">
                  <c:v>0.20499999999999999</c:v>
                </c:pt>
                <c:pt idx="68">
                  <c:v>0.21</c:v>
                </c:pt>
                <c:pt idx="69">
                  <c:v>0.215</c:v>
                </c:pt>
                <c:pt idx="70">
                  <c:v>0.22</c:v>
                </c:pt>
                <c:pt idx="71">
                  <c:v>0.22500000000000001</c:v>
                </c:pt>
                <c:pt idx="72">
                  <c:v>0.23</c:v>
                </c:pt>
                <c:pt idx="73">
                  <c:v>0.23499999999999999</c:v>
                </c:pt>
                <c:pt idx="74">
                  <c:v>0.24</c:v>
                </c:pt>
                <c:pt idx="75">
                  <c:v>0.245</c:v>
                </c:pt>
                <c:pt idx="76">
                  <c:v>0.25</c:v>
                </c:pt>
                <c:pt idx="77">
                  <c:v>0.255</c:v>
                </c:pt>
                <c:pt idx="78">
                  <c:v>0.26</c:v>
                </c:pt>
                <c:pt idx="79">
                  <c:v>0.26500000000000001</c:v>
                </c:pt>
                <c:pt idx="80">
                  <c:v>0.27</c:v>
                </c:pt>
                <c:pt idx="81">
                  <c:v>0.27500000000000002</c:v>
                </c:pt>
                <c:pt idx="82">
                  <c:v>0.28000000000000003</c:v>
                </c:pt>
                <c:pt idx="83">
                  <c:v>0.28499999999999998</c:v>
                </c:pt>
                <c:pt idx="84">
                  <c:v>0.28999999999999998</c:v>
                </c:pt>
                <c:pt idx="85">
                  <c:v>0.29499999999999998</c:v>
                </c:pt>
                <c:pt idx="86">
                  <c:v>0.3</c:v>
                </c:pt>
                <c:pt idx="87">
                  <c:v>0.30499999999999999</c:v>
                </c:pt>
                <c:pt idx="88">
                  <c:v>0.31</c:v>
                </c:pt>
                <c:pt idx="89">
                  <c:v>0.315</c:v>
                </c:pt>
                <c:pt idx="90">
                  <c:v>0.32</c:v>
                </c:pt>
                <c:pt idx="91">
                  <c:v>0.32500000000000001</c:v>
                </c:pt>
                <c:pt idx="92">
                  <c:v>0.33</c:v>
                </c:pt>
                <c:pt idx="93">
                  <c:v>0.33500000000000002</c:v>
                </c:pt>
                <c:pt idx="94">
                  <c:v>0.34</c:v>
                </c:pt>
                <c:pt idx="95">
                  <c:v>0.34499999999999997</c:v>
                </c:pt>
              </c:numCache>
            </c:numRef>
          </c:xVal>
          <c:yVal>
            <c:numRef>
              <c:f>'Chart Data'!$H$2:$H$97</c:f>
              <c:numCache>
                <c:formatCode>0</c:formatCode>
                <c:ptCount val="96"/>
                <c:pt idx="0">
                  <c:v>3.29655670429E-3</c:v>
                </c:pt>
                <c:pt idx="1">
                  <c:v>4.7574100410699999E-3</c:v>
                </c:pt>
                <c:pt idx="2">
                  <c:v>6.4967997999799999E-3</c:v>
                </c:pt>
                <c:pt idx="3">
                  <c:v>8.5303231654800006E-3</c:v>
                </c:pt>
                <c:pt idx="4">
                  <c:v>1.08702033055E-2</c:v>
                </c:pt>
                <c:pt idx="5">
                  <c:v>1.3586725239500001E-2</c:v>
                </c:pt>
                <c:pt idx="6">
                  <c:v>1.68426196617E-2</c:v>
                </c:pt>
                <c:pt idx="7">
                  <c:v>2.0276941138899999E-2</c:v>
                </c:pt>
                <c:pt idx="8">
                  <c:v>2.3586486287699999E-2</c:v>
                </c:pt>
                <c:pt idx="9">
                  <c:v>2.7739654832800002E-2</c:v>
                </c:pt>
                <c:pt idx="10">
                  <c:v>3.2369501644099997E-2</c:v>
                </c:pt>
                <c:pt idx="11">
                  <c:v>3.6519477266899997E-2</c:v>
                </c:pt>
                <c:pt idx="12">
                  <c:v>4.2478849024699998E-2</c:v>
                </c:pt>
                <c:pt idx="13">
                  <c:v>4.9382814124099998E-2</c:v>
                </c:pt>
                <c:pt idx="14">
                  <c:v>5.53377053061E-2</c:v>
                </c:pt>
                <c:pt idx="15">
                  <c:v>6.0204737641399997E-2</c:v>
                </c:pt>
                <c:pt idx="16">
                  <c:v>6.6027005751500001E-2</c:v>
                </c:pt>
                <c:pt idx="17">
                  <c:v>7.4626142351600006E-2</c:v>
                </c:pt>
                <c:pt idx="18">
                  <c:v>8.3618454541800002E-2</c:v>
                </c:pt>
                <c:pt idx="19">
                  <c:v>8.9496144798799998E-2</c:v>
                </c:pt>
                <c:pt idx="20">
                  <c:v>9.2535655807100006E-2</c:v>
                </c:pt>
                <c:pt idx="21">
                  <c:v>9.5135393696099996E-2</c:v>
                </c:pt>
                <c:pt idx="22">
                  <c:v>0.105971817956</c:v>
                </c:pt>
                <c:pt idx="23">
                  <c:v>0.12767457823100001</c:v>
                </c:pt>
                <c:pt idx="24">
                  <c:v>0.15140742601000001</c:v>
                </c:pt>
                <c:pt idx="25">
                  <c:v>0.17791544170500001</c:v>
                </c:pt>
                <c:pt idx="26">
                  <c:v>0.20351547220999999</c:v>
                </c:pt>
                <c:pt idx="27">
                  <c:v>0.22609735245900001</c:v>
                </c:pt>
                <c:pt idx="28">
                  <c:v>0.24996183960599999</c:v>
                </c:pt>
                <c:pt idx="29">
                  <c:v>0.26838242729200001</c:v>
                </c:pt>
                <c:pt idx="30">
                  <c:v>0.28545564237299997</c:v>
                </c:pt>
                <c:pt idx="31">
                  <c:v>0.30198016540400002</c:v>
                </c:pt>
                <c:pt idx="32">
                  <c:v>0.31480301467299998</c:v>
                </c:pt>
                <c:pt idx="33">
                  <c:v>0.326031126171</c:v>
                </c:pt>
                <c:pt idx="34">
                  <c:v>0.33784299959500003</c:v>
                </c:pt>
                <c:pt idx="35">
                  <c:v>0.35269674381999999</c:v>
                </c:pt>
                <c:pt idx="36">
                  <c:v>0.37171832837399998</c:v>
                </c:pt>
                <c:pt idx="37">
                  <c:v>0.39462531218699998</c:v>
                </c:pt>
                <c:pt idx="38">
                  <c:v>0.42172073567700002</c:v>
                </c:pt>
                <c:pt idx="39">
                  <c:v>0.453156264014</c:v>
                </c:pt>
                <c:pt idx="40">
                  <c:v>0.48890073741000001</c:v>
                </c:pt>
                <c:pt idx="41">
                  <c:v>0.52824079043600003</c:v>
                </c:pt>
                <c:pt idx="42">
                  <c:v>0.56977282775600002</c:v>
                </c:pt>
                <c:pt idx="43">
                  <c:v>0.61196742599099996</c:v>
                </c:pt>
                <c:pt idx="44">
                  <c:v>0.65363339424</c:v>
                </c:pt>
                <c:pt idx="45">
                  <c:v>0.69531752154000004</c:v>
                </c:pt>
                <c:pt idx="46">
                  <c:v>0.69531752154000004</c:v>
                </c:pt>
                <c:pt idx="47">
                  <c:v>0.813029308836</c:v>
                </c:pt>
                <c:pt idx="48">
                  <c:v>0.922852023854</c:v>
                </c:pt>
                <c:pt idx="49">
                  <c:v>1.0376427320999999</c:v>
                </c:pt>
                <c:pt idx="50">
                  <c:v>1.1415538167399999</c:v>
                </c:pt>
                <c:pt idx="51">
                  <c:v>1.2224392174300001</c:v>
                </c:pt>
                <c:pt idx="52">
                  <c:v>1.301833145</c:v>
                </c:pt>
                <c:pt idx="53">
                  <c:v>1.3616592060299999</c:v>
                </c:pt>
                <c:pt idx="54">
                  <c:v>1.4403447762699999</c:v>
                </c:pt>
                <c:pt idx="55">
                  <c:v>1.50816372319</c:v>
                </c:pt>
                <c:pt idx="56">
                  <c:v>1.6184217755999999</c:v>
                </c:pt>
                <c:pt idx="57">
                  <c:v>1.7063189385099999</c:v>
                </c:pt>
                <c:pt idx="58">
                  <c:v>1.7588759036399999</c:v>
                </c:pt>
                <c:pt idx="59">
                  <c:v>1.7639045683200001</c:v>
                </c:pt>
                <c:pt idx="60">
                  <c:v>1.7360636811200001</c:v>
                </c:pt>
                <c:pt idx="61">
                  <c:v>1.69445012571</c:v>
                </c:pt>
                <c:pt idx="62">
                  <c:v>1.64785893634</c:v>
                </c:pt>
                <c:pt idx="63">
                  <c:v>1.6432825875399999</c:v>
                </c:pt>
                <c:pt idx="64">
                  <c:v>1.6489742358499999</c:v>
                </c:pt>
                <c:pt idx="65">
                  <c:v>1.64664548928</c:v>
                </c:pt>
                <c:pt idx="66">
                  <c:v>1.64342308774</c:v>
                </c:pt>
                <c:pt idx="67">
                  <c:v>1.6538631762</c:v>
                </c:pt>
                <c:pt idx="68">
                  <c:v>1.6737877484200001</c:v>
                </c:pt>
                <c:pt idx="69">
                  <c:v>1.69443327565</c:v>
                </c:pt>
                <c:pt idx="70">
                  <c:v>1.72359573789</c:v>
                </c:pt>
                <c:pt idx="71">
                  <c:v>1.75339049955</c:v>
                </c:pt>
                <c:pt idx="72">
                  <c:v>1.7826436463899999</c:v>
                </c:pt>
                <c:pt idx="73">
                  <c:v>1.8114397395199999</c:v>
                </c:pt>
                <c:pt idx="74">
                  <c:v>1.84166273341</c:v>
                </c:pt>
                <c:pt idx="75">
                  <c:v>1.8781326706100001</c:v>
                </c:pt>
                <c:pt idx="76">
                  <c:v>1.9150801959699999</c:v>
                </c:pt>
                <c:pt idx="77">
                  <c:v>1.95264354853</c:v>
                </c:pt>
                <c:pt idx="78">
                  <c:v>1.99062428003</c:v>
                </c:pt>
                <c:pt idx="79">
                  <c:v>2.02867660693</c:v>
                </c:pt>
                <c:pt idx="80">
                  <c:v>2.0734265145599999</c:v>
                </c:pt>
                <c:pt idx="81">
                  <c:v>2.11741877587</c:v>
                </c:pt>
                <c:pt idx="82">
                  <c:v>2.1603531615899998</c:v>
                </c:pt>
                <c:pt idx="83">
                  <c:v>2.2019499576200001</c:v>
                </c:pt>
                <c:pt idx="84">
                  <c:v>2.2420903594500001</c:v>
                </c:pt>
                <c:pt idx="85">
                  <c:v>2.2875528915099999</c:v>
                </c:pt>
                <c:pt idx="86">
                  <c:v>2.3304726207300002</c:v>
                </c:pt>
                <c:pt idx="87">
                  <c:v>2.3702770658599999</c:v>
                </c:pt>
                <c:pt idx="88">
                  <c:v>2.4065111731700002</c:v>
                </c:pt>
                <c:pt idx="89">
                  <c:v>2.4428984982099999</c:v>
                </c:pt>
                <c:pt idx="90">
                  <c:v>2.4788461387099998</c:v>
                </c:pt>
                <c:pt idx="91">
                  <c:v>2.5101432086000002</c:v>
                </c:pt>
                <c:pt idx="92">
                  <c:v>2.5368964201200002</c:v>
                </c:pt>
                <c:pt idx="93">
                  <c:v>2.5619788405800001</c:v>
                </c:pt>
                <c:pt idx="94">
                  <c:v>2.5881781190300002</c:v>
                </c:pt>
                <c:pt idx="95">
                  <c:v>2.6104021301200002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3-0C9E-495C-B6D4-3BAE447447CC}"/>
            </c:ext>
          </c:extLst>
        </c:ser>
        <c:ser>
          <c:idx val="4"/>
          <c:order val="4"/>
          <c:tx>
            <c:v>Run 5</c:v>
          </c:tx>
          <c:spPr>
            <a:ln w="10954">
              <a:solidFill>
                <a:srgbClr val="276B8E"/>
              </a:solidFill>
              <a:prstDash val="solid"/>
            </a:ln>
          </c:spPr>
          <c:xVal>
            <c:numRef>
              <c:f>'Chart Data'!$I$2:$I$97</c:f>
              <c:numCache>
                <c:formatCode>General</c:formatCode>
                <c:ptCount val="96"/>
                <c:pt idx="0">
                  <c:v>0.01</c:v>
                </c:pt>
                <c:pt idx="1">
                  <c:v>1.2E-2</c:v>
                </c:pt>
                <c:pt idx="2">
                  <c:v>1.4E-2</c:v>
                </c:pt>
                <c:pt idx="3">
                  <c:v>1.6E-2</c:v>
                </c:pt>
                <c:pt idx="4">
                  <c:v>1.7999999999999999E-2</c:v>
                </c:pt>
                <c:pt idx="5">
                  <c:v>0.02</c:v>
                </c:pt>
                <c:pt idx="6">
                  <c:v>2.1999999999999999E-2</c:v>
                </c:pt>
                <c:pt idx="7">
                  <c:v>2.4E-2</c:v>
                </c:pt>
                <c:pt idx="8">
                  <c:v>2.5999999999999999E-2</c:v>
                </c:pt>
                <c:pt idx="9">
                  <c:v>2.8000000000000001E-2</c:v>
                </c:pt>
                <c:pt idx="10">
                  <c:v>0.03</c:v>
                </c:pt>
                <c:pt idx="11">
                  <c:v>3.2000000000000001E-2</c:v>
                </c:pt>
                <c:pt idx="12">
                  <c:v>3.4000000000000002E-2</c:v>
                </c:pt>
                <c:pt idx="13">
                  <c:v>3.5999999999999997E-2</c:v>
                </c:pt>
                <c:pt idx="14">
                  <c:v>3.7999999999999999E-2</c:v>
                </c:pt>
                <c:pt idx="15">
                  <c:v>0.04</c:v>
                </c:pt>
                <c:pt idx="16">
                  <c:v>4.2000000000000003E-2</c:v>
                </c:pt>
                <c:pt idx="17">
                  <c:v>4.3999999999999997E-2</c:v>
                </c:pt>
                <c:pt idx="18">
                  <c:v>4.5999999999999999E-2</c:v>
                </c:pt>
                <c:pt idx="19">
                  <c:v>4.8000000000000001E-2</c:v>
                </c:pt>
                <c:pt idx="20">
                  <c:v>0.05</c:v>
                </c:pt>
                <c:pt idx="21">
                  <c:v>5.1999999999999998E-2</c:v>
                </c:pt>
                <c:pt idx="22">
                  <c:v>5.3999999999999999E-2</c:v>
                </c:pt>
                <c:pt idx="23">
                  <c:v>5.6000000000000001E-2</c:v>
                </c:pt>
                <c:pt idx="24">
                  <c:v>5.8000000000000003E-2</c:v>
                </c:pt>
                <c:pt idx="25">
                  <c:v>0.06</c:v>
                </c:pt>
                <c:pt idx="26">
                  <c:v>6.2E-2</c:v>
                </c:pt>
                <c:pt idx="27">
                  <c:v>6.4000000000000001E-2</c:v>
                </c:pt>
                <c:pt idx="28">
                  <c:v>6.6000000000000003E-2</c:v>
                </c:pt>
                <c:pt idx="29">
                  <c:v>6.8000000000000005E-2</c:v>
                </c:pt>
                <c:pt idx="30">
                  <c:v>7.0000000000000007E-2</c:v>
                </c:pt>
                <c:pt idx="31">
                  <c:v>7.1999999999999995E-2</c:v>
                </c:pt>
                <c:pt idx="32">
                  <c:v>7.3999999999999996E-2</c:v>
                </c:pt>
                <c:pt idx="33">
                  <c:v>7.5999999999999998E-2</c:v>
                </c:pt>
                <c:pt idx="34">
                  <c:v>7.8E-2</c:v>
                </c:pt>
                <c:pt idx="35">
                  <c:v>0.08</c:v>
                </c:pt>
                <c:pt idx="36">
                  <c:v>8.2000000000000003E-2</c:v>
                </c:pt>
                <c:pt idx="37">
                  <c:v>8.4000000000000005E-2</c:v>
                </c:pt>
                <c:pt idx="38">
                  <c:v>8.5999999999999993E-2</c:v>
                </c:pt>
                <c:pt idx="39">
                  <c:v>8.7999999999999995E-2</c:v>
                </c:pt>
                <c:pt idx="40">
                  <c:v>0.09</c:v>
                </c:pt>
                <c:pt idx="41">
                  <c:v>9.1999999999999998E-2</c:v>
                </c:pt>
                <c:pt idx="42">
                  <c:v>9.4E-2</c:v>
                </c:pt>
                <c:pt idx="43">
                  <c:v>9.6000000000000002E-2</c:v>
                </c:pt>
                <c:pt idx="44">
                  <c:v>9.8000000000000004E-2</c:v>
                </c:pt>
                <c:pt idx="45">
                  <c:v>0.1</c:v>
                </c:pt>
                <c:pt idx="46">
                  <c:v>0.1</c:v>
                </c:pt>
                <c:pt idx="47">
                  <c:v>0.105</c:v>
                </c:pt>
                <c:pt idx="48">
                  <c:v>0.11</c:v>
                </c:pt>
                <c:pt idx="49">
                  <c:v>0.115</c:v>
                </c:pt>
                <c:pt idx="50">
                  <c:v>0.12</c:v>
                </c:pt>
                <c:pt idx="51">
                  <c:v>0.125</c:v>
                </c:pt>
                <c:pt idx="52">
                  <c:v>0.13</c:v>
                </c:pt>
                <c:pt idx="53">
                  <c:v>0.13500000000000001</c:v>
                </c:pt>
                <c:pt idx="54">
                  <c:v>0.14000000000000001</c:v>
                </c:pt>
                <c:pt idx="55">
                  <c:v>0.14499999999999999</c:v>
                </c:pt>
                <c:pt idx="56">
                  <c:v>0.15</c:v>
                </c:pt>
                <c:pt idx="57">
                  <c:v>0.155</c:v>
                </c:pt>
                <c:pt idx="58">
                  <c:v>0.16</c:v>
                </c:pt>
                <c:pt idx="59">
                  <c:v>0.16500000000000001</c:v>
                </c:pt>
                <c:pt idx="60">
                  <c:v>0.17</c:v>
                </c:pt>
                <c:pt idx="61">
                  <c:v>0.17499999999999999</c:v>
                </c:pt>
                <c:pt idx="62">
                  <c:v>0.18</c:v>
                </c:pt>
                <c:pt idx="63">
                  <c:v>0.185</c:v>
                </c:pt>
                <c:pt idx="64">
                  <c:v>0.19</c:v>
                </c:pt>
                <c:pt idx="65">
                  <c:v>0.19500000000000001</c:v>
                </c:pt>
                <c:pt idx="66">
                  <c:v>0.2</c:v>
                </c:pt>
                <c:pt idx="67">
                  <c:v>0.20499999999999999</c:v>
                </c:pt>
                <c:pt idx="68">
                  <c:v>0.21</c:v>
                </c:pt>
                <c:pt idx="69">
                  <c:v>0.215</c:v>
                </c:pt>
                <c:pt idx="70">
                  <c:v>0.22</c:v>
                </c:pt>
                <c:pt idx="71">
                  <c:v>0.22500000000000001</c:v>
                </c:pt>
                <c:pt idx="72">
                  <c:v>0.23</c:v>
                </c:pt>
                <c:pt idx="73">
                  <c:v>0.23499999999999999</c:v>
                </c:pt>
                <c:pt idx="74">
                  <c:v>0.24</c:v>
                </c:pt>
                <c:pt idx="75">
                  <c:v>0.245</c:v>
                </c:pt>
                <c:pt idx="76">
                  <c:v>0.25</c:v>
                </c:pt>
                <c:pt idx="77">
                  <c:v>0.255</c:v>
                </c:pt>
                <c:pt idx="78">
                  <c:v>0.26</c:v>
                </c:pt>
                <c:pt idx="79">
                  <c:v>0.26500000000000001</c:v>
                </c:pt>
                <c:pt idx="80">
                  <c:v>0.27</c:v>
                </c:pt>
                <c:pt idx="81">
                  <c:v>0.27500000000000002</c:v>
                </c:pt>
                <c:pt idx="82">
                  <c:v>0.28000000000000003</c:v>
                </c:pt>
                <c:pt idx="83">
                  <c:v>0.28499999999999998</c:v>
                </c:pt>
                <c:pt idx="84">
                  <c:v>0.28999999999999998</c:v>
                </c:pt>
                <c:pt idx="85">
                  <c:v>0.29499999999999998</c:v>
                </c:pt>
                <c:pt idx="86">
                  <c:v>0.3</c:v>
                </c:pt>
                <c:pt idx="87">
                  <c:v>0.30499999999999999</c:v>
                </c:pt>
                <c:pt idx="88">
                  <c:v>0.31</c:v>
                </c:pt>
                <c:pt idx="89">
                  <c:v>0.315</c:v>
                </c:pt>
                <c:pt idx="90">
                  <c:v>0.32</c:v>
                </c:pt>
                <c:pt idx="91">
                  <c:v>0.32500000000000001</c:v>
                </c:pt>
                <c:pt idx="92">
                  <c:v>0.33</c:v>
                </c:pt>
                <c:pt idx="93">
                  <c:v>0.33500000000000002</c:v>
                </c:pt>
                <c:pt idx="94">
                  <c:v>0.34</c:v>
                </c:pt>
                <c:pt idx="95">
                  <c:v>0.34499999999999997</c:v>
                </c:pt>
              </c:numCache>
            </c:numRef>
          </c:xVal>
          <c:yVal>
            <c:numRef>
              <c:f>'Chart Data'!$J$2:$J$97</c:f>
              <c:numCache>
                <c:formatCode>0</c:formatCode>
                <c:ptCount val="96"/>
                <c:pt idx="0">
                  <c:v>4.1206958803599999E-3</c:v>
                </c:pt>
                <c:pt idx="1">
                  <c:v>5.9467625513400001E-3</c:v>
                </c:pt>
                <c:pt idx="2">
                  <c:v>8.1209997499699996E-3</c:v>
                </c:pt>
                <c:pt idx="3">
                  <c:v>1.06629039569E-2</c:v>
                </c:pt>
                <c:pt idx="4">
                  <c:v>1.35877541318E-2</c:v>
                </c:pt>
                <c:pt idx="5">
                  <c:v>1.6983406549400001E-2</c:v>
                </c:pt>
                <c:pt idx="6">
                  <c:v>2.10532745771E-2</c:v>
                </c:pt>
                <c:pt idx="7">
                  <c:v>2.53461764236E-2</c:v>
                </c:pt>
                <c:pt idx="8">
                  <c:v>2.94831078596E-2</c:v>
                </c:pt>
                <c:pt idx="9">
                  <c:v>3.4674568540900001E-2</c:v>
                </c:pt>
                <c:pt idx="10">
                  <c:v>4.0461877055100001E-2</c:v>
                </c:pt>
                <c:pt idx="11">
                  <c:v>4.5649346583600002E-2</c:v>
                </c:pt>
                <c:pt idx="12">
                  <c:v>5.3098561280799997E-2</c:v>
                </c:pt>
                <c:pt idx="13">
                  <c:v>6.1728517655099999E-2</c:v>
                </c:pt>
                <c:pt idx="14">
                  <c:v>6.9172131632700001E-2</c:v>
                </c:pt>
                <c:pt idx="15">
                  <c:v>7.5255922051799998E-2</c:v>
                </c:pt>
                <c:pt idx="16">
                  <c:v>8.2533757189399995E-2</c:v>
                </c:pt>
                <c:pt idx="17">
                  <c:v>9.32826779395E-2</c:v>
                </c:pt>
                <c:pt idx="18">
                  <c:v>0.10452306817699999</c:v>
                </c:pt>
                <c:pt idx="19">
                  <c:v>0.11187018099899999</c:v>
                </c:pt>
                <c:pt idx="20">
                  <c:v>0.115669569759</c:v>
                </c:pt>
                <c:pt idx="21">
                  <c:v>0.11891924212</c:v>
                </c:pt>
                <c:pt idx="22">
                  <c:v>0.13246477244499999</c:v>
                </c:pt>
                <c:pt idx="23">
                  <c:v>0.15959322278900001</c:v>
                </c:pt>
                <c:pt idx="24">
                  <c:v>0.189259282512</c:v>
                </c:pt>
                <c:pt idx="25">
                  <c:v>0.22239430213200001</c:v>
                </c:pt>
                <c:pt idx="26">
                  <c:v>0.25439434026199997</c:v>
                </c:pt>
                <c:pt idx="27">
                  <c:v>0.282621690574</c:v>
                </c:pt>
                <c:pt idx="28">
                  <c:v>0.31245229950800002</c:v>
                </c:pt>
                <c:pt idx="29">
                  <c:v>0.33547803411499999</c:v>
                </c:pt>
                <c:pt idx="30">
                  <c:v>0.35681955296599999</c:v>
                </c:pt>
                <c:pt idx="31">
                  <c:v>0.37747520675500001</c:v>
                </c:pt>
                <c:pt idx="32">
                  <c:v>0.39350376834099998</c:v>
                </c:pt>
                <c:pt idx="33">
                  <c:v>0.407538907713</c:v>
                </c:pt>
                <c:pt idx="34">
                  <c:v>0.42230374949299998</c:v>
                </c:pt>
                <c:pt idx="35">
                  <c:v>0.44087092977499998</c:v>
                </c:pt>
                <c:pt idx="36">
                  <c:v>0.46464791046800002</c:v>
                </c:pt>
                <c:pt idx="37">
                  <c:v>0.49328164023400001</c:v>
                </c:pt>
                <c:pt idx="38">
                  <c:v>0.52715091959600002</c:v>
                </c:pt>
                <c:pt idx="39">
                  <c:v>0.56644533001700004</c:v>
                </c:pt>
                <c:pt idx="40">
                  <c:v>0.61112592176299996</c:v>
                </c:pt>
                <c:pt idx="41">
                  <c:v>0.66030098804500004</c:v>
                </c:pt>
                <c:pt idx="42">
                  <c:v>0.71221603469500006</c:v>
                </c:pt>
                <c:pt idx="43">
                  <c:v>0.76495928248900003</c:v>
                </c:pt>
                <c:pt idx="44">
                  <c:v>0.81704174279999997</c:v>
                </c:pt>
                <c:pt idx="45">
                  <c:v>0.86914690192499999</c:v>
                </c:pt>
                <c:pt idx="46">
                  <c:v>0.86914690192499999</c:v>
                </c:pt>
                <c:pt idx="47">
                  <c:v>1.01628663605</c:v>
                </c:pt>
                <c:pt idx="48">
                  <c:v>1.15356502982</c:v>
                </c:pt>
                <c:pt idx="49">
                  <c:v>1.2970534151299999</c:v>
                </c:pt>
                <c:pt idx="50">
                  <c:v>1.4269422709199999</c:v>
                </c:pt>
                <c:pt idx="51">
                  <c:v>1.52804902179</c:v>
                </c:pt>
                <c:pt idx="52">
                  <c:v>1.62729143125</c:v>
                </c:pt>
                <c:pt idx="53">
                  <c:v>1.70207400754</c:v>
                </c:pt>
                <c:pt idx="54">
                  <c:v>1.8004309703300001</c:v>
                </c:pt>
                <c:pt idx="55">
                  <c:v>1.88520465398</c:v>
                </c:pt>
                <c:pt idx="56">
                  <c:v>2.0230272194899999</c:v>
                </c:pt>
                <c:pt idx="57">
                  <c:v>2.1328986731400001</c:v>
                </c:pt>
                <c:pt idx="58">
                  <c:v>2.1985948795399999</c:v>
                </c:pt>
                <c:pt idx="59">
                  <c:v>2.2048807103999999</c:v>
                </c:pt>
                <c:pt idx="60">
                  <c:v>2.1700796014099999</c:v>
                </c:pt>
                <c:pt idx="61">
                  <c:v>2.1180626571399999</c:v>
                </c:pt>
                <c:pt idx="62">
                  <c:v>2.0598236704200001</c:v>
                </c:pt>
                <c:pt idx="63">
                  <c:v>2.0541032344199999</c:v>
                </c:pt>
                <c:pt idx="64">
                  <c:v>2.0612177948100001</c:v>
                </c:pt>
                <c:pt idx="65">
                  <c:v>2.0583068616000002</c:v>
                </c:pt>
                <c:pt idx="66">
                  <c:v>2.0542788596700001</c:v>
                </c:pt>
                <c:pt idx="67">
                  <c:v>2.0673289702500002</c:v>
                </c:pt>
                <c:pt idx="68">
                  <c:v>2.0922346855199998</c:v>
                </c:pt>
                <c:pt idx="69">
                  <c:v>2.1180415945600002</c:v>
                </c:pt>
                <c:pt idx="70">
                  <c:v>2.1544946723699998</c:v>
                </c:pt>
                <c:pt idx="71">
                  <c:v>2.19173812444</c:v>
                </c:pt>
                <c:pt idx="72">
                  <c:v>2.22830455798</c:v>
                </c:pt>
                <c:pt idx="73">
                  <c:v>2.2642996744000001</c:v>
                </c:pt>
                <c:pt idx="74">
                  <c:v>2.3020784167600001</c:v>
                </c:pt>
                <c:pt idx="75">
                  <c:v>2.3476658382600002</c:v>
                </c:pt>
                <c:pt idx="76">
                  <c:v>2.3938502449699999</c:v>
                </c:pt>
                <c:pt idx="77">
                  <c:v>2.44080443566</c:v>
                </c:pt>
                <c:pt idx="78">
                  <c:v>2.4882803500400001</c:v>
                </c:pt>
                <c:pt idx="79">
                  <c:v>2.5358457586599998</c:v>
                </c:pt>
                <c:pt idx="80">
                  <c:v>2.5917831431999998</c:v>
                </c:pt>
                <c:pt idx="81">
                  <c:v>2.6467734698399998</c:v>
                </c:pt>
                <c:pt idx="82">
                  <c:v>2.7004414519900002</c:v>
                </c:pt>
                <c:pt idx="83">
                  <c:v>2.7524374470200001</c:v>
                </c:pt>
                <c:pt idx="84">
                  <c:v>2.8026129493099998</c:v>
                </c:pt>
                <c:pt idx="85">
                  <c:v>2.85944111438</c:v>
                </c:pt>
                <c:pt idx="86">
                  <c:v>2.9130907759100002</c:v>
                </c:pt>
                <c:pt idx="87">
                  <c:v>2.9628463323299998</c:v>
                </c:pt>
                <c:pt idx="88">
                  <c:v>3.0081389664599998</c:v>
                </c:pt>
                <c:pt idx="89">
                  <c:v>3.0536231227699999</c:v>
                </c:pt>
                <c:pt idx="90">
                  <c:v>3.0985576733800002</c:v>
                </c:pt>
                <c:pt idx="91">
                  <c:v>3.1376790107499999</c:v>
                </c:pt>
                <c:pt idx="92">
                  <c:v>3.1711205251500001</c:v>
                </c:pt>
                <c:pt idx="93">
                  <c:v>3.2024735507200002</c:v>
                </c:pt>
                <c:pt idx="94">
                  <c:v>3.2352226487900002</c:v>
                </c:pt>
                <c:pt idx="95">
                  <c:v>3.2630026626499999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4-0C9E-495C-B6D4-3BAE447447CC}"/>
            </c:ext>
          </c:extLst>
        </c:ser>
        <c:ser>
          <c:idx val="5"/>
          <c:order val="5"/>
          <c:tx>
            <c:v>Run 6</c:v>
          </c:tx>
          <c:spPr>
            <a:ln w="10954">
              <a:solidFill>
                <a:srgbClr val="3E8C61"/>
              </a:solidFill>
              <a:prstDash val="solid"/>
            </a:ln>
          </c:spPr>
          <c:xVal>
            <c:numRef>
              <c:f>'Chart Data'!$K$2:$K$97</c:f>
              <c:numCache>
                <c:formatCode>General</c:formatCode>
                <c:ptCount val="96"/>
                <c:pt idx="0">
                  <c:v>0.01</c:v>
                </c:pt>
                <c:pt idx="1">
                  <c:v>1.2E-2</c:v>
                </c:pt>
                <c:pt idx="2">
                  <c:v>1.4E-2</c:v>
                </c:pt>
                <c:pt idx="3">
                  <c:v>1.6E-2</c:v>
                </c:pt>
                <c:pt idx="4">
                  <c:v>1.7999999999999999E-2</c:v>
                </c:pt>
                <c:pt idx="5">
                  <c:v>0.02</c:v>
                </c:pt>
                <c:pt idx="6">
                  <c:v>2.1999999999999999E-2</c:v>
                </c:pt>
                <c:pt idx="7">
                  <c:v>2.4E-2</c:v>
                </c:pt>
                <c:pt idx="8">
                  <c:v>2.5999999999999999E-2</c:v>
                </c:pt>
                <c:pt idx="9">
                  <c:v>2.8000000000000001E-2</c:v>
                </c:pt>
                <c:pt idx="10">
                  <c:v>0.03</c:v>
                </c:pt>
                <c:pt idx="11">
                  <c:v>3.2000000000000001E-2</c:v>
                </c:pt>
                <c:pt idx="12">
                  <c:v>3.4000000000000002E-2</c:v>
                </c:pt>
                <c:pt idx="13">
                  <c:v>3.5999999999999997E-2</c:v>
                </c:pt>
                <c:pt idx="14">
                  <c:v>3.7999999999999999E-2</c:v>
                </c:pt>
                <c:pt idx="15">
                  <c:v>0.04</c:v>
                </c:pt>
                <c:pt idx="16">
                  <c:v>4.2000000000000003E-2</c:v>
                </c:pt>
                <c:pt idx="17">
                  <c:v>4.3999999999999997E-2</c:v>
                </c:pt>
                <c:pt idx="18">
                  <c:v>4.5999999999999999E-2</c:v>
                </c:pt>
                <c:pt idx="19">
                  <c:v>4.8000000000000001E-2</c:v>
                </c:pt>
                <c:pt idx="20">
                  <c:v>0.05</c:v>
                </c:pt>
                <c:pt idx="21">
                  <c:v>5.1999999999999998E-2</c:v>
                </c:pt>
                <c:pt idx="22">
                  <c:v>5.3999999999999999E-2</c:v>
                </c:pt>
                <c:pt idx="23">
                  <c:v>5.6000000000000001E-2</c:v>
                </c:pt>
                <c:pt idx="24">
                  <c:v>5.8000000000000003E-2</c:v>
                </c:pt>
                <c:pt idx="25">
                  <c:v>0.06</c:v>
                </c:pt>
                <c:pt idx="26">
                  <c:v>6.2E-2</c:v>
                </c:pt>
                <c:pt idx="27">
                  <c:v>6.4000000000000001E-2</c:v>
                </c:pt>
                <c:pt idx="28">
                  <c:v>6.6000000000000003E-2</c:v>
                </c:pt>
                <c:pt idx="29">
                  <c:v>6.8000000000000005E-2</c:v>
                </c:pt>
                <c:pt idx="30">
                  <c:v>7.0000000000000007E-2</c:v>
                </c:pt>
                <c:pt idx="31">
                  <c:v>7.1999999999999995E-2</c:v>
                </c:pt>
                <c:pt idx="32">
                  <c:v>7.3999999999999996E-2</c:v>
                </c:pt>
                <c:pt idx="33">
                  <c:v>7.5999999999999998E-2</c:v>
                </c:pt>
                <c:pt idx="34">
                  <c:v>7.8E-2</c:v>
                </c:pt>
                <c:pt idx="35">
                  <c:v>0.08</c:v>
                </c:pt>
                <c:pt idx="36">
                  <c:v>8.2000000000000003E-2</c:v>
                </c:pt>
                <c:pt idx="37">
                  <c:v>8.4000000000000005E-2</c:v>
                </c:pt>
                <c:pt idx="38">
                  <c:v>8.5999999999999993E-2</c:v>
                </c:pt>
                <c:pt idx="39">
                  <c:v>8.7999999999999995E-2</c:v>
                </c:pt>
                <c:pt idx="40">
                  <c:v>0.09</c:v>
                </c:pt>
                <c:pt idx="41">
                  <c:v>9.1999999999999998E-2</c:v>
                </c:pt>
                <c:pt idx="42">
                  <c:v>9.4E-2</c:v>
                </c:pt>
                <c:pt idx="43">
                  <c:v>9.6000000000000002E-2</c:v>
                </c:pt>
                <c:pt idx="44">
                  <c:v>9.8000000000000004E-2</c:v>
                </c:pt>
                <c:pt idx="45">
                  <c:v>0.1</c:v>
                </c:pt>
                <c:pt idx="46">
                  <c:v>0.1</c:v>
                </c:pt>
                <c:pt idx="47">
                  <c:v>0.105</c:v>
                </c:pt>
                <c:pt idx="48">
                  <c:v>0.11</c:v>
                </c:pt>
                <c:pt idx="49">
                  <c:v>0.115</c:v>
                </c:pt>
                <c:pt idx="50">
                  <c:v>0.12</c:v>
                </c:pt>
                <c:pt idx="51">
                  <c:v>0.125</c:v>
                </c:pt>
                <c:pt idx="52">
                  <c:v>0.13</c:v>
                </c:pt>
                <c:pt idx="53">
                  <c:v>0.13500000000000001</c:v>
                </c:pt>
                <c:pt idx="54">
                  <c:v>0.14000000000000001</c:v>
                </c:pt>
                <c:pt idx="55">
                  <c:v>0.14499999999999999</c:v>
                </c:pt>
                <c:pt idx="56">
                  <c:v>0.15</c:v>
                </c:pt>
                <c:pt idx="57">
                  <c:v>0.155</c:v>
                </c:pt>
                <c:pt idx="58">
                  <c:v>0.16</c:v>
                </c:pt>
                <c:pt idx="59">
                  <c:v>0.16500000000000001</c:v>
                </c:pt>
                <c:pt idx="60">
                  <c:v>0.17</c:v>
                </c:pt>
                <c:pt idx="61">
                  <c:v>0.17499999999999999</c:v>
                </c:pt>
                <c:pt idx="62">
                  <c:v>0.18</c:v>
                </c:pt>
                <c:pt idx="63">
                  <c:v>0.185</c:v>
                </c:pt>
                <c:pt idx="64">
                  <c:v>0.19</c:v>
                </c:pt>
                <c:pt idx="65">
                  <c:v>0.19500000000000001</c:v>
                </c:pt>
                <c:pt idx="66">
                  <c:v>0.2</c:v>
                </c:pt>
                <c:pt idx="67">
                  <c:v>0.20499999999999999</c:v>
                </c:pt>
                <c:pt idx="68">
                  <c:v>0.21</c:v>
                </c:pt>
                <c:pt idx="69">
                  <c:v>0.215</c:v>
                </c:pt>
                <c:pt idx="70">
                  <c:v>0.22</c:v>
                </c:pt>
                <c:pt idx="71">
                  <c:v>0.22500000000000001</c:v>
                </c:pt>
                <c:pt idx="72">
                  <c:v>0.23</c:v>
                </c:pt>
                <c:pt idx="73">
                  <c:v>0.23499999999999999</c:v>
                </c:pt>
                <c:pt idx="74">
                  <c:v>0.24</c:v>
                </c:pt>
                <c:pt idx="75">
                  <c:v>0.245</c:v>
                </c:pt>
                <c:pt idx="76">
                  <c:v>0.25</c:v>
                </c:pt>
                <c:pt idx="77">
                  <c:v>0.255</c:v>
                </c:pt>
                <c:pt idx="78">
                  <c:v>0.26</c:v>
                </c:pt>
                <c:pt idx="79">
                  <c:v>0.26500000000000001</c:v>
                </c:pt>
                <c:pt idx="80">
                  <c:v>0.27</c:v>
                </c:pt>
                <c:pt idx="81">
                  <c:v>0.27500000000000002</c:v>
                </c:pt>
                <c:pt idx="82">
                  <c:v>0.28000000000000003</c:v>
                </c:pt>
                <c:pt idx="83">
                  <c:v>0.28499999999999998</c:v>
                </c:pt>
                <c:pt idx="84">
                  <c:v>0.28999999999999998</c:v>
                </c:pt>
                <c:pt idx="85">
                  <c:v>0.29499999999999998</c:v>
                </c:pt>
                <c:pt idx="86">
                  <c:v>0.3</c:v>
                </c:pt>
                <c:pt idx="87">
                  <c:v>0.30499999999999999</c:v>
                </c:pt>
                <c:pt idx="88">
                  <c:v>0.31</c:v>
                </c:pt>
                <c:pt idx="89">
                  <c:v>0.315</c:v>
                </c:pt>
                <c:pt idx="90">
                  <c:v>0.32</c:v>
                </c:pt>
                <c:pt idx="91">
                  <c:v>0.32500000000000001</c:v>
                </c:pt>
                <c:pt idx="92">
                  <c:v>0.33</c:v>
                </c:pt>
                <c:pt idx="93">
                  <c:v>0.33500000000000002</c:v>
                </c:pt>
                <c:pt idx="94">
                  <c:v>0.34</c:v>
                </c:pt>
                <c:pt idx="95">
                  <c:v>0.34499999999999997</c:v>
                </c:pt>
              </c:numCache>
            </c:numRef>
          </c:xVal>
          <c:yVal>
            <c:numRef>
              <c:f>'Chart Data'!$L$2:$L$97</c:f>
              <c:numCache>
                <c:formatCode>0</c:formatCode>
                <c:ptCount val="96"/>
                <c:pt idx="0">
                  <c:v>2.89441168655E-3</c:v>
                </c:pt>
                <c:pt idx="1">
                  <c:v>4.1747174785200002E-3</c:v>
                </c:pt>
                <c:pt idx="2">
                  <c:v>5.7484781618099999E-3</c:v>
                </c:pt>
                <c:pt idx="3">
                  <c:v>7.5781620458399996E-3</c:v>
                </c:pt>
                <c:pt idx="4">
                  <c:v>9.8145820384000007E-3</c:v>
                </c:pt>
                <c:pt idx="5">
                  <c:v>1.2385890238599999E-2</c:v>
                </c:pt>
                <c:pt idx="6">
                  <c:v>1.5832384665300001E-2</c:v>
                </c:pt>
                <c:pt idx="7">
                  <c:v>1.9738026933399998E-2</c:v>
                </c:pt>
                <c:pt idx="8">
                  <c:v>2.37457791556E-2</c:v>
                </c:pt>
                <c:pt idx="9">
                  <c:v>2.84603548698E-2</c:v>
                </c:pt>
                <c:pt idx="10">
                  <c:v>3.4555874201800001E-2</c:v>
                </c:pt>
                <c:pt idx="11">
                  <c:v>4.02623009682E-2</c:v>
                </c:pt>
                <c:pt idx="12">
                  <c:v>4.5533793532499998E-2</c:v>
                </c:pt>
                <c:pt idx="13">
                  <c:v>5.0836716715499997E-2</c:v>
                </c:pt>
                <c:pt idx="14">
                  <c:v>5.32845103672E-2</c:v>
                </c:pt>
                <c:pt idx="15">
                  <c:v>6.0406914510799999E-2</c:v>
                </c:pt>
                <c:pt idx="16">
                  <c:v>7.0778204158500002E-2</c:v>
                </c:pt>
                <c:pt idx="17">
                  <c:v>7.2047511930699998E-2</c:v>
                </c:pt>
                <c:pt idx="18">
                  <c:v>7.6117403610399995E-2</c:v>
                </c:pt>
                <c:pt idx="19">
                  <c:v>8.1252653369300001E-2</c:v>
                </c:pt>
                <c:pt idx="20">
                  <c:v>9.5612430325100001E-2</c:v>
                </c:pt>
                <c:pt idx="21">
                  <c:v>0.106739360031</c:v>
                </c:pt>
                <c:pt idx="22">
                  <c:v>0.115419680831</c:v>
                </c:pt>
                <c:pt idx="23">
                  <c:v>0.11922166272699999</c:v>
                </c:pt>
                <c:pt idx="24">
                  <c:v>0.12935126969399999</c:v>
                </c:pt>
                <c:pt idx="25">
                  <c:v>0.14240160489600001</c:v>
                </c:pt>
                <c:pt idx="26">
                  <c:v>0.15767225333599999</c:v>
                </c:pt>
                <c:pt idx="27">
                  <c:v>0.16232245956899999</c:v>
                </c:pt>
                <c:pt idx="28">
                  <c:v>0.15892629082900001</c:v>
                </c:pt>
                <c:pt idx="29">
                  <c:v>0.16168477272599999</c:v>
                </c:pt>
                <c:pt idx="30">
                  <c:v>0.177444078389</c:v>
                </c:pt>
                <c:pt idx="31">
                  <c:v>0.20135033573300001</c:v>
                </c:pt>
                <c:pt idx="32">
                  <c:v>0.22698557437899999</c:v>
                </c:pt>
                <c:pt idx="33">
                  <c:v>0.26228471072999998</c:v>
                </c:pt>
                <c:pt idx="34">
                  <c:v>0.29653651983000001</c:v>
                </c:pt>
                <c:pt idx="35">
                  <c:v>0.31308565571399999</c:v>
                </c:pt>
                <c:pt idx="36">
                  <c:v>0.327084286665</c:v>
                </c:pt>
                <c:pt idx="37">
                  <c:v>0.33370799594</c:v>
                </c:pt>
                <c:pt idx="38">
                  <c:v>0.34489303290700002</c:v>
                </c:pt>
                <c:pt idx="39">
                  <c:v>0.34659976020799999</c:v>
                </c:pt>
                <c:pt idx="40">
                  <c:v>0.34540883577600001</c:v>
                </c:pt>
                <c:pt idx="41">
                  <c:v>0.37456241923200001</c:v>
                </c:pt>
                <c:pt idx="42">
                  <c:v>0.394128135569</c:v>
                </c:pt>
                <c:pt idx="43">
                  <c:v>0.44029096821300001</c:v>
                </c:pt>
                <c:pt idx="44">
                  <c:v>0.48029237729300001</c:v>
                </c:pt>
                <c:pt idx="45">
                  <c:v>0.49971966466599999</c:v>
                </c:pt>
                <c:pt idx="46">
                  <c:v>0.49971966466599999</c:v>
                </c:pt>
                <c:pt idx="47">
                  <c:v>0.58495693106400004</c:v>
                </c:pt>
                <c:pt idx="48">
                  <c:v>0.62971283258499999</c:v>
                </c:pt>
                <c:pt idx="49">
                  <c:v>0.70586471678499996</c:v>
                </c:pt>
                <c:pt idx="50">
                  <c:v>0.81151811912799998</c:v>
                </c:pt>
                <c:pt idx="51">
                  <c:v>1.0080864329799999</c:v>
                </c:pt>
                <c:pt idx="52">
                  <c:v>1.1578967679600001</c:v>
                </c:pt>
                <c:pt idx="53">
                  <c:v>1.2119976824700001</c:v>
                </c:pt>
                <c:pt idx="54">
                  <c:v>1.12047691538</c:v>
                </c:pt>
                <c:pt idx="55">
                  <c:v>1.20662395761</c:v>
                </c:pt>
                <c:pt idx="56">
                  <c:v>1.24860253653</c:v>
                </c:pt>
                <c:pt idx="57">
                  <c:v>1.1698904616700001</c:v>
                </c:pt>
                <c:pt idx="58">
                  <c:v>1.2075951784300001</c:v>
                </c:pt>
                <c:pt idx="59">
                  <c:v>1.5446597869300001</c:v>
                </c:pt>
                <c:pt idx="60">
                  <c:v>1.82498197246</c:v>
                </c:pt>
                <c:pt idx="61">
                  <c:v>1.9226695524299999</c:v>
                </c:pt>
                <c:pt idx="62">
                  <c:v>1.9064449807699999</c:v>
                </c:pt>
                <c:pt idx="63">
                  <c:v>1.9003761293200001</c:v>
                </c:pt>
                <c:pt idx="64">
                  <c:v>1.8698901238600001</c:v>
                </c:pt>
                <c:pt idx="65">
                  <c:v>1.8824481715800001</c:v>
                </c:pt>
                <c:pt idx="66">
                  <c:v>2.0405723719600002</c:v>
                </c:pt>
                <c:pt idx="67">
                  <c:v>2.18350589326</c:v>
                </c:pt>
                <c:pt idx="68">
                  <c:v>2.2886341367199998</c:v>
                </c:pt>
                <c:pt idx="69">
                  <c:v>2.3842200230700001</c:v>
                </c:pt>
                <c:pt idx="70">
                  <c:v>2.5147637821100002</c:v>
                </c:pt>
                <c:pt idx="71">
                  <c:v>2.71770406029</c:v>
                </c:pt>
                <c:pt idx="72">
                  <c:v>3.0212165980500001</c:v>
                </c:pt>
                <c:pt idx="73">
                  <c:v>3.3760863797799998</c:v>
                </c:pt>
                <c:pt idx="74">
                  <c:v>3.7553960002000002</c:v>
                </c:pt>
                <c:pt idx="75">
                  <c:v>4.0937413594900001</c:v>
                </c:pt>
                <c:pt idx="76">
                  <c:v>4.3644378501099999</c:v>
                </c:pt>
                <c:pt idx="77">
                  <c:v>4.5471772746000001</c:v>
                </c:pt>
                <c:pt idx="78">
                  <c:v>4.6283728430100002</c:v>
                </c:pt>
                <c:pt idx="79">
                  <c:v>4.6191316591999998</c:v>
                </c:pt>
                <c:pt idx="80">
                  <c:v>4.5500870178900001</c:v>
                </c:pt>
                <c:pt idx="81">
                  <c:v>4.4549647372400001</c:v>
                </c:pt>
                <c:pt idx="82">
                  <c:v>4.37519886769</c:v>
                </c:pt>
                <c:pt idx="83">
                  <c:v>4.3395936532499997</c:v>
                </c:pt>
                <c:pt idx="84">
                  <c:v>4.3573163518099998</c:v>
                </c:pt>
                <c:pt idx="85">
                  <c:v>4.4217941985599998</c:v>
                </c:pt>
                <c:pt idx="86">
                  <c:v>4.5153162514999998</c:v>
                </c:pt>
                <c:pt idx="87">
                  <c:v>4.6168131757699999</c:v>
                </c:pt>
                <c:pt idx="88">
                  <c:v>4.7451993835400001</c:v>
                </c:pt>
                <c:pt idx="89">
                  <c:v>5.0267320695000004</c:v>
                </c:pt>
                <c:pt idx="90">
                  <c:v>5.1186825681399997</c:v>
                </c:pt>
                <c:pt idx="91">
                  <c:v>5.0334307224200003</c:v>
                </c:pt>
                <c:pt idx="92">
                  <c:v>5.0892028012399999</c:v>
                </c:pt>
                <c:pt idx="93">
                  <c:v>5.1224700502599996</c:v>
                </c:pt>
                <c:pt idx="94">
                  <c:v>5.1335750774199997</c:v>
                </c:pt>
                <c:pt idx="95">
                  <c:v>5.1336738638300004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5-0C9E-495C-B6D4-3BAE447447CC}"/>
            </c:ext>
          </c:extLst>
        </c:ser>
        <c:ser>
          <c:idx val="6"/>
          <c:order val="6"/>
          <c:tx>
            <c:v>Run 7</c:v>
          </c:tx>
          <c:spPr>
            <a:ln w="10954">
              <a:solidFill>
                <a:srgbClr val="276B8E"/>
              </a:solidFill>
              <a:prstDash val="solid"/>
            </a:ln>
          </c:spPr>
          <c:xVal>
            <c:numRef>
              <c:f>'Chart Data'!$M$2:$M$97</c:f>
              <c:numCache>
                <c:formatCode>General</c:formatCode>
                <c:ptCount val="96"/>
                <c:pt idx="0">
                  <c:v>0.01</c:v>
                </c:pt>
                <c:pt idx="1">
                  <c:v>1.2E-2</c:v>
                </c:pt>
                <c:pt idx="2">
                  <c:v>1.4E-2</c:v>
                </c:pt>
                <c:pt idx="3">
                  <c:v>1.6E-2</c:v>
                </c:pt>
                <c:pt idx="4">
                  <c:v>1.7999999999999999E-2</c:v>
                </c:pt>
                <c:pt idx="5">
                  <c:v>0.02</c:v>
                </c:pt>
                <c:pt idx="6">
                  <c:v>2.1999999999999999E-2</c:v>
                </c:pt>
                <c:pt idx="7">
                  <c:v>2.4E-2</c:v>
                </c:pt>
                <c:pt idx="8">
                  <c:v>2.5999999999999999E-2</c:v>
                </c:pt>
                <c:pt idx="9">
                  <c:v>2.8000000000000001E-2</c:v>
                </c:pt>
                <c:pt idx="10">
                  <c:v>0.03</c:v>
                </c:pt>
                <c:pt idx="11">
                  <c:v>3.2000000000000001E-2</c:v>
                </c:pt>
                <c:pt idx="12">
                  <c:v>3.4000000000000002E-2</c:v>
                </c:pt>
                <c:pt idx="13">
                  <c:v>3.5999999999999997E-2</c:v>
                </c:pt>
                <c:pt idx="14">
                  <c:v>3.7999999999999999E-2</c:v>
                </c:pt>
                <c:pt idx="15">
                  <c:v>0.04</c:v>
                </c:pt>
                <c:pt idx="16">
                  <c:v>4.2000000000000003E-2</c:v>
                </c:pt>
                <c:pt idx="17">
                  <c:v>4.3999999999999997E-2</c:v>
                </c:pt>
                <c:pt idx="18">
                  <c:v>4.5999999999999999E-2</c:v>
                </c:pt>
                <c:pt idx="19">
                  <c:v>4.8000000000000001E-2</c:v>
                </c:pt>
                <c:pt idx="20">
                  <c:v>0.05</c:v>
                </c:pt>
                <c:pt idx="21">
                  <c:v>5.1999999999999998E-2</c:v>
                </c:pt>
                <c:pt idx="22">
                  <c:v>5.3999999999999999E-2</c:v>
                </c:pt>
                <c:pt idx="23">
                  <c:v>5.6000000000000001E-2</c:v>
                </c:pt>
                <c:pt idx="24">
                  <c:v>5.8000000000000003E-2</c:v>
                </c:pt>
                <c:pt idx="25">
                  <c:v>0.06</c:v>
                </c:pt>
                <c:pt idx="26">
                  <c:v>6.2E-2</c:v>
                </c:pt>
                <c:pt idx="27">
                  <c:v>6.4000000000000001E-2</c:v>
                </c:pt>
                <c:pt idx="28">
                  <c:v>6.6000000000000003E-2</c:v>
                </c:pt>
                <c:pt idx="29">
                  <c:v>6.8000000000000005E-2</c:v>
                </c:pt>
                <c:pt idx="30">
                  <c:v>7.0000000000000007E-2</c:v>
                </c:pt>
                <c:pt idx="31">
                  <c:v>7.1999999999999995E-2</c:v>
                </c:pt>
                <c:pt idx="32">
                  <c:v>7.3999999999999996E-2</c:v>
                </c:pt>
                <c:pt idx="33">
                  <c:v>7.5999999999999998E-2</c:v>
                </c:pt>
                <c:pt idx="34">
                  <c:v>7.8E-2</c:v>
                </c:pt>
                <c:pt idx="35">
                  <c:v>0.08</c:v>
                </c:pt>
                <c:pt idx="36">
                  <c:v>8.2000000000000003E-2</c:v>
                </c:pt>
                <c:pt idx="37">
                  <c:v>8.4000000000000005E-2</c:v>
                </c:pt>
                <c:pt idx="38">
                  <c:v>8.5999999999999993E-2</c:v>
                </c:pt>
                <c:pt idx="39">
                  <c:v>8.7999999999999995E-2</c:v>
                </c:pt>
                <c:pt idx="40">
                  <c:v>0.09</c:v>
                </c:pt>
                <c:pt idx="41">
                  <c:v>9.1999999999999998E-2</c:v>
                </c:pt>
                <c:pt idx="42">
                  <c:v>9.4E-2</c:v>
                </c:pt>
                <c:pt idx="43">
                  <c:v>9.6000000000000002E-2</c:v>
                </c:pt>
                <c:pt idx="44">
                  <c:v>9.8000000000000004E-2</c:v>
                </c:pt>
                <c:pt idx="45">
                  <c:v>0.1</c:v>
                </c:pt>
                <c:pt idx="46">
                  <c:v>0.1</c:v>
                </c:pt>
                <c:pt idx="47">
                  <c:v>0.105</c:v>
                </c:pt>
                <c:pt idx="48">
                  <c:v>0.11</c:v>
                </c:pt>
                <c:pt idx="49">
                  <c:v>0.115</c:v>
                </c:pt>
                <c:pt idx="50">
                  <c:v>0.12</c:v>
                </c:pt>
                <c:pt idx="51">
                  <c:v>0.125</c:v>
                </c:pt>
                <c:pt idx="52">
                  <c:v>0.13</c:v>
                </c:pt>
                <c:pt idx="53">
                  <c:v>0.13500000000000001</c:v>
                </c:pt>
                <c:pt idx="54">
                  <c:v>0.14000000000000001</c:v>
                </c:pt>
                <c:pt idx="55">
                  <c:v>0.14499999999999999</c:v>
                </c:pt>
                <c:pt idx="56">
                  <c:v>0.15</c:v>
                </c:pt>
                <c:pt idx="57">
                  <c:v>0.155</c:v>
                </c:pt>
                <c:pt idx="58">
                  <c:v>0.16</c:v>
                </c:pt>
                <c:pt idx="59">
                  <c:v>0.16500000000000001</c:v>
                </c:pt>
                <c:pt idx="60">
                  <c:v>0.17</c:v>
                </c:pt>
                <c:pt idx="61">
                  <c:v>0.17499999999999999</c:v>
                </c:pt>
                <c:pt idx="62">
                  <c:v>0.18</c:v>
                </c:pt>
                <c:pt idx="63">
                  <c:v>0.185</c:v>
                </c:pt>
                <c:pt idx="64">
                  <c:v>0.19</c:v>
                </c:pt>
                <c:pt idx="65">
                  <c:v>0.19500000000000001</c:v>
                </c:pt>
                <c:pt idx="66">
                  <c:v>0.2</c:v>
                </c:pt>
                <c:pt idx="67">
                  <c:v>0.20499999999999999</c:v>
                </c:pt>
                <c:pt idx="68">
                  <c:v>0.21</c:v>
                </c:pt>
                <c:pt idx="69">
                  <c:v>0.215</c:v>
                </c:pt>
                <c:pt idx="70">
                  <c:v>0.22</c:v>
                </c:pt>
                <c:pt idx="71">
                  <c:v>0.22500000000000001</c:v>
                </c:pt>
                <c:pt idx="72">
                  <c:v>0.23</c:v>
                </c:pt>
                <c:pt idx="73">
                  <c:v>0.23499999999999999</c:v>
                </c:pt>
                <c:pt idx="74">
                  <c:v>0.24</c:v>
                </c:pt>
                <c:pt idx="75">
                  <c:v>0.245</c:v>
                </c:pt>
                <c:pt idx="76">
                  <c:v>0.25</c:v>
                </c:pt>
                <c:pt idx="77">
                  <c:v>0.255</c:v>
                </c:pt>
                <c:pt idx="78">
                  <c:v>0.26</c:v>
                </c:pt>
                <c:pt idx="79">
                  <c:v>0.26500000000000001</c:v>
                </c:pt>
                <c:pt idx="80">
                  <c:v>0.27</c:v>
                </c:pt>
                <c:pt idx="81">
                  <c:v>0.27500000000000002</c:v>
                </c:pt>
                <c:pt idx="82">
                  <c:v>0.28000000000000003</c:v>
                </c:pt>
                <c:pt idx="83">
                  <c:v>0.28499999999999998</c:v>
                </c:pt>
                <c:pt idx="84">
                  <c:v>0.28999999999999998</c:v>
                </c:pt>
                <c:pt idx="85">
                  <c:v>0.29499999999999998</c:v>
                </c:pt>
                <c:pt idx="86">
                  <c:v>0.3</c:v>
                </c:pt>
                <c:pt idx="87">
                  <c:v>0.30499999999999999</c:v>
                </c:pt>
                <c:pt idx="88">
                  <c:v>0.31</c:v>
                </c:pt>
                <c:pt idx="89">
                  <c:v>0.315</c:v>
                </c:pt>
                <c:pt idx="90">
                  <c:v>0.32</c:v>
                </c:pt>
                <c:pt idx="91">
                  <c:v>0.32500000000000001</c:v>
                </c:pt>
                <c:pt idx="92">
                  <c:v>0.33</c:v>
                </c:pt>
                <c:pt idx="93">
                  <c:v>0.33500000000000002</c:v>
                </c:pt>
                <c:pt idx="94">
                  <c:v>0.34</c:v>
                </c:pt>
                <c:pt idx="95">
                  <c:v>0.34499999999999997</c:v>
                </c:pt>
              </c:numCache>
            </c:numRef>
          </c:xVal>
          <c:yVal>
            <c:numRef>
              <c:f>'Chart Data'!$N$2:$N$97</c:f>
              <c:numCache>
                <c:formatCode>0</c:formatCode>
                <c:ptCount val="96"/>
                <c:pt idx="0">
                  <c:v>4.9448350564300003E-3</c:v>
                </c:pt>
                <c:pt idx="1">
                  <c:v>7.1361150616100003E-3</c:v>
                </c:pt>
                <c:pt idx="2">
                  <c:v>9.7451996999599992E-3</c:v>
                </c:pt>
                <c:pt idx="3">
                  <c:v>1.27954847482E-2</c:v>
                </c:pt>
                <c:pt idx="4">
                  <c:v>1.6305304958200002E-2</c:v>
                </c:pt>
                <c:pt idx="5">
                  <c:v>2.0380087859300001E-2</c:v>
                </c:pt>
                <c:pt idx="6">
                  <c:v>2.52639294925E-2</c:v>
                </c:pt>
                <c:pt idx="7">
                  <c:v>3.0415411708299998E-2</c:v>
                </c:pt>
                <c:pt idx="8">
                  <c:v>3.5379729431500001E-2</c:v>
                </c:pt>
                <c:pt idx="9">
                  <c:v>4.1609482249100001E-2</c:v>
                </c:pt>
                <c:pt idx="10">
                  <c:v>4.8554252466099998E-2</c:v>
                </c:pt>
                <c:pt idx="11">
                  <c:v>5.47792159003E-2</c:v>
                </c:pt>
                <c:pt idx="12">
                  <c:v>6.3718273537000006E-2</c:v>
                </c:pt>
                <c:pt idx="13">
                  <c:v>7.4074221186199996E-2</c:v>
                </c:pt>
                <c:pt idx="14">
                  <c:v>8.3006557959200006E-2</c:v>
                </c:pt>
                <c:pt idx="15">
                  <c:v>9.0307106462199999E-2</c:v>
                </c:pt>
                <c:pt idx="16">
                  <c:v>9.9040508627300003E-2</c:v>
                </c:pt>
                <c:pt idx="17">
                  <c:v>0.11193921352699999</c:v>
                </c:pt>
                <c:pt idx="18">
                  <c:v>0.12542768181300001</c:v>
                </c:pt>
                <c:pt idx="19">
                  <c:v>0.134244217198</c:v>
                </c:pt>
                <c:pt idx="20">
                  <c:v>0.13880348371099999</c:v>
                </c:pt>
                <c:pt idx="21">
                  <c:v>0.14270309054399999</c:v>
                </c:pt>
                <c:pt idx="22">
                  <c:v>0.15895772693400001</c:v>
                </c:pt>
                <c:pt idx="23">
                  <c:v>0.19151186734699999</c:v>
                </c:pt>
                <c:pt idx="24">
                  <c:v>0.22711113901499999</c:v>
                </c:pt>
                <c:pt idx="25">
                  <c:v>0.26687316255799998</c:v>
                </c:pt>
                <c:pt idx="26">
                  <c:v>0.30527320831499999</c:v>
                </c:pt>
                <c:pt idx="27">
                  <c:v>0.33914602868799998</c:v>
                </c:pt>
                <c:pt idx="28">
                  <c:v>0.37494275940900001</c:v>
                </c:pt>
                <c:pt idx="29">
                  <c:v>0.40257364093800002</c:v>
                </c:pt>
                <c:pt idx="30">
                  <c:v>0.42818346355999998</c:v>
                </c:pt>
                <c:pt idx="31">
                  <c:v>0.45297024810600001</c:v>
                </c:pt>
                <c:pt idx="32">
                  <c:v>0.47220452200899998</c:v>
                </c:pt>
                <c:pt idx="33">
                  <c:v>0.48904668925599998</c:v>
                </c:pt>
                <c:pt idx="34">
                  <c:v>0.50676449939199997</c:v>
                </c:pt>
                <c:pt idx="35">
                  <c:v>0.52904511573000002</c:v>
                </c:pt>
                <c:pt idx="36">
                  <c:v>0.55757749256099998</c:v>
                </c:pt>
                <c:pt idx="37">
                  <c:v>0.59193796828</c:v>
                </c:pt>
                <c:pt idx="38">
                  <c:v>0.63258110351600005</c:v>
                </c:pt>
                <c:pt idx="39">
                  <c:v>0.67973439602100005</c:v>
                </c:pt>
                <c:pt idx="40">
                  <c:v>0.73335110611599996</c:v>
                </c:pt>
                <c:pt idx="41">
                  <c:v>0.79236118565400004</c:v>
                </c:pt>
                <c:pt idx="42">
                  <c:v>0.85465924163399998</c:v>
                </c:pt>
                <c:pt idx="43">
                  <c:v>0.91795113898699998</c:v>
                </c:pt>
                <c:pt idx="44">
                  <c:v>0.98045009136000005</c:v>
                </c:pt>
                <c:pt idx="45">
                  <c:v>1.0429762823099999</c:v>
                </c:pt>
                <c:pt idx="46">
                  <c:v>1.0429762823099999</c:v>
                </c:pt>
                <c:pt idx="47">
                  <c:v>1.21954396325</c:v>
                </c:pt>
                <c:pt idx="48">
                  <c:v>1.38427803578</c:v>
                </c:pt>
                <c:pt idx="49">
                  <c:v>1.55646409815</c:v>
                </c:pt>
                <c:pt idx="50">
                  <c:v>1.7123307251</c:v>
                </c:pt>
                <c:pt idx="51">
                  <c:v>1.83365882615</c:v>
                </c:pt>
                <c:pt idx="52">
                  <c:v>1.9527497174999999</c:v>
                </c:pt>
                <c:pt idx="53">
                  <c:v>2.04248880905</c:v>
                </c:pt>
                <c:pt idx="54">
                  <c:v>2.1605171643999999</c:v>
                </c:pt>
                <c:pt idx="55">
                  <c:v>2.26224558478</c:v>
                </c:pt>
                <c:pt idx="56">
                  <c:v>2.4276326633899998</c:v>
                </c:pt>
                <c:pt idx="57">
                  <c:v>2.5594784077699999</c:v>
                </c:pt>
                <c:pt idx="58">
                  <c:v>2.6383138554499999</c:v>
                </c:pt>
                <c:pt idx="59">
                  <c:v>2.6458568524800001</c:v>
                </c:pt>
                <c:pt idx="60">
                  <c:v>2.6040955216900001</c:v>
                </c:pt>
                <c:pt idx="61">
                  <c:v>2.5416751885600002</c:v>
                </c:pt>
                <c:pt idx="62">
                  <c:v>2.4717884045099998</c:v>
                </c:pt>
                <c:pt idx="63">
                  <c:v>2.4649238813099998</c:v>
                </c:pt>
                <c:pt idx="64">
                  <c:v>2.4734613537699999</c:v>
                </c:pt>
                <c:pt idx="65">
                  <c:v>2.46996823391</c:v>
                </c:pt>
                <c:pt idx="66">
                  <c:v>2.4651346315999998</c:v>
                </c:pt>
                <c:pt idx="67">
                  <c:v>2.4807947642900001</c:v>
                </c:pt>
                <c:pt idx="68">
                  <c:v>2.5106816226199999</c:v>
                </c:pt>
                <c:pt idx="69">
                  <c:v>2.5416499134700001</c:v>
                </c:pt>
                <c:pt idx="70">
                  <c:v>2.5853936068399999</c:v>
                </c:pt>
                <c:pt idx="71">
                  <c:v>2.6300857493300001</c:v>
                </c:pt>
                <c:pt idx="72">
                  <c:v>2.6739654695800001</c:v>
                </c:pt>
                <c:pt idx="73">
                  <c:v>2.7171596092799999</c:v>
                </c:pt>
                <c:pt idx="74">
                  <c:v>2.7624941001200001</c:v>
                </c:pt>
                <c:pt idx="75">
                  <c:v>2.8171990059100001</c:v>
                </c:pt>
                <c:pt idx="76">
                  <c:v>2.8726202939599998</c:v>
                </c:pt>
                <c:pt idx="77">
                  <c:v>2.9289653227899999</c:v>
                </c:pt>
                <c:pt idx="78">
                  <c:v>2.9859364200499998</c:v>
                </c:pt>
                <c:pt idx="79">
                  <c:v>3.0430149104000002</c:v>
                </c:pt>
                <c:pt idx="80">
                  <c:v>3.1101397718400001</c:v>
                </c:pt>
                <c:pt idx="81">
                  <c:v>3.1761281638000001</c:v>
                </c:pt>
                <c:pt idx="82">
                  <c:v>3.2405297423900001</c:v>
                </c:pt>
                <c:pt idx="83">
                  <c:v>3.3029249364200002</c:v>
                </c:pt>
                <c:pt idx="84">
                  <c:v>3.36313553917</c:v>
                </c:pt>
                <c:pt idx="85">
                  <c:v>3.4313293372599998</c:v>
                </c:pt>
                <c:pt idx="86">
                  <c:v>3.4957089310899998</c:v>
                </c:pt>
                <c:pt idx="87">
                  <c:v>3.5554155987899998</c:v>
                </c:pt>
                <c:pt idx="88">
                  <c:v>3.6097667597599998</c:v>
                </c:pt>
                <c:pt idx="89">
                  <c:v>3.6643477473199999</c:v>
                </c:pt>
                <c:pt idx="90">
                  <c:v>3.7182692080600002</c:v>
                </c:pt>
                <c:pt idx="91">
                  <c:v>3.7652148129</c:v>
                </c:pt>
                <c:pt idx="92">
                  <c:v>3.80534463018</c:v>
                </c:pt>
                <c:pt idx="93">
                  <c:v>3.8429682608700002</c:v>
                </c:pt>
                <c:pt idx="94">
                  <c:v>3.8822671785499998</c:v>
                </c:pt>
                <c:pt idx="95">
                  <c:v>3.9156031951800001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6-0C9E-495C-B6D4-3BAE447447CC}"/>
            </c:ext>
          </c:extLst>
        </c:ser>
        <c:ser>
          <c:idx val="7"/>
          <c:order val="7"/>
          <c:tx>
            <c:v>Run 8</c:v>
          </c:tx>
          <c:spPr>
            <a:ln w="10954">
              <a:solidFill>
                <a:srgbClr val="3E8C61"/>
              </a:solidFill>
              <a:prstDash val="solid"/>
            </a:ln>
          </c:spPr>
          <c:xVal>
            <c:numRef>
              <c:f>'Chart Data'!$O$2:$O$97</c:f>
              <c:numCache>
                <c:formatCode>General</c:formatCode>
                <c:ptCount val="96"/>
                <c:pt idx="0">
                  <c:v>0.01</c:v>
                </c:pt>
                <c:pt idx="1">
                  <c:v>1.2E-2</c:v>
                </c:pt>
                <c:pt idx="2">
                  <c:v>1.4E-2</c:v>
                </c:pt>
                <c:pt idx="3">
                  <c:v>1.6E-2</c:v>
                </c:pt>
                <c:pt idx="4">
                  <c:v>1.7999999999999999E-2</c:v>
                </c:pt>
                <c:pt idx="5">
                  <c:v>0.02</c:v>
                </c:pt>
                <c:pt idx="6">
                  <c:v>2.1999999999999999E-2</c:v>
                </c:pt>
                <c:pt idx="7">
                  <c:v>2.4E-2</c:v>
                </c:pt>
                <c:pt idx="8">
                  <c:v>2.5999999999999999E-2</c:v>
                </c:pt>
                <c:pt idx="9">
                  <c:v>2.8000000000000001E-2</c:v>
                </c:pt>
                <c:pt idx="10">
                  <c:v>0.03</c:v>
                </c:pt>
                <c:pt idx="11">
                  <c:v>3.2000000000000001E-2</c:v>
                </c:pt>
                <c:pt idx="12">
                  <c:v>3.4000000000000002E-2</c:v>
                </c:pt>
                <c:pt idx="13">
                  <c:v>3.5999999999999997E-2</c:v>
                </c:pt>
                <c:pt idx="14">
                  <c:v>3.7999999999999999E-2</c:v>
                </c:pt>
                <c:pt idx="15">
                  <c:v>0.04</c:v>
                </c:pt>
                <c:pt idx="16">
                  <c:v>4.2000000000000003E-2</c:v>
                </c:pt>
                <c:pt idx="17">
                  <c:v>4.3999999999999997E-2</c:v>
                </c:pt>
                <c:pt idx="18">
                  <c:v>4.5999999999999999E-2</c:v>
                </c:pt>
                <c:pt idx="19">
                  <c:v>4.8000000000000001E-2</c:v>
                </c:pt>
                <c:pt idx="20">
                  <c:v>0.05</c:v>
                </c:pt>
                <c:pt idx="21">
                  <c:v>5.1999999999999998E-2</c:v>
                </c:pt>
                <c:pt idx="22">
                  <c:v>5.3999999999999999E-2</c:v>
                </c:pt>
                <c:pt idx="23">
                  <c:v>5.6000000000000001E-2</c:v>
                </c:pt>
                <c:pt idx="24">
                  <c:v>5.8000000000000003E-2</c:v>
                </c:pt>
                <c:pt idx="25">
                  <c:v>0.06</c:v>
                </c:pt>
                <c:pt idx="26">
                  <c:v>6.2E-2</c:v>
                </c:pt>
                <c:pt idx="27">
                  <c:v>6.4000000000000001E-2</c:v>
                </c:pt>
                <c:pt idx="28">
                  <c:v>6.6000000000000003E-2</c:v>
                </c:pt>
                <c:pt idx="29">
                  <c:v>6.8000000000000005E-2</c:v>
                </c:pt>
                <c:pt idx="30">
                  <c:v>7.0000000000000007E-2</c:v>
                </c:pt>
                <c:pt idx="31">
                  <c:v>7.1999999999999995E-2</c:v>
                </c:pt>
                <c:pt idx="32">
                  <c:v>7.3999999999999996E-2</c:v>
                </c:pt>
                <c:pt idx="33">
                  <c:v>7.5999999999999998E-2</c:v>
                </c:pt>
                <c:pt idx="34">
                  <c:v>7.8E-2</c:v>
                </c:pt>
                <c:pt idx="35">
                  <c:v>0.08</c:v>
                </c:pt>
                <c:pt idx="36">
                  <c:v>8.2000000000000003E-2</c:v>
                </c:pt>
                <c:pt idx="37">
                  <c:v>8.4000000000000005E-2</c:v>
                </c:pt>
                <c:pt idx="38">
                  <c:v>8.5999999999999993E-2</c:v>
                </c:pt>
                <c:pt idx="39">
                  <c:v>8.7999999999999995E-2</c:v>
                </c:pt>
                <c:pt idx="40">
                  <c:v>0.09</c:v>
                </c:pt>
                <c:pt idx="41">
                  <c:v>9.1999999999999998E-2</c:v>
                </c:pt>
                <c:pt idx="42">
                  <c:v>9.4E-2</c:v>
                </c:pt>
                <c:pt idx="43">
                  <c:v>9.6000000000000002E-2</c:v>
                </c:pt>
                <c:pt idx="44">
                  <c:v>9.8000000000000004E-2</c:v>
                </c:pt>
                <c:pt idx="45">
                  <c:v>0.1</c:v>
                </c:pt>
                <c:pt idx="46">
                  <c:v>0.1</c:v>
                </c:pt>
                <c:pt idx="47">
                  <c:v>0.105</c:v>
                </c:pt>
                <c:pt idx="48">
                  <c:v>0.11</c:v>
                </c:pt>
                <c:pt idx="49">
                  <c:v>0.115</c:v>
                </c:pt>
                <c:pt idx="50">
                  <c:v>0.12</c:v>
                </c:pt>
                <c:pt idx="51">
                  <c:v>0.125</c:v>
                </c:pt>
                <c:pt idx="52">
                  <c:v>0.13</c:v>
                </c:pt>
                <c:pt idx="53">
                  <c:v>0.13500000000000001</c:v>
                </c:pt>
                <c:pt idx="54">
                  <c:v>0.14000000000000001</c:v>
                </c:pt>
                <c:pt idx="55">
                  <c:v>0.14499999999999999</c:v>
                </c:pt>
                <c:pt idx="56">
                  <c:v>0.15</c:v>
                </c:pt>
                <c:pt idx="57">
                  <c:v>0.155</c:v>
                </c:pt>
                <c:pt idx="58">
                  <c:v>0.16</c:v>
                </c:pt>
                <c:pt idx="59">
                  <c:v>0.16500000000000001</c:v>
                </c:pt>
                <c:pt idx="60">
                  <c:v>0.17</c:v>
                </c:pt>
                <c:pt idx="61">
                  <c:v>0.17499999999999999</c:v>
                </c:pt>
                <c:pt idx="62">
                  <c:v>0.18</c:v>
                </c:pt>
                <c:pt idx="63">
                  <c:v>0.185</c:v>
                </c:pt>
                <c:pt idx="64">
                  <c:v>0.19</c:v>
                </c:pt>
                <c:pt idx="65">
                  <c:v>0.19500000000000001</c:v>
                </c:pt>
                <c:pt idx="66">
                  <c:v>0.2</c:v>
                </c:pt>
                <c:pt idx="67">
                  <c:v>0.20499999999999999</c:v>
                </c:pt>
                <c:pt idx="68">
                  <c:v>0.21</c:v>
                </c:pt>
                <c:pt idx="69">
                  <c:v>0.215</c:v>
                </c:pt>
                <c:pt idx="70">
                  <c:v>0.22</c:v>
                </c:pt>
                <c:pt idx="71">
                  <c:v>0.22500000000000001</c:v>
                </c:pt>
                <c:pt idx="72">
                  <c:v>0.23</c:v>
                </c:pt>
                <c:pt idx="73">
                  <c:v>0.23499999999999999</c:v>
                </c:pt>
                <c:pt idx="74">
                  <c:v>0.24</c:v>
                </c:pt>
                <c:pt idx="75">
                  <c:v>0.245</c:v>
                </c:pt>
                <c:pt idx="76">
                  <c:v>0.25</c:v>
                </c:pt>
                <c:pt idx="77">
                  <c:v>0.255</c:v>
                </c:pt>
                <c:pt idx="78">
                  <c:v>0.26</c:v>
                </c:pt>
                <c:pt idx="79">
                  <c:v>0.26500000000000001</c:v>
                </c:pt>
                <c:pt idx="80">
                  <c:v>0.27</c:v>
                </c:pt>
                <c:pt idx="81">
                  <c:v>0.27500000000000002</c:v>
                </c:pt>
                <c:pt idx="82">
                  <c:v>0.28000000000000003</c:v>
                </c:pt>
                <c:pt idx="83">
                  <c:v>0.28499999999999998</c:v>
                </c:pt>
                <c:pt idx="84">
                  <c:v>0.28999999999999998</c:v>
                </c:pt>
                <c:pt idx="85">
                  <c:v>0.29499999999999998</c:v>
                </c:pt>
                <c:pt idx="86">
                  <c:v>0.3</c:v>
                </c:pt>
                <c:pt idx="87">
                  <c:v>0.30499999999999999</c:v>
                </c:pt>
                <c:pt idx="88">
                  <c:v>0.31</c:v>
                </c:pt>
                <c:pt idx="89">
                  <c:v>0.315</c:v>
                </c:pt>
                <c:pt idx="90">
                  <c:v>0.32</c:v>
                </c:pt>
                <c:pt idx="91">
                  <c:v>0.32500000000000001</c:v>
                </c:pt>
                <c:pt idx="92">
                  <c:v>0.33</c:v>
                </c:pt>
                <c:pt idx="93">
                  <c:v>0.33500000000000002</c:v>
                </c:pt>
                <c:pt idx="94">
                  <c:v>0.34</c:v>
                </c:pt>
                <c:pt idx="95">
                  <c:v>0.34499999999999997</c:v>
                </c:pt>
              </c:numCache>
            </c:numRef>
          </c:xVal>
          <c:yVal>
            <c:numRef>
              <c:f>'Chart Data'!$P$2:$P$97</c:f>
              <c:numCache>
                <c:formatCode>0</c:formatCode>
                <c:ptCount val="96"/>
                <c:pt idx="0">
                  <c:v>3.8592155820600001E-3</c:v>
                </c:pt>
                <c:pt idx="1">
                  <c:v>5.5662899713599997E-3</c:v>
                </c:pt>
                <c:pt idx="2">
                  <c:v>7.6646375490800004E-3</c:v>
                </c:pt>
                <c:pt idx="3">
                  <c:v>1.0104216061099999E-2</c:v>
                </c:pt>
                <c:pt idx="4">
                  <c:v>1.30861093845E-2</c:v>
                </c:pt>
                <c:pt idx="5">
                  <c:v>1.6514520318199999E-2</c:v>
                </c:pt>
                <c:pt idx="6">
                  <c:v>2.1109846220399998E-2</c:v>
                </c:pt>
                <c:pt idx="7">
                  <c:v>2.63173692445E-2</c:v>
                </c:pt>
                <c:pt idx="8">
                  <c:v>3.1661038874100003E-2</c:v>
                </c:pt>
                <c:pt idx="9">
                  <c:v>3.7947139826499998E-2</c:v>
                </c:pt>
                <c:pt idx="10">
                  <c:v>4.6074498935799998E-2</c:v>
                </c:pt>
                <c:pt idx="11">
                  <c:v>5.36830679576E-2</c:v>
                </c:pt>
                <c:pt idx="12">
                  <c:v>6.0711724709999998E-2</c:v>
                </c:pt>
                <c:pt idx="13">
                  <c:v>6.7782288954E-2</c:v>
                </c:pt>
                <c:pt idx="14">
                  <c:v>7.1046013822900003E-2</c:v>
                </c:pt>
                <c:pt idx="15">
                  <c:v>8.0542552681099999E-2</c:v>
                </c:pt>
                <c:pt idx="16">
                  <c:v>9.4370938877999994E-2</c:v>
                </c:pt>
                <c:pt idx="17">
                  <c:v>9.6063349241000004E-2</c:v>
                </c:pt>
                <c:pt idx="18">
                  <c:v>0.10148987147999999</c:v>
                </c:pt>
                <c:pt idx="19">
                  <c:v>0.10833687115899999</c:v>
                </c:pt>
                <c:pt idx="20">
                  <c:v>0.12748324043299999</c:v>
                </c:pt>
                <c:pt idx="21">
                  <c:v>0.142319146708</c:v>
                </c:pt>
                <c:pt idx="22">
                  <c:v>0.153892907775</c:v>
                </c:pt>
                <c:pt idx="23">
                  <c:v>0.15896221696999999</c:v>
                </c:pt>
                <c:pt idx="24">
                  <c:v>0.17246835959199999</c:v>
                </c:pt>
                <c:pt idx="25">
                  <c:v>0.18986880652800001</c:v>
                </c:pt>
                <c:pt idx="26">
                  <c:v>0.21022967111400001</c:v>
                </c:pt>
                <c:pt idx="27">
                  <c:v>0.216429946092</c:v>
                </c:pt>
                <c:pt idx="28">
                  <c:v>0.211901721105</c:v>
                </c:pt>
                <c:pt idx="29">
                  <c:v>0.215579696968</c:v>
                </c:pt>
                <c:pt idx="30">
                  <c:v>0.23659210451900001</c:v>
                </c:pt>
                <c:pt idx="31">
                  <c:v>0.26846711430999998</c:v>
                </c:pt>
                <c:pt idx="32">
                  <c:v>0.30264743250499998</c:v>
                </c:pt>
                <c:pt idx="33">
                  <c:v>0.34971294763999999</c:v>
                </c:pt>
                <c:pt idx="34">
                  <c:v>0.395382026439</c:v>
                </c:pt>
                <c:pt idx="35">
                  <c:v>0.41744754095199998</c:v>
                </c:pt>
                <c:pt idx="36">
                  <c:v>0.43611238221999998</c:v>
                </c:pt>
                <c:pt idx="37">
                  <c:v>0.44494399458700001</c:v>
                </c:pt>
                <c:pt idx="38">
                  <c:v>0.45985737720999997</c:v>
                </c:pt>
                <c:pt idx="39">
                  <c:v>0.46213301361100001</c:v>
                </c:pt>
                <c:pt idx="40">
                  <c:v>0.460545114368</c:v>
                </c:pt>
                <c:pt idx="41">
                  <c:v>0.49941655897499998</c:v>
                </c:pt>
                <c:pt idx="42">
                  <c:v>0.52550418075799998</c:v>
                </c:pt>
                <c:pt idx="43">
                  <c:v>0.58705462428400002</c:v>
                </c:pt>
                <c:pt idx="44">
                  <c:v>0.640389836391</c:v>
                </c:pt>
                <c:pt idx="45">
                  <c:v>0.66629288622100002</c:v>
                </c:pt>
                <c:pt idx="46">
                  <c:v>0.66629288622100002</c:v>
                </c:pt>
                <c:pt idx="47">
                  <c:v>0.77994257475100004</c:v>
                </c:pt>
                <c:pt idx="48">
                  <c:v>0.83961711011399998</c:v>
                </c:pt>
                <c:pt idx="49">
                  <c:v>0.94115295571400004</c:v>
                </c:pt>
                <c:pt idx="50">
                  <c:v>1.0820241588399999</c:v>
                </c:pt>
                <c:pt idx="51">
                  <c:v>1.3441152439799999</c:v>
                </c:pt>
                <c:pt idx="52">
                  <c:v>1.5438623572800001</c:v>
                </c:pt>
                <c:pt idx="53">
                  <c:v>1.61599690996</c:v>
                </c:pt>
                <c:pt idx="54">
                  <c:v>1.4939692205099999</c:v>
                </c:pt>
                <c:pt idx="55">
                  <c:v>1.60883194348</c:v>
                </c:pt>
                <c:pt idx="56">
                  <c:v>1.6648033820499999</c:v>
                </c:pt>
                <c:pt idx="57">
                  <c:v>1.5598539489000001</c:v>
                </c:pt>
                <c:pt idx="58">
                  <c:v>1.61012690457</c:v>
                </c:pt>
                <c:pt idx="59">
                  <c:v>2.0595463825699998</c:v>
                </c:pt>
                <c:pt idx="60">
                  <c:v>2.4333092966100001</c:v>
                </c:pt>
                <c:pt idx="61">
                  <c:v>2.5635594032400002</c:v>
                </c:pt>
                <c:pt idx="62">
                  <c:v>2.5419266410299999</c:v>
                </c:pt>
                <c:pt idx="63">
                  <c:v>2.5338348390899998</c:v>
                </c:pt>
                <c:pt idx="64">
                  <c:v>2.4931868318100001</c:v>
                </c:pt>
                <c:pt idx="65">
                  <c:v>2.5099308954400001</c:v>
                </c:pt>
                <c:pt idx="66">
                  <c:v>2.72076316262</c:v>
                </c:pt>
                <c:pt idx="67">
                  <c:v>2.91134119101</c:v>
                </c:pt>
                <c:pt idx="68">
                  <c:v>3.0515121822900002</c:v>
                </c:pt>
                <c:pt idx="69">
                  <c:v>3.1789600307699999</c:v>
                </c:pt>
                <c:pt idx="70">
                  <c:v>3.3530183761500001</c:v>
                </c:pt>
                <c:pt idx="71">
                  <c:v>3.62360541372</c:v>
                </c:pt>
                <c:pt idx="72">
                  <c:v>4.0282887974000001</c:v>
                </c:pt>
                <c:pt idx="73">
                  <c:v>4.50144850638</c:v>
                </c:pt>
                <c:pt idx="74">
                  <c:v>5.0071946669400003</c:v>
                </c:pt>
                <c:pt idx="75">
                  <c:v>5.4583218126500004</c:v>
                </c:pt>
                <c:pt idx="76">
                  <c:v>5.8192504668199998</c:v>
                </c:pt>
                <c:pt idx="77">
                  <c:v>6.0629030327900004</c:v>
                </c:pt>
                <c:pt idx="78">
                  <c:v>6.1711637906799997</c:v>
                </c:pt>
                <c:pt idx="79">
                  <c:v>6.1588422122599997</c:v>
                </c:pt>
                <c:pt idx="80">
                  <c:v>6.0667826905200002</c:v>
                </c:pt>
                <c:pt idx="81">
                  <c:v>5.9399529829800004</c:v>
                </c:pt>
                <c:pt idx="82">
                  <c:v>5.83359849025</c:v>
                </c:pt>
                <c:pt idx="83">
                  <c:v>5.7861248710000002</c:v>
                </c:pt>
                <c:pt idx="84">
                  <c:v>5.8097551357499997</c:v>
                </c:pt>
                <c:pt idx="85">
                  <c:v>5.8957255980700003</c:v>
                </c:pt>
                <c:pt idx="86">
                  <c:v>6.0204216686600001</c:v>
                </c:pt>
                <c:pt idx="87">
                  <c:v>6.1557509010200002</c:v>
                </c:pt>
                <c:pt idx="88">
                  <c:v>6.3269325113799999</c:v>
                </c:pt>
                <c:pt idx="89">
                  <c:v>6.7023094260000002</c:v>
                </c:pt>
                <c:pt idx="90">
                  <c:v>6.8249100908599996</c:v>
                </c:pt>
                <c:pt idx="91">
                  <c:v>6.7112409632199999</c:v>
                </c:pt>
                <c:pt idx="92">
                  <c:v>6.7856037349799996</c:v>
                </c:pt>
                <c:pt idx="93">
                  <c:v>6.82996006701</c:v>
                </c:pt>
                <c:pt idx="94">
                  <c:v>6.8447667698999997</c:v>
                </c:pt>
                <c:pt idx="95">
                  <c:v>6.8448984851099999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7-0C9E-495C-B6D4-3BAE447447CC}"/>
            </c:ext>
          </c:extLst>
        </c:ser>
        <c:ser>
          <c:idx val="8"/>
          <c:order val="8"/>
          <c:tx>
            <c:v>Run 9</c:v>
          </c:tx>
          <c:spPr>
            <a:ln w="10954">
              <a:solidFill>
                <a:srgbClr val="276B8E"/>
              </a:solidFill>
              <a:prstDash val="solid"/>
            </a:ln>
          </c:spPr>
          <c:xVal>
            <c:numRef>
              <c:f>'Chart Data'!$Q$2:$Q$97</c:f>
              <c:numCache>
                <c:formatCode>General</c:formatCode>
                <c:ptCount val="96"/>
                <c:pt idx="0">
                  <c:v>0.01</c:v>
                </c:pt>
                <c:pt idx="1">
                  <c:v>1.2E-2</c:v>
                </c:pt>
                <c:pt idx="2">
                  <c:v>1.4E-2</c:v>
                </c:pt>
                <c:pt idx="3">
                  <c:v>1.6E-2</c:v>
                </c:pt>
                <c:pt idx="4">
                  <c:v>1.7999999999999999E-2</c:v>
                </c:pt>
                <c:pt idx="5">
                  <c:v>0.02</c:v>
                </c:pt>
                <c:pt idx="6">
                  <c:v>2.1999999999999999E-2</c:v>
                </c:pt>
                <c:pt idx="7">
                  <c:v>2.4E-2</c:v>
                </c:pt>
                <c:pt idx="8">
                  <c:v>2.5999999999999999E-2</c:v>
                </c:pt>
                <c:pt idx="9">
                  <c:v>2.8000000000000001E-2</c:v>
                </c:pt>
                <c:pt idx="10">
                  <c:v>0.03</c:v>
                </c:pt>
                <c:pt idx="11">
                  <c:v>3.2000000000000001E-2</c:v>
                </c:pt>
                <c:pt idx="12">
                  <c:v>3.4000000000000002E-2</c:v>
                </c:pt>
                <c:pt idx="13">
                  <c:v>3.5999999999999997E-2</c:v>
                </c:pt>
                <c:pt idx="14">
                  <c:v>3.7999999999999999E-2</c:v>
                </c:pt>
                <c:pt idx="15">
                  <c:v>0.04</c:v>
                </c:pt>
                <c:pt idx="16">
                  <c:v>4.2000000000000003E-2</c:v>
                </c:pt>
                <c:pt idx="17">
                  <c:v>4.3999999999999997E-2</c:v>
                </c:pt>
                <c:pt idx="18">
                  <c:v>4.5999999999999999E-2</c:v>
                </c:pt>
                <c:pt idx="19">
                  <c:v>4.8000000000000001E-2</c:v>
                </c:pt>
                <c:pt idx="20">
                  <c:v>0.05</c:v>
                </c:pt>
                <c:pt idx="21">
                  <c:v>5.1999999999999998E-2</c:v>
                </c:pt>
                <c:pt idx="22">
                  <c:v>5.3999999999999999E-2</c:v>
                </c:pt>
                <c:pt idx="23">
                  <c:v>5.6000000000000001E-2</c:v>
                </c:pt>
                <c:pt idx="24">
                  <c:v>5.8000000000000003E-2</c:v>
                </c:pt>
                <c:pt idx="25">
                  <c:v>0.06</c:v>
                </c:pt>
                <c:pt idx="26">
                  <c:v>6.2E-2</c:v>
                </c:pt>
                <c:pt idx="27">
                  <c:v>6.4000000000000001E-2</c:v>
                </c:pt>
                <c:pt idx="28">
                  <c:v>6.6000000000000003E-2</c:v>
                </c:pt>
                <c:pt idx="29">
                  <c:v>6.8000000000000005E-2</c:v>
                </c:pt>
                <c:pt idx="30">
                  <c:v>7.0000000000000007E-2</c:v>
                </c:pt>
                <c:pt idx="31">
                  <c:v>7.1999999999999995E-2</c:v>
                </c:pt>
                <c:pt idx="32">
                  <c:v>7.3999999999999996E-2</c:v>
                </c:pt>
                <c:pt idx="33">
                  <c:v>7.5999999999999998E-2</c:v>
                </c:pt>
                <c:pt idx="34">
                  <c:v>7.8E-2</c:v>
                </c:pt>
                <c:pt idx="35">
                  <c:v>0.08</c:v>
                </c:pt>
                <c:pt idx="36">
                  <c:v>8.2000000000000003E-2</c:v>
                </c:pt>
                <c:pt idx="37">
                  <c:v>8.4000000000000005E-2</c:v>
                </c:pt>
                <c:pt idx="38">
                  <c:v>8.5999999999999993E-2</c:v>
                </c:pt>
                <c:pt idx="39">
                  <c:v>8.7999999999999995E-2</c:v>
                </c:pt>
                <c:pt idx="40">
                  <c:v>0.09</c:v>
                </c:pt>
                <c:pt idx="41">
                  <c:v>9.1999999999999998E-2</c:v>
                </c:pt>
                <c:pt idx="42">
                  <c:v>9.4E-2</c:v>
                </c:pt>
                <c:pt idx="43">
                  <c:v>9.6000000000000002E-2</c:v>
                </c:pt>
                <c:pt idx="44">
                  <c:v>9.8000000000000004E-2</c:v>
                </c:pt>
                <c:pt idx="45">
                  <c:v>0.1</c:v>
                </c:pt>
                <c:pt idx="46">
                  <c:v>0.1</c:v>
                </c:pt>
                <c:pt idx="47">
                  <c:v>0.105</c:v>
                </c:pt>
                <c:pt idx="48">
                  <c:v>0.11</c:v>
                </c:pt>
                <c:pt idx="49">
                  <c:v>0.115</c:v>
                </c:pt>
                <c:pt idx="50">
                  <c:v>0.12</c:v>
                </c:pt>
                <c:pt idx="51">
                  <c:v>0.125</c:v>
                </c:pt>
                <c:pt idx="52">
                  <c:v>0.13</c:v>
                </c:pt>
                <c:pt idx="53">
                  <c:v>0.13500000000000001</c:v>
                </c:pt>
                <c:pt idx="54">
                  <c:v>0.14000000000000001</c:v>
                </c:pt>
                <c:pt idx="55">
                  <c:v>0.14499999999999999</c:v>
                </c:pt>
                <c:pt idx="56">
                  <c:v>0.15</c:v>
                </c:pt>
                <c:pt idx="57">
                  <c:v>0.155</c:v>
                </c:pt>
                <c:pt idx="58">
                  <c:v>0.16</c:v>
                </c:pt>
                <c:pt idx="59">
                  <c:v>0.16500000000000001</c:v>
                </c:pt>
                <c:pt idx="60">
                  <c:v>0.17</c:v>
                </c:pt>
                <c:pt idx="61">
                  <c:v>0.17499999999999999</c:v>
                </c:pt>
                <c:pt idx="62">
                  <c:v>0.18</c:v>
                </c:pt>
                <c:pt idx="63">
                  <c:v>0.185</c:v>
                </c:pt>
                <c:pt idx="64">
                  <c:v>0.19</c:v>
                </c:pt>
                <c:pt idx="65">
                  <c:v>0.19500000000000001</c:v>
                </c:pt>
                <c:pt idx="66">
                  <c:v>0.2</c:v>
                </c:pt>
                <c:pt idx="67">
                  <c:v>0.20499999999999999</c:v>
                </c:pt>
                <c:pt idx="68">
                  <c:v>0.21</c:v>
                </c:pt>
                <c:pt idx="69">
                  <c:v>0.215</c:v>
                </c:pt>
                <c:pt idx="70">
                  <c:v>0.22</c:v>
                </c:pt>
                <c:pt idx="71">
                  <c:v>0.22500000000000001</c:v>
                </c:pt>
                <c:pt idx="72">
                  <c:v>0.23</c:v>
                </c:pt>
                <c:pt idx="73">
                  <c:v>0.23499999999999999</c:v>
                </c:pt>
                <c:pt idx="74">
                  <c:v>0.24</c:v>
                </c:pt>
                <c:pt idx="75">
                  <c:v>0.245</c:v>
                </c:pt>
                <c:pt idx="76">
                  <c:v>0.25</c:v>
                </c:pt>
                <c:pt idx="77">
                  <c:v>0.255</c:v>
                </c:pt>
                <c:pt idx="78">
                  <c:v>0.26</c:v>
                </c:pt>
                <c:pt idx="79">
                  <c:v>0.26500000000000001</c:v>
                </c:pt>
                <c:pt idx="80">
                  <c:v>0.27</c:v>
                </c:pt>
                <c:pt idx="81">
                  <c:v>0.27500000000000002</c:v>
                </c:pt>
                <c:pt idx="82">
                  <c:v>0.28000000000000003</c:v>
                </c:pt>
                <c:pt idx="83">
                  <c:v>0.28499999999999998</c:v>
                </c:pt>
                <c:pt idx="84">
                  <c:v>0.28999999999999998</c:v>
                </c:pt>
                <c:pt idx="85">
                  <c:v>0.29499999999999998</c:v>
                </c:pt>
                <c:pt idx="86">
                  <c:v>0.3</c:v>
                </c:pt>
                <c:pt idx="87">
                  <c:v>0.30499999999999999</c:v>
                </c:pt>
                <c:pt idx="88">
                  <c:v>0.31</c:v>
                </c:pt>
                <c:pt idx="89">
                  <c:v>0.315</c:v>
                </c:pt>
                <c:pt idx="90">
                  <c:v>0.32</c:v>
                </c:pt>
                <c:pt idx="91">
                  <c:v>0.32500000000000001</c:v>
                </c:pt>
                <c:pt idx="92">
                  <c:v>0.33</c:v>
                </c:pt>
                <c:pt idx="93">
                  <c:v>0.33500000000000002</c:v>
                </c:pt>
                <c:pt idx="94">
                  <c:v>0.34</c:v>
                </c:pt>
                <c:pt idx="95">
                  <c:v>0.34499999999999997</c:v>
                </c:pt>
              </c:numCache>
            </c:numRef>
          </c:xVal>
          <c:yVal>
            <c:numRef>
              <c:f>'Chart Data'!$R$2:$R$97</c:f>
              <c:numCache>
                <c:formatCode>0</c:formatCode>
                <c:ptCount val="96"/>
                <c:pt idx="0">
                  <c:v>5.7689742324999998E-3</c:v>
                </c:pt>
                <c:pt idx="1">
                  <c:v>8.3254675718799995E-3</c:v>
                </c:pt>
                <c:pt idx="2">
                  <c:v>1.1369399650000001E-2</c:v>
                </c:pt>
                <c:pt idx="3">
                  <c:v>1.4928065539599999E-2</c:v>
                </c:pt>
                <c:pt idx="4">
                  <c:v>1.9022855784600001E-2</c:v>
                </c:pt>
                <c:pt idx="5">
                  <c:v>2.3776769169100001E-2</c:v>
                </c:pt>
                <c:pt idx="6">
                  <c:v>2.94745844079E-2</c:v>
                </c:pt>
                <c:pt idx="7">
                  <c:v>3.54846469931E-2</c:v>
                </c:pt>
                <c:pt idx="8">
                  <c:v>4.1276351003399998E-2</c:v>
                </c:pt>
                <c:pt idx="9">
                  <c:v>4.85443959573E-2</c:v>
                </c:pt>
                <c:pt idx="10">
                  <c:v>5.6646627877100002E-2</c:v>
                </c:pt>
                <c:pt idx="11">
                  <c:v>6.3909085217099995E-2</c:v>
                </c:pt>
                <c:pt idx="12">
                  <c:v>7.4337985793200001E-2</c:v>
                </c:pt>
                <c:pt idx="13">
                  <c:v>8.6419924717200003E-2</c:v>
                </c:pt>
                <c:pt idx="14">
                  <c:v>9.6840984285699996E-2</c:v>
                </c:pt>
                <c:pt idx="15">
                  <c:v>0.105358290873</c:v>
                </c:pt>
                <c:pt idx="16">
                  <c:v>0.115547260065</c:v>
                </c:pt>
                <c:pt idx="17">
                  <c:v>0.13059574911499999</c:v>
                </c:pt>
                <c:pt idx="18">
                  <c:v>0.146332295448</c:v>
                </c:pt>
                <c:pt idx="19">
                  <c:v>0.15661825339800001</c:v>
                </c:pt>
                <c:pt idx="20">
                  <c:v>0.16193739766199999</c:v>
                </c:pt>
                <c:pt idx="21">
                  <c:v>0.16648693896799999</c:v>
                </c:pt>
                <c:pt idx="22">
                  <c:v>0.185450681423</c:v>
                </c:pt>
                <c:pt idx="23">
                  <c:v>0.22343051190499999</c:v>
                </c:pt>
                <c:pt idx="24">
                  <c:v>0.26496299551699998</c:v>
                </c:pt>
                <c:pt idx="25">
                  <c:v>0.311352022984</c:v>
                </c:pt>
                <c:pt idx="26">
                  <c:v>0.35615207636700003</c:v>
                </c:pt>
                <c:pt idx="27">
                  <c:v>0.395670366803</c:v>
                </c:pt>
                <c:pt idx="28">
                  <c:v>0.43743321931099999</c:v>
                </c:pt>
                <c:pt idx="29">
                  <c:v>0.469669247761</c:v>
                </c:pt>
                <c:pt idx="30">
                  <c:v>0.49954737415299999</c:v>
                </c:pt>
                <c:pt idx="31">
                  <c:v>0.528465289457</c:v>
                </c:pt>
                <c:pt idx="32">
                  <c:v>0.55090527567699998</c:v>
                </c:pt>
                <c:pt idx="33">
                  <c:v>0.57055447079900001</c:v>
                </c:pt>
                <c:pt idx="34">
                  <c:v>0.59122524929099995</c:v>
                </c:pt>
                <c:pt idx="35">
                  <c:v>0.61721930168500005</c:v>
                </c:pt>
                <c:pt idx="36">
                  <c:v>0.65050707465500002</c:v>
                </c:pt>
                <c:pt idx="37">
                  <c:v>0.69059429632699998</c:v>
                </c:pt>
                <c:pt idx="38">
                  <c:v>0.738011287435</c:v>
                </c:pt>
                <c:pt idx="39">
                  <c:v>0.79302346202399998</c:v>
                </c:pt>
                <c:pt idx="40">
                  <c:v>0.85557629046799999</c:v>
                </c:pt>
                <c:pt idx="41">
                  <c:v>0.92442138326300005</c:v>
                </c:pt>
                <c:pt idx="42">
                  <c:v>0.99710244857300001</c:v>
                </c:pt>
                <c:pt idx="43">
                  <c:v>1.07094299549</c:v>
                </c:pt>
                <c:pt idx="44">
                  <c:v>1.14385843992</c:v>
                </c:pt>
                <c:pt idx="45">
                  <c:v>1.2168056626899999</c:v>
                </c:pt>
                <c:pt idx="46">
                  <c:v>1.2168056626899999</c:v>
                </c:pt>
                <c:pt idx="47">
                  <c:v>1.42280129046</c:v>
                </c:pt>
                <c:pt idx="48">
                  <c:v>1.61499104174</c:v>
                </c:pt>
                <c:pt idx="49">
                  <c:v>1.81587478118</c:v>
                </c:pt>
                <c:pt idx="50">
                  <c:v>1.99771917929</c:v>
                </c:pt>
                <c:pt idx="51">
                  <c:v>2.1392686305100002</c:v>
                </c:pt>
                <c:pt idx="52">
                  <c:v>2.2782080037500001</c:v>
                </c:pt>
                <c:pt idx="53">
                  <c:v>2.3829036105600001</c:v>
                </c:pt>
                <c:pt idx="54">
                  <c:v>2.5206033584699998</c:v>
                </c:pt>
                <c:pt idx="55">
                  <c:v>2.6392865155699998</c:v>
                </c:pt>
                <c:pt idx="56">
                  <c:v>2.8322381072899998</c:v>
                </c:pt>
                <c:pt idx="57">
                  <c:v>2.9860581424000001</c:v>
                </c:pt>
                <c:pt idx="58">
                  <c:v>3.0780328313599998</c:v>
                </c:pt>
                <c:pt idx="59">
                  <c:v>3.0868329945699999</c:v>
                </c:pt>
                <c:pt idx="60">
                  <c:v>3.0381114419699999</c:v>
                </c:pt>
                <c:pt idx="61">
                  <c:v>2.9652877199900001</c:v>
                </c:pt>
                <c:pt idx="62">
                  <c:v>2.8837531385899999</c:v>
                </c:pt>
                <c:pt idx="63">
                  <c:v>2.8757445281899998</c:v>
                </c:pt>
                <c:pt idx="64">
                  <c:v>2.8857049127300001</c:v>
                </c:pt>
                <c:pt idx="65">
                  <c:v>2.8816296062300002</c:v>
                </c:pt>
                <c:pt idx="66">
                  <c:v>2.8759904035399999</c:v>
                </c:pt>
                <c:pt idx="67">
                  <c:v>2.8942605583400001</c:v>
                </c:pt>
                <c:pt idx="68">
                  <c:v>2.9291285597300001</c:v>
                </c:pt>
                <c:pt idx="69">
                  <c:v>2.9652582323800001</c:v>
                </c:pt>
                <c:pt idx="70">
                  <c:v>3.0162925413099999</c:v>
                </c:pt>
                <c:pt idx="71">
                  <c:v>3.0684333742200001</c:v>
                </c:pt>
                <c:pt idx="72">
                  <c:v>3.1196263811799998</c:v>
                </c:pt>
                <c:pt idx="73">
                  <c:v>3.1700195441600001</c:v>
                </c:pt>
                <c:pt idx="74">
                  <c:v>3.22290978347</c:v>
                </c:pt>
                <c:pt idx="75">
                  <c:v>3.2867321735599999</c:v>
                </c:pt>
                <c:pt idx="76">
                  <c:v>3.3513903429499998</c:v>
                </c:pt>
                <c:pt idx="77">
                  <c:v>3.4171262099300002</c:v>
                </c:pt>
                <c:pt idx="78">
                  <c:v>3.4835924900599999</c:v>
                </c:pt>
                <c:pt idx="79">
                  <c:v>3.55018406213</c:v>
                </c:pt>
                <c:pt idx="80">
                  <c:v>3.62849640048</c:v>
                </c:pt>
                <c:pt idx="81">
                  <c:v>3.7054828577699999</c:v>
                </c:pt>
                <c:pt idx="82">
                  <c:v>3.7806180327900001</c:v>
                </c:pt>
                <c:pt idx="83">
                  <c:v>3.8534124258300002</c:v>
                </c:pt>
                <c:pt idx="84">
                  <c:v>3.9236581290300001</c:v>
                </c:pt>
                <c:pt idx="85">
                  <c:v>4.0032175601400004</c:v>
                </c:pt>
                <c:pt idx="86">
                  <c:v>4.0783270862699998</c:v>
                </c:pt>
                <c:pt idx="87">
                  <c:v>4.1479848652599998</c:v>
                </c:pt>
                <c:pt idx="88">
                  <c:v>4.2113945530499999</c:v>
                </c:pt>
                <c:pt idx="89">
                  <c:v>4.2750723718800003</c:v>
                </c:pt>
                <c:pt idx="90">
                  <c:v>4.3379807427400001</c:v>
                </c:pt>
                <c:pt idx="91">
                  <c:v>4.3927506150499998</c:v>
                </c:pt>
                <c:pt idx="92">
                  <c:v>4.43956873521</c:v>
                </c:pt>
                <c:pt idx="93">
                  <c:v>4.4834629710099998</c:v>
                </c:pt>
                <c:pt idx="94">
                  <c:v>4.5293117083099999</c:v>
                </c:pt>
                <c:pt idx="95">
                  <c:v>4.5682037277100003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8-0C9E-495C-B6D4-3BAE447447CC}"/>
            </c:ext>
          </c:extLst>
        </c:ser>
        <c:ser>
          <c:idx val="9"/>
          <c:order val="9"/>
          <c:tx>
            <c:v>Run 10</c:v>
          </c:tx>
          <c:spPr>
            <a:ln w="10954">
              <a:solidFill>
                <a:srgbClr val="276B8E"/>
              </a:solidFill>
              <a:prstDash val="solid"/>
            </a:ln>
          </c:spPr>
          <c:xVal>
            <c:numRef>
              <c:f>'Chart Data'!$S$2:$S$97</c:f>
              <c:numCache>
                <c:formatCode>General</c:formatCode>
                <c:ptCount val="96"/>
                <c:pt idx="0">
                  <c:v>0.01</c:v>
                </c:pt>
                <c:pt idx="1">
                  <c:v>1.2E-2</c:v>
                </c:pt>
                <c:pt idx="2">
                  <c:v>1.4E-2</c:v>
                </c:pt>
                <c:pt idx="3">
                  <c:v>1.6E-2</c:v>
                </c:pt>
                <c:pt idx="4">
                  <c:v>1.7999999999999999E-2</c:v>
                </c:pt>
                <c:pt idx="5">
                  <c:v>0.02</c:v>
                </c:pt>
                <c:pt idx="6">
                  <c:v>2.1999999999999999E-2</c:v>
                </c:pt>
                <c:pt idx="7">
                  <c:v>2.4E-2</c:v>
                </c:pt>
                <c:pt idx="8">
                  <c:v>2.5999999999999999E-2</c:v>
                </c:pt>
                <c:pt idx="9">
                  <c:v>2.8000000000000001E-2</c:v>
                </c:pt>
                <c:pt idx="10">
                  <c:v>0.03</c:v>
                </c:pt>
                <c:pt idx="11">
                  <c:v>3.2000000000000001E-2</c:v>
                </c:pt>
                <c:pt idx="12">
                  <c:v>3.4000000000000002E-2</c:v>
                </c:pt>
                <c:pt idx="13">
                  <c:v>3.5999999999999997E-2</c:v>
                </c:pt>
                <c:pt idx="14">
                  <c:v>3.7999999999999999E-2</c:v>
                </c:pt>
                <c:pt idx="15">
                  <c:v>0.04</c:v>
                </c:pt>
                <c:pt idx="16">
                  <c:v>4.2000000000000003E-2</c:v>
                </c:pt>
                <c:pt idx="17">
                  <c:v>4.3999999999999997E-2</c:v>
                </c:pt>
                <c:pt idx="18">
                  <c:v>4.5999999999999999E-2</c:v>
                </c:pt>
                <c:pt idx="19">
                  <c:v>4.8000000000000001E-2</c:v>
                </c:pt>
                <c:pt idx="20">
                  <c:v>0.05</c:v>
                </c:pt>
                <c:pt idx="21">
                  <c:v>5.1999999999999998E-2</c:v>
                </c:pt>
                <c:pt idx="22">
                  <c:v>5.3999999999999999E-2</c:v>
                </c:pt>
                <c:pt idx="23">
                  <c:v>5.6000000000000001E-2</c:v>
                </c:pt>
                <c:pt idx="24">
                  <c:v>5.8000000000000003E-2</c:v>
                </c:pt>
                <c:pt idx="25">
                  <c:v>0.06</c:v>
                </c:pt>
                <c:pt idx="26">
                  <c:v>6.2E-2</c:v>
                </c:pt>
                <c:pt idx="27">
                  <c:v>6.4000000000000001E-2</c:v>
                </c:pt>
                <c:pt idx="28">
                  <c:v>6.6000000000000003E-2</c:v>
                </c:pt>
                <c:pt idx="29">
                  <c:v>6.8000000000000005E-2</c:v>
                </c:pt>
                <c:pt idx="30">
                  <c:v>7.0000000000000007E-2</c:v>
                </c:pt>
                <c:pt idx="31">
                  <c:v>7.1999999999999995E-2</c:v>
                </c:pt>
                <c:pt idx="32">
                  <c:v>7.3999999999999996E-2</c:v>
                </c:pt>
                <c:pt idx="33">
                  <c:v>7.5999999999999998E-2</c:v>
                </c:pt>
                <c:pt idx="34">
                  <c:v>7.8E-2</c:v>
                </c:pt>
                <c:pt idx="35">
                  <c:v>0.08</c:v>
                </c:pt>
                <c:pt idx="36">
                  <c:v>8.2000000000000003E-2</c:v>
                </c:pt>
                <c:pt idx="37">
                  <c:v>8.4000000000000005E-2</c:v>
                </c:pt>
                <c:pt idx="38">
                  <c:v>8.5999999999999993E-2</c:v>
                </c:pt>
                <c:pt idx="39">
                  <c:v>8.7999999999999995E-2</c:v>
                </c:pt>
                <c:pt idx="40">
                  <c:v>0.09</c:v>
                </c:pt>
                <c:pt idx="41">
                  <c:v>9.1999999999999998E-2</c:v>
                </c:pt>
                <c:pt idx="42">
                  <c:v>9.4E-2</c:v>
                </c:pt>
                <c:pt idx="43">
                  <c:v>9.6000000000000002E-2</c:v>
                </c:pt>
                <c:pt idx="44">
                  <c:v>9.8000000000000004E-2</c:v>
                </c:pt>
                <c:pt idx="45">
                  <c:v>0.1</c:v>
                </c:pt>
                <c:pt idx="46">
                  <c:v>0.1</c:v>
                </c:pt>
                <c:pt idx="47">
                  <c:v>0.105</c:v>
                </c:pt>
                <c:pt idx="48">
                  <c:v>0.11</c:v>
                </c:pt>
                <c:pt idx="49">
                  <c:v>0.115</c:v>
                </c:pt>
                <c:pt idx="50">
                  <c:v>0.12</c:v>
                </c:pt>
                <c:pt idx="51">
                  <c:v>0.125</c:v>
                </c:pt>
                <c:pt idx="52">
                  <c:v>0.13</c:v>
                </c:pt>
                <c:pt idx="53">
                  <c:v>0.13500000000000001</c:v>
                </c:pt>
                <c:pt idx="54">
                  <c:v>0.14000000000000001</c:v>
                </c:pt>
                <c:pt idx="55">
                  <c:v>0.14499999999999999</c:v>
                </c:pt>
                <c:pt idx="56">
                  <c:v>0.15</c:v>
                </c:pt>
                <c:pt idx="57">
                  <c:v>0.155</c:v>
                </c:pt>
                <c:pt idx="58">
                  <c:v>0.16</c:v>
                </c:pt>
                <c:pt idx="59">
                  <c:v>0.16500000000000001</c:v>
                </c:pt>
                <c:pt idx="60">
                  <c:v>0.17</c:v>
                </c:pt>
                <c:pt idx="61">
                  <c:v>0.17499999999999999</c:v>
                </c:pt>
                <c:pt idx="62">
                  <c:v>0.18</c:v>
                </c:pt>
                <c:pt idx="63">
                  <c:v>0.185</c:v>
                </c:pt>
                <c:pt idx="64">
                  <c:v>0.19</c:v>
                </c:pt>
                <c:pt idx="65">
                  <c:v>0.19500000000000001</c:v>
                </c:pt>
                <c:pt idx="66">
                  <c:v>0.2</c:v>
                </c:pt>
                <c:pt idx="67">
                  <c:v>0.20499999999999999</c:v>
                </c:pt>
                <c:pt idx="68">
                  <c:v>0.21</c:v>
                </c:pt>
                <c:pt idx="69">
                  <c:v>0.215</c:v>
                </c:pt>
                <c:pt idx="70">
                  <c:v>0.22</c:v>
                </c:pt>
                <c:pt idx="71">
                  <c:v>0.22500000000000001</c:v>
                </c:pt>
                <c:pt idx="72">
                  <c:v>0.23</c:v>
                </c:pt>
                <c:pt idx="73">
                  <c:v>0.23499999999999999</c:v>
                </c:pt>
                <c:pt idx="74">
                  <c:v>0.24</c:v>
                </c:pt>
                <c:pt idx="75">
                  <c:v>0.245</c:v>
                </c:pt>
                <c:pt idx="76">
                  <c:v>0.25</c:v>
                </c:pt>
                <c:pt idx="77">
                  <c:v>0.255</c:v>
                </c:pt>
                <c:pt idx="78">
                  <c:v>0.26</c:v>
                </c:pt>
                <c:pt idx="79">
                  <c:v>0.26500000000000001</c:v>
                </c:pt>
                <c:pt idx="80">
                  <c:v>0.27</c:v>
                </c:pt>
                <c:pt idx="81">
                  <c:v>0.27500000000000002</c:v>
                </c:pt>
                <c:pt idx="82">
                  <c:v>0.28000000000000003</c:v>
                </c:pt>
                <c:pt idx="83">
                  <c:v>0.28499999999999998</c:v>
                </c:pt>
                <c:pt idx="84">
                  <c:v>0.28999999999999998</c:v>
                </c:pt>
                <c:pt idx="85">
                  <c:v>0.29499999999999998</c:v>
                </c:pt>
                <c:pt idx="86">
                  <c:v>0.3</c:v>
                </c:pt>
                <c:pt idx="87">
                  <c:v>0.30499999999999999</c:v>
                </c:pt>
                <c:pt idx="88">
                  <c:v>0.31</c:v>
                </c:pt>
                <c:pt idx="89">
                  <c:v>0.315</c:v>
                </c:pt>
                <c:pt idx="90">
                  <c:v>0.32</c:v>
                </c:pt>
                <c:pt idx="91">
                  <c:v>0.32500000000000001</c:v>
                </c:pt>
                <c:pt idx="92">
                  <c:v>0.33</c:v>
                </c:pt>
                <c:pt idx="93">
                  <c:v>0.33500000000000002</c:v>
                </c:pt>
                <c:pt idx="94">
                  <c:v>0.34</c:v>
                </c:pt>
                <c:pt idx="95">
                  <c:v>0.34499999999999997</c:v>
                </c:pt>
              </c:numCache>
            </c:numRef>
          </c:xVal>
          <c:yVal>
            <c:numRef>
              <c:f>'Chart Data'!$T$2:$T$97</c:f>
              <c:numCache>
                <c:formatCode>0</c:formatCode>
                <c:ptCount val="96"/>
                <c:pt idx="0">
                  <c:v>6.5931134085700002E-3</c:v>
                </c:pt>
                <c:pt idx="1">
                  <c:v>9.5148200821500006E-3</c:v>
                </c:pt>
                <c:pt idx="2">
                  <c:v>1.2993599600000001E-2</c:v>
                </c:pt>
                <c:pt idx="3">
                  <c:v>1.7060646331E-2</c:v>
                </c:pt>
                <c:pt idx="4">
                  <c:v>2.1740406610900001E-2</c:v>
                </c:pt>
                <c:pt idx="5">
                  <c:v>2.7173450479000001E-2</c:v>
                </c:pt>
                <c:pt idx="6">
                  <c:v>3.36852393234E-2</c:v>
                </c:pt>
                <c:pt idx="7">
                  <c:v>4.0553882277799998E-2</c:v>
                </c:pt>
                <c:pt idx="8">
                  <c:v>4.7172972575300003E-2</c:v>
                </c:pt>
                <c:pt idx="9">
                  <c:v>5.54793096655E-2</c:v>
                </c:pt>
                <c:pt idx="10">
                  <c:v>6.4739003288100005E-2</c:v>
                </c:pt>
                <c:pt idx="11">
                  <c:v>7.3038954533799993E-2</c:v>
                </c:pt>
                <c:pt idx="12">
                  <c:v>8.4957698049300007E-2</c:v>
                </c:pt>
                <c:pt idx="13">
                  <c:v>9.8765628248199996E-2</c:v>
                </c:pt>
                <c:pt idx="14">
                  <c:v>0.11067541061199999</c:v>
                </c:pt>
                <c:pt idx="15">
                  <c:v>0.120409475283</c:v>
                </c:pt>
                <c:pt idx="16">
                  <c:v>0.132054011503</c:v>
                </c:pt>
                <c:pt idx="17">
                  <c:v>0.149252284703</c:v>
                </c:pt>
                <c:pt idx="18">
                  <c:v>0.16723690908399999</c:v>
                </c:pt>
                <c:pt idx="19">
                  <c:v>0.17899228959800001</c:v>
                </c:pt>
                <c:pt idx="20">
                  <c:v>0.18507131161400001</c:v>
                </c:pt>
                <c:pt idx="21">
                  <c:v>0.19027078739200001</c:v>
                </c:pt>
                <c:pt idx="22">
                  <c:v>0.21194363591199999</c:v>
                </c:pt>
                <c:pt idx="23">
                  <c:v>0.25534915646299999</c:v>
                </c:pt>
                <c:pt idx="24">
                  <c:v>0.30281485201899999</c:v>
                </c:pt>
                <c:pt idx="25">
                  <c:v>0.355830883411</c:v>
                </c:pt>
                <c:pt idx="26">
                  <c:v>0.40703094441999998</c:v>
                </c:pt>
                <c:pt idx="27">
                  <c:v>0.45219470491800001</c:v>
                </c:pt>
                <c:pt idx="28">
                  <c:v>0.49992367921199998</c:v>
                </c:pt>
                <c:pt idx="29">
                  <c:v>0.53676485458400003</c:v>
                </c:pt>
                <c:pt idx="30">
                  <c:v>0.57091128474599995</c:v>
                </c:pt>
                <c:pt idx="31">
                  <c:v>0.60396033080800005</c:v>
                </c:pt>
                <c:pt idx="32">
                  <c:v>0.62960602934499998</c:v>
                </c:pt>
                <c:pt idx="33">
                  <c:v>0.65206225234199999</c:v>
                </c:pt>
                <c:pt idx="34">
                  <c:v>0.67568599919000005</c:v>
                </c:pt>
                <c:pt idx="35">
                  <c:v>0.70539348763999998</c:v>
                </c:pt>
                <c:pt idx="36">
                  <c:v>0.74343665674799997</c:v>
                </c:pt>
                <c:pt idx="37">
                  <c:v>0.78925062437399995</c:v>
                </c:pt>
                <c:pt idx="38">
                  <c:v>0.84344147135400005</c:v>
                </c:pt>
                <c:pt idx="39">
                  <c:v>0.906312528028</c:v>
                </c:pt>
                <c:pt idx="40">
                  <c:v>0.97780147482099999</c:v>
                </c:pt>
                <c:pt idx="41">
                  <c:v>1.0564815808700001</c:v>
                </c:pt>
                <c:pt idx="42">
                  <c:v>1.1395456555100001</c:v>
                </c:pt>
                <c:pt idx="43">
                  <c:v>1.22393485198</c:v>
                </c:pt>
                <c:pt idx="44">
                  <c:v>1.30726678848</c:v>
                </c:pt>
                <c:pt idx="45">
                  <c:v>1.3906350430800001</c:v>
                </c:pt>
                <c:pt idx="46">
                  <c:v>1.3906350430800001</c:v>
                </c:pt>
                <c:pt idx="47">
                  <c:v>1.62605861767</c:v>
                </c:pt>
                <c:pt idx="48">
                  <c:v>1.84570404771</c:v>
                </c:pt>
                <c:pt idx="49">
                  <c:v>2.0752854641999998</c:v>
                </c:pt>
                <c:pt idx="50">
                  <c:v>2.2831076334699998</c:v>
                </c:pt>
                <c:pt idx="51">
                  <c:v>2.4448784348700001</c:v>
                </c:pt>
                <c:pt idx="52">
                  <c:v>2.60366629</c:v>
                </c:pt>
                <c:pt idx="53">
                  <c:v>2.7233184120699998</c:v>
                </c:pt>
                <c:pt idx="54">
                  <c:v>2.8806895525399998</c:v>
                </c:pt>
                <c:pt idx="55">
                  <c:v>3.0163274463700001</c:v>
                </c:pt>
                <c:pt idx="56">
                  <c:v>3.2368435511899998</c:v>
                </c:pt>
                <c:pt idx="57">
                  <c:v>3.4126378770299999</c:v>
                </c:pt>
                <c:pt idx="58">
                  <c:v>3.5177518072699998</c:v>
                </c:pt>
                <c:pt idx="59">
                  <c:v>3.5278091366500002</c:v>
                </c:pt>
                <c:pt idx="60">
                  <c:v>3.4721273622500002</c:v>
                </c:pt>
                <c:pt idx="61">
                  <c:v>3.38890025142</c:v>
                </c:pt>
                <c:pt idx="62">
                  <c:v>3.29571787268</c:v>
                </c:pt>
                <c:pt idx="63">
                  <c:v>3.2865651750699998</c:v>
                </c:pt>
                <c:pt idx="64">
                  <c:v>3.2979484716899998</c:v>
                </c:pt>
                <c:pt idx="65">
                  <c:v>3.29329097855</c:v>
                </c:pt>
                <c:pt idx="66">
                  <c:v>3.28684617547</c:v>
                </c:pt>
                <c:pt idx="67">
                  <c:v>3.30772635239</c:v>
                </c:pt>
                <c:pt idx="68">
                  <c:v>3.3475754968300002</c:v>
                </c:pt>
                <c:pt idx="69">
                  <c:v>3.3888665513</c:v>
                </c:pt>
                <c:pt idx="70">
                  <c:v>3.44719147579</c:v>
                </c:pt>
                <c:pt idx="71">
                  <c:v>3.5067809991100001</c:v>
                </c:pt>
                <c:pt idx="72">
                  <c:v>3.5652872927799999</c:v>
                </c:pt>
                <c:pt idx="73">
                  <c:v>3.6228794790399999</c:v>
                </c:pt>
                <c:pt idx="74">
                  <c:v>3.6833254668199999</c:v>
                </c:pt>
                <c:pt idx="75">
                  <c:v>3.7562653412100002</c:v>
                </c:pt>
                <c:pt idx="76">
                  <c:v>3.8301603919499998</c:v>
                </c:pt>
                <c:pt idx="77">
                  <c:v>3.90528709706</c:v>
                </c:pt>
                <c:pt idx="78">
                  <c:v>3.9812485600600001</c:v>
                </c:pt>
                <c:pt idx="79">
                  <c:v>4.0573532138599999</c:v>
                </c:pt>
                <c:pt idx="80">
                  <c:v>4.1468530291199999</c:v>
                </c:pt>
                <c:pt idx="81">
                  <c:v>4.2348375517400001</c:v>
                </c:pt>
                <c:pt idx="82">
                  <c:v>4.3207063231899996</c:v>
                </c:pt>
                <c:pt idx="83">
                  <c:v>4.4038999152300002</c:v>
                </c:pt>
                <c:pt idx="84">
                  <c:v>4.4841807188900003</c:v>
                </c:pt>
                <c:pt idx="85">
                  <c:v>4.5751057830099997</c:v>
                </c:pt>
                <c:pt idx="86">
                  <c:v>4.6609452414500003</c:v>
                </c:pt>
                <c:pt idx="87">
                  <c:v>4.7405541317199997</c:v>
                </c:pt>
                <c:pt idx="88">
                  <c:v>4.8130223463400004</c:v>
                </c:pt>
                <c:pt idx="89">
                  <c:v>4.8857969964299999</c:v>
                </c:pt>
                <c:pt idx="90">
                  <c:v>4.9576922774199996</c:v>
                </c:pt>
                <c:pt idx="91">
                  <c:v>5.0202864172000004</c:v>
                </c:pt>
                <c:pt idx="92">
                  <c:v>5.0737928402400003</c:v>
                </c:pt>
                <c:pt idx="93">
                  <c:v>5.1239576811500003</c:v>
                </c:pt>
                <c:pt idx="94">
                  <c:v>5.1763562380600003</c:v>
                </c:pt>
                <c:pt idx="95">
                  <c:v>5.2208042602400004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9-0C9E-495C-B6D4-3BAE447447CC}"/>
            </c:ext>
          </c:extLst>
        </c:ser>
        <c:ser>
          <c:idx val="10"/>
          <c:order val="10"/>
          <c:tx>
            <c:v>Run 11</c:v>
          </c:tx>
          <c:spPr>
            <a:ln w="10954">
              <a:solidFill>
                <a:srgbClr val="3E8C61"/>
              </a:solidFill>
              <a:prstDash val="solid"/>
            </a:ln>
          </c:spPr>
          <c:xVal>
            <c:numRef>
              <c:f>'Chart Data'!$U$2:$U$97</c:f>
              <c:numCache>
                <c:formatCode>General</c:formatCode>
                <c:ptCount val="96"/>
                <c:pt idx="0">
                  <c:v>0.01</c:v>
                </c:pt>
                <c:pt idx="1">
                  <c:v>1.2E-2</c:v>
                </c:pt>
                <c:pt idx="2">
                  <c:v>1.4E-2</c:v>
                </c:pt>
                <c:pt idx="3">
                  <c:v>1.6E-2</c:v>
                </c:pt>
                <c:pt idx="4">
                  <c:v>1.7999999999999999E-2</c:v>
                </c:pt>
                <c:pt idx="5">
                  <c:v>0.02</c:v>
                </c:pt>
                <c:pt idx="6">
                  <c:v>2.1999999999999999E-2</c:v>
                </c:pt>
                <c:pt idx="7">
                  <c:v>2.4E-2</c:v>
                </c:pt>
                <c:pt idx="8">
                  <c:v>2.5999999999999999E-2</c:v>
                </c:pt>
                <c:pt idx="9">
                  <c:v>2.8000000000000001E-2</c:v>
                </c:pt>
                <c:pt idx="10">
                  <c:v>0.03</c:v>
                </c:pt>
                <c:pt idx="11">
                  <c:v>3.2000000000000001E-2</c:v>
                </c:pt>
                <c:pt idx="12">
                  <c:v>3.4000000000000002E-2</c:v>
                </c:pt>
                <c:pt idx="13">
                  <c:v>3.5999999999999997E-2</c:v>
                </c:pt>
                <c:pt idx="14">
                  <c:v>3.7999999999999999E-2</c:v>
                </c:pt>
                <c:pt idx="15">
                  <c:v>0.04</c:v>
                </c:pt>
                <c:pt idx="16">
                  <c:v>4.2000000000000003E-2</c:v>
                </c:pt>
                <c:pt idx="17">
                  <c:v>4.3999999999999997E-2</c:v>
                </c:pt>
                <c:pt idx="18">
                  <c:v>4.5999999999999999E-2</c:v>
                </c:pt>
                <c:pt idx="19">
                  <c:v>4.8000000000000001E-2</c:v>
                </c:pt>
                <c:pt idx="20">
                  <c:v>0.05</c:v>
                </c:pt>
                <c:pt idx="21">
                  <c:v>5.1999999999999998E-2</c:v>
                </c:pt>
                <c:pt idx="22">
                  <c:v>5.3999999999999999E-2</c:v>
                </c:pt>
                <c:pt idx="23">
                  <c:v>5.6000000000000001E-2</c:v>
                </c:pt>
                <c:pt idx="24">
                  <c:v>5.8000000000000003E-2</c:v>
                </c:pt>
                <c:pt idx="25">
                  <c:v>0.06</c:v>
                </c:pt>
                <c:pt idx="26">
                  <c:v>6.2E-2</c:v>
                </c:pt>
                <c:pt idx="27">
                  <c:v>6.4000000000000001E-2</c:v>
                </c:pt>
                <c:pt idx="28">
                  <c:v>6.6000000000000003E-2</c:v>
                </c:pt>
                <c:pt idx="29">
                  <c:v>6.8000000000000005E-2</c:v>
                </c:pt>
                <c:pt idx="30">
                  <c:v>7.0000000000000007E-2</c:v>
                </c:pt>
                <c:pt idx="31">
                  <c:v>7.1999999999999995E-2</c:v>
                </c:pt>
                <c:pt idx="32">
                  <c:v>7.3999999999999996E-2</c:v>
                </c:pt>
                <c:pt idx="33">
                  <c:v>7.5999999999999998E-2</c:v>
                </c:pt>
                <c:pt idx="34">
                  <c:v>7.8E-2</c:v>
                </c:pt>
                <c:pt idx="35">
                  <c:v>0.08</c:v>
                </c:pt>
                <c:pt idx="36">
                  <c:v>8.2000000000000003E-2</c:v>
                </c:pt>
                <c:pt idx="37">
                  <c:v>8.4000000000000005E-2</c:v>
                </c:pt>
                <c:pt idx="38">
                  <c:v>8.5999999999999993E-2</c:v>
                </c:pt>
                <c:pt idx="39">
                  <c:v>8.7999999999999995E-2</c:v>
                </c:pt>
                <c:pt idx="40">
                  <c:v>0.09</c:v>
                </c:pt>
                <c:pt idx="41">
                  <c:v>9.1999999999999998E-2</c:v>
                </c:pt>
                <c:pt idx="42">
                  <c:v>9.4E-2</c:v>
                </c:pt>
                <c:pt idx="43">
                  <c:v>9.6000000000000002E-2</c:v>
                </c:pt>
                <c:pt idx="44">
                  <c:v>9.8000000000000004E-2</c:v>
                </c:pt>
                <c:pt idx="45">
                  <c:v>0.1</c:v>
                </c:pt>
                <c:pt idx="46">
                  <c:v>0.1</c:v>
                </c:pt>
                <c:pt idx="47">
                  <c:v>0.105</c:v>
                </c:pt>
                <c:pt idx="48">
                  <c:v>0.11</c:v>
                </c:pt>
                <c:pt idx="49">
                  <c:v>0.115</c:v>
                </c:pt>
                <c:pt idx="50">
                  <c:v>0.12</c:v>
                </c:pt>
                <c:pt idx="51">
                  <c:v>0.125</c:v>
                </c:pt>
                <c:pt idx="52">
                  <c:v>0.13</c:v>
                </c:pt>
                <c:pt idx="53">
                  <c:v>0.13500000000000001</c:v>
                </c:pt>
                <c:pt idx="54">
                  <c:v>0.14000000000000001</c:v>
                </c:pt>
                <c:pt idx="55">
                  <c:v>0.14499999999999999</c:v>
                </c:pt>
                <c:pt idx="56">
                  <c:v>0.15</c:v>
                </c:pt>
                <c:pt idx="57">
                  <c:v>0.155</c:v>
                </c:pt>
                <c:pt idx="58">
                  <c:v>0.16</c:v>
                </c:pt>
                <c:pt idx="59">
                  <c:v>0.16500000000000001</c:v>
                </c:pt>
                <c:pt idx="60">
                  <c:v>0.17</c:v>
                </c:pt>
                <c:pt idx="61">
                  <c:v>0.17499999999999999</c:v>
                </c:pt>
                <c:pt idx="62">
                  <c:v>0.18</c:v>
                </c:pt>
                <c:pt idx="63">
                  <c:v>0.185</c:v>
                </c:pt>
                <c:pt idx="64">
                  <c:v>0.19</c:v>
                </c:pt>
                <c:pt idx="65">
                  <c:v>0.19500000000000001</c:v>
                </c:pt>
                <c:pt idx="66">
                  <c:v>0.2</c:v>
                </c:pt>
                <c:pt idx="67">
                  <c:v>0.20499999999999999</c:v>
                </c:pt>
                <c:pt idx="68">
                  <c:v>0.21</c:v>
                </c:pt>
                <c:pt idx="69">
                  <c:v>0.215</c:v>
                </c:pt>
                <c:pt idx="70">
                  <c:v>0.22</c:v>
                </c:pt>
                <c:pt idx="71">
                  <c:v>0.22500000000000001</c:v>
                </c:pt>
                <c:pt idx="72">
                  <c:v>0.23</c:v>
                </c:pt>
                <c:pt idx="73">
                  <c:v>0.23499999999999999</c:v>
                </c:pt>
                <c:pt idx="74">
                  <c:v>0.24</c:v>
                </c:pt>
                <c:pt idx="75">
                  <c:v>0.245</c:v>
                </c:pt>
                <c:pt idx="76">
                  <c:v>0.25</c:v>
                </c:pt>
                <c:pt idx="77">
                  <c:v>0.255</c:v>
                </c:pt>
                <c:pt idx="78">
                  <c:v>0.26</c:v>
                </c:pt>
                <c:pt idx="79">
                  <c:v>0.26500000000000001</c:v>
                </c:pt>
                <c:pt idx="80">
                  <c:v>0.27</c:v>
                </c:pt>
                <c:pt idx="81">
                  <c:v>0.27500000000000002</c:v>
                </c:pt>
                <c:pt idx="82">
                  <c:v>0.28000000000000003</c:v>
                </c:pt>
                <c:pt idx="83">
                  <c:v>0.28499999999999998</c:v>
                </c:pt>
                <c:pt idx="84">
                  <c:v>0.28999999999999998</c:v>
                </c:pt>
                <c:pt idx="85">
                  <c:v>0.29499999999999998</c:v>
                </c:pt>
                <c:pt idx="86">
                  <c:v>0.3</c:v>
                </c:pt>
                <c:pt idx="87">
                  <c:v>0.30499999999999999</c:v>
                </c:pt>
                <c:pt idx="88">
                  <c:v>0.31</c:v>
                </c:pt>
                <c:pt idx="89">
                  <c:v>0.315</c:v>
                </c:pt>
                <c:pt idx="90">
                  <c:v>0.32</c:v>
                </c:pt>
                <c:pt idx="91">
                  <c:v>0.32500000000000001</c:v>
                </c:pt>
                <c:pt idx="92">
                  <c:v>0.33</c:v>
                </c:pt>
                <c:pt idx="93">
                  <c:v>0.33500000000000002</c:v>
                </c:pt>
                <c:pt idx="94">
                  <c:v>0.34</c:v>
                </c:pt>
                <c:pt idx="95">
                  <c:v>0.34499999999999997</c:v>
                </c:pt>
              </c:numCache>
            </c:numRef>
          </c:xVal>
          <c:yVal>
            <c:numRef>
              <c:f>'Chart Data'!$V$2:$V$97</c:f>
              <c:numCache>
                <c:formatCode>0</c:formatCode>
                <c:ptCount val="96"/>
                <c:pt idx="0">
                  <c:v>4.8240194775800004E-3</c:v>
                </c:pt>
                <c:pt idx="1">
                  <c:v>6.9578624642E-3</c:v>
                </c:pt>
                <c:pt idx="2">
                  <c:v>9.5807969363500001E-3</c:v>
                </c:pt>
                <c:pt idx="3">
                  <c:v>1.26302700764E-2</c:v>
                </c:pt>
                <c:pt idx="4">
                  <c:v>1.6357636730699999E-2</c:v>
                </c:pt>
                <c:pt idx="5">
                  <c:v>2.06431503977E-2</c:v>
                </c:pt>
                <c:pt idx="6">
                  <c:v>2.63873077755E-2</c:v>
                </c:pt>
                <c:pt idx="7">
                  <c:v>3.2896711555599999E-2</c:v>
                </c:pt>
                <c:pt idx="8">
                  <c:v>3.95762985926E-2</c:v>
                </c:pt>
                <c:pt idx="9">
                  <c:v>4.7433924783099997E-2</c:v>
                </c:pt>
                <c:pt idx="10">
                  <c:v>5.75931236697E-2</c:v>
                </c:pt>
                <c:pt idx="11">
                  <c:v>6.7103834946999993E-2</c:v>
                </c:pt>
                <c:pt idx="12">
                  <c:v>7.5889655887500004E-2</c:v>
                </c:pt>
                <c:pt idx="13">
                  <c:v>8.4727861192500004E-2</c:v>
                </c:pt>
                <c:pt idx="14">
                  <c:v>8.8807517278600007E-2</c:v>
                </c:pt>
                <c:pt idx="15">
                  <c:v>0.10067819085099999</c:v>
                </c:pt>
                <c:pt idx="16">
                  <c:v>0.117963673598</c:v>
                </c:pt>
                <c:pt idx="17">
                  <c:v>0.120079186551</c:v>
                </c:pt>
                <c:pt idx="18">
                  <c:v>0.126862339351</c:v>
                </c:pt>
                <c:pt idx="19">
                  <c:v>0.13542108894900001</c:v>
                </c:pt>
                <c:pt idx="20">
                  <c:v>0.159354050542</c:v>
                </c:pt>
                <c:pt idx="21">
                  <c:v>0.17789893338500001</c:v>
                </c:pt>
                <c:pt idx="22">
                  <c:v>0.19236613471799999</c:v>
                </c:pt>
                <c:pt idx="23">
                  <c:v>0.198702771212</c:v>
                </c:pt>
                <c:pt idx="24">
                  <c:v>0.21558544949</c:v>
                </c:pt>
                <c:pt idx="25">
                  <c:v>0.23733600816</c:v>
                </c:pt>
                <c:pt idx="26">
                  <c:v>0.26278708889300001</c:v>
                </c:pt>
                <c:pt idx="27">
                  <c:v>0.270537432616</c:v>
                </c:pt>
                <c:pt idx="28">
                  <c:v>0.26487715138200002</c:v>
                </c:pt>
                <c:pt idx="29">
                  <c:v>0.26947462120900001</c:v>
                </c:pt>
                <c:pt idx="30">
                  <c:v>0.29574013064900001</c:v>
                </c:pt>
                <c:pt idx="31">
                  <c:v>0.335583892888</c:v>
                </c:pt>
                <c:pt idx="32">
                  <c:v>0.37830929063199997</c:v>
                </c:pt>
                <c:pt idx="33">
                  <c:v>0.43714118455000001</c:v>
                </c:pt>
                <c:pt idx="34">
                  <c:v>0.49422753304900002</c:v>
                </c:pt>
                <c:pt idx="35">
                  <c:v>0.52180942619100001</c:v>
                </c:pt>
                <c:pt idx="36">
                  <c:v>0.54514047777499997</c:v>
                </c:pt>
                <c:pt idx="37">
                  <c:v>0.55617999323300005</c:v>
                </c:pt>
                <c:pt idx="38">
                  <c:v>0.57482172151199995</c:v>
                </c:pt>
                <c:pt idx="39">
                  <c:v>0.57766626701400003</c:v>
                </c:pt>
                <c:pt idx="40">
                  <c:v>0.57568139295999998</c:v>
                </c:pt>
                <c:pt idx="41">
                  <c:v>0.62427069871899998</c:v>
                </c:pt>
                <c:pt idx="42">
                  <c:v>0.656880225948</c:v>
                </c:pt>
                <c:pt idx="43">
                  <c:v>0.73381828035499996</c:v>
                </c:pt>
                <c:pt idx="44">
                  <c:v>0.80048729548899999</c:v>
                </c:pt>
                <c:pt idx="45">
                  <c:v>0.83286610777600001</c:v>
                </c:pt>
                <c:pt idx="46">
                  <c:v>0.83286610777600001</c:v>
                </c:pt>
                <c:pt idx="47">
                  <c:v>0.97492821843900002</c:v>
                </c:pt>
                <c:pt idx="48">
                  <c:v>1.04952138764</c:v>
                </c:pt>
                <c:pt idx="49">
                  <c:v>1.17644119464</c:v>
                </c:pt>
                <c:pt idx="50">
                  <c:v>1.35253019855</c:v>
                </c:pt>
                <c:pt idx="51">
                  <c:v>1.68014405497</c:v>
                </c:pt>
                <c:pt idx="52">
                  <c:v>1.9298279465999999</c:v>
                </c:pt>
                <c:pt idx="53">
                  <c:v>2.0199961374500002</c:v>
                </c:pt>
                <c:pt idx="54">
                  <c:v>1.86746152563</c:v>
                </c:pt>
                <c:pt idx="55">
                  <c:v>2.0110399293499999</c:v>
                </c:pt>
                <c:pt idx="56">
                  <c:v>2.0810042275599998</c:v>
                </c:pt>
                <c:pt idx="57">
                  <c:v>1.94981743612</c:v>
                </c:pt>
                <c:pt idx="58">
                  <c:v>2.0126586307199998</c:v>
                </c:pt>
                <c:pt idx="59">
                  <c:v>2.5744329782099999</c:v>
                </c:pt>
                <c:pt idx="60">
                  <c:v>3.0416366207699999</c:v>
                </c:pt>
                <c:pt idx="61">
                  <c:v>3.20444925405</c:v>
                </c:pt>
                <c:pt idx="62">
                  <c:v>3.1774083012799998</c:v>
                </c:pt>
                <c:pt idx="63">
                  <c:v>3.16729354886</c:v>
                </c:pt>
                <c:pt idx="64">
                  <c:v>3.1164835397599999</c:v>
                </c:pt>
                <c:pt idx="65">
                  <c:v>3.1374136192900002</c:v>
                </c:pt>
                <c:pt idx="66">
                  <c:v>3.4009539532700002</c:v>
                </c:pt>
                <c:pt idx="67">
                  <c:v>3.63917648876</c:v>
                </c:pt>
                <c:pt idx="68">
                  <c:v>3.8143902278600001</c:v>
                </c:pt>
                <c:pt idx="69">
                  <c:v>3.9737000384600001</c:v>
                </c:pt>
                <c:pt idx="70">
                  <c:v>4.19127297019</c:v>
                </c:pt>
                <c:pt idx="71">
                  <c:v>4.52950676715</c:v>
                </c:pt>
                <c:pt idx="72">
                  <c:v>5.0353609967499997</c:v>
                </c:pt>
                <c:pt idx="73">
                  <c:v>5.6268106329699998</c:v>
                </c:pt>
                <c:pt idx="74">
                  <c:v>6.2589933336700003</c:v>
                </c:pt>
                <c:pt idx="75">
                  <c:v>6.8229022658199998</c:v>
                </c:pt>
                <c:pt idx="76">
                  <c:v>7.2740630835199998</c:v>
                </c:pt>
                <c:pt idx="77">
                  <c:v>7.5786287909899999</c:v>
                </c:pt>
                <c:pt idx="78">
                  <c:v>7.71395473835</c:v>
                </c:pt>
                <c:pt idx="79">
                  <c:v>7.6985527653299997</c:v>
                </c:pt>
                <c:pt idx="80">
                  <c:v>7.5834783631500002</c:v>
                </c:pt>
                <c:pt idx="81">
                  <c:v>7.4249412287299998</c:v>
                </c:pt>
                <c:pt idx="82">
                  <c:v>7.29199811281</c:v>
                </c:pt>
                <c:pt idx="83">
                  <c:v>7.2326560887499998</c:v>
                </c:pt>
                <c:pt idx="84">
                  <c:v>7.2621939196899996</c:v>
                </c:pt>
                <c:pt idx="85">
                  <c:v>7.3696569975899999</c:v>
                </c:pt>
                <c:pt idx="86">
                  <c:v>7.5255270858300003</c:v>
                </c:pt>
                <c:pt idx="87">
                  <c:v>7.6946886262799996</c:v>
                </c:pt>
                <c:pt idx="88">
                  <c:v>7.9086656392299997</c:v>
                </c:pt>
                <c:pt idx="89">
                  <c:v>8.3778867824999992</c:v>
                </c:pt>
                <c:pt idx="90">
                  <c:v>8.5311376135699994</c:v>
                </c:pt>
                <c:pt idx="91">
                  <c:v>8.3890512040300003</c:v>
                </c:pt>
                <c:pt idx="92">
                  <c:v>8.4820046687299993</c:v>
                </c:pt>
                <c:pt idx="93">
                  <c:v>8.5374500837599996</c:v>
                </c:pt>
                <c:pt idx="94">
                  <c:v>8.5559584623700005</c:v>
                </c:pt>
                <c:pt idx="95">
                  <c:v>8.5561231063900003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A-0C9E-495C-B6D4-3BAE447447CC}"/>
            </c:ext>
          </c:extLst>
        </c:ser>
        <c:ser>
          <c:idx val="11"/>
          <c:order val="11"/>
          <c:tx>
            <c:v>Run 12</c:v>
          </c:tx>
          <c:spPr>
            <a:ln w="10954">
              <a:solidFill>
                <a:srgbClr val="276B8E"/>
              </a:solidFill>
              <a:prstDash val="solid"/>
            </a:ln>
          </c:spPr>
          <c:xVal>
            <c:numRef>
              <c:f>'Chart Data'!$W$2:$W$97</c:f>
              <c:numCache>
                <c:formatCode>General</c:formatCode>
                <c:ptCount val="96"/>
                <c:pt idx="0">
                  <c:v>0.01</c:v>
                </c:pt>
                <c:pt idx="1">
                  <c:v>1.2E-2</c:v>
                </c:pt>
                <c:pt idx="2">
                  <c:v>1.4E-2</c:v>
                </c:pt>
                <c:pt idx="3">
                  <c:v>1.6E-2</c:v>
                </c:pt>
                <c:pt idx="4">
                  <c:v>1.7999999999999999E-2</c:v>
                </c:pt>
                <c:pt idx="5">
                  <c:v>0.02</c:v>
                </c:pt>
                <c:pt idx="6">
                  <c:v>2.1999999999999999E-2</c:v>
                </c:pt>
                <c:pt idx="7">
                  <c:v>2.4E-2</c:v>
                </c:pt>
                <c:pt idx="8">
                  <c:v>2.5999999999999999E-2</c:v>
                </c:pt>
                <c:pt idx="9">
                  <c:v>2.8000000000000001E-2</c:v>
                </c:pt>
                <c:pt idx="10">
                  <c:v>0.03</c:v>
                </c:pt>
                <c:pt idx="11">
                  <c:v>3.2000000000000001E-2</c:v>
                </c:pt>
                <c:pt idx="12">
                  <c:v>3.4000000000000002E-2</c:v>
                </c:pt>
                <c:pt idx="13">
                  <c:v>3.5999999999999997E-2</c:v>
                </c:pt>
                <c:pt idx="14">
                  <c:v>3.7999999999999999E-2</c:v>
                </c:pt>
                <c:pt idx="15">
                  <c:v>0.04</c:v>
                </c:pt>
                <c:pt idx="16">
                  <c:v>4.2000000000000003E-2</c:v>
                </c:pt>
                <c:pt idx="17">
                  <c:v>4.3999999999999997E-2</c:v>
                </c:pt>
                <c:pt idx="18">
                  <c:v>4.5999999999999999E-2</c:v>
                </c:pt>
                <c:pt idx="19">
                  <c:v>4.8000000000000001E-2</c:v>
                </c:pt>
                <c:pt idx="20">
                  <c:v>0.05</c:v>
                </c:pt>
                <c:pt idx="21">
                  <c:v>5.1999999999999998E-2</c:v>
                </c:pt>
                <c:pt idx="22">
                  <c:v>5.3999999999999999E-2</c:v>
                </c:pt>
                <c:pt idx="23">
                  <c:v>5.6000000000000001E-2</c:v>
                </c:pt>
                <c:pt idx="24">
                  <c:v>5.8000000000000003E-2</c:v>
                </c:pt>
                <c:pt idx="25">
                  <c:v>0.06</c:v>
                </c:pt>
                <c:pt idx="26">
                  <c:v>6.2E-2</c:v>
                </c:pt>
                <c:pt idx="27">
                  <c:v>6.4000000000000001E-2</c:v>
                </c:pt>
                <c:pt idx="28">
                  <c:v>6.6000000000000003E-2</c:v>
                </c:pt>
                <c:pt idx="29">
                  <c:v>6.8000000000000005E-2</c:v>
                </c:pt>
                <c:pt idx="30">
                  <c:v>7.0000000000000007E-2</c:v>
                </c:pt>
                <c:pt idx="31">
                  <c:v>7.1999999999999995E-2</c:v>
                </c:pt>
                <c:pt idx="32">
                  <c:v>7.3999999999999996E-2</c:v>
                </c:pt>
                <c:pt idx="33">
                  <c:v>7.5999999999999998E-2</c:v>
                </c:pt>
                <c:pt idx="34">
                  <c:v>7.8E-2</c:v>
                </c:pt>
                <c:pt idx="35">
                  <c:v>0.08</c:v>
                </c:pt>
                <c:pt idx="36">
                  <c:v>8.2000000000000003E-2</c:v>
                </c:pt>
                <c:pt idx="37">
                  <c:v>8.4000000000000005E-2</c:v>
                </c:pt>
                <c:pt idx="38">
                  <c:v>8.5999999999999993E-2</c:v>
                </c:pt>
                <c:pt idx="39">
                  <c:v>8.7999999999999995E-2</c:v>
                </c:pt>
                <c:pt idx="40">
                  <c:v>0.09</c:v>
                </c:pt>
                <c:pt idx="41">
                  <c:v>9.1999999999999998E-2</c:v>
                </c:pt>
                <c:pt idx="42">
                  <c:v>9.4E-2</c:v>
                </c:pt>
                <c:pt idx="43">
                  <c:v>9.6000000000000002E-2</c:v>
                </c:pt>
                <c:pt idx="44">
                  <c:v>9.8000000000000004E-2</c:v>
                </c:pt>
                <c:pt idx="45">
                  <c:v>0.1</c:v>
                </c:pt>
                <c:pt idx="46">
                  <c:v>0.1</c:v>
                </c:pt>
                <c:pt idx="47">
                  <c:v>0.105</c:v>
                </c:pt>
                <c:pt idx="48">
                  <c:v>0.11</c:v>
                </c:pt>
                <c:pt idx="49">
                  <c:v>0.115</c:v>
                </c:pt>
                <c:pt idx="50">
                  <c:v>0.12</c:v>
                </c:pt>
                <c:pt idx="51">
                  <c:v>0.125</c:v>
                </c:pt>
                <c:pt idx="52">
                  <c:v>0.13</c:v>
                </c:pt>
                <c:pt idx="53">
                  <c:v>0.13500000000000001</c:v>
                </c:pt>
                <c:pt idx="54">
                  <c:v>0.14000000000000001</c:v>
                </c:pt>
                <c:pt idx="55">
                  <c:v>0.14499999999999999</c:v>
                </c:pt>
                <c:pt idx="56">
                  <c:v>0.15</c:v>
                </c:pt>
                <c:pt idx="57">
                  <c:v>0.155</c:v>
                </c:pt>
                <c:pt idx="58">
                  <c:v>0.16</c:v>
                </c:pt>
                <c:pt idx="59">
                  <c:v>0.16500000000000001</c:v>
                </c:pt>
                <c:pt idx="60">
                  <c:v>0.17</c:v>
                </c:pt>
                <c:pt idx="61">
                  <c:v>0.17499999999999999</c:v>
                </c:pt>
                <c:pt idx="62">
                  <c:v>0.18</c:v>
                </c:pt>
                <c:pt idx="63">
                  <c:v>0.185</c:v>
                </c:pt>
                <c:pt idx="64">
                  <c:v>0.19</c:v>
                </c:pt>
                <c:pt idx="65">
                  <c:v>0.19500000000000001</c:v>
                </c:pt>
                <c:pt idx="66">
                  <c:v>0.2</c:v>
                </c:pt>
                <c:pt idx="67">
                  <c:v>0.20499999999999999</c:v>
                </c:pt>
                <c:pt idx="68">
                  <c:v>0.21</c:v>
                </c:pt>
                <c:pt idx="69">
                  <c:v>0.215</c:v>
                </c:pt>
                <c:pt idx="70">
                  <c:v>0.22</c:v>
                </c:pt>
                <c:pt idx="71">
                  <c:v>0.22500000000000001</c:v>
                </c:pt>
                <c:pt idx="72">
                  <c:v>0.23</c:v>
                </c:pt>
                <c:pt idx="73">
                  <c:v>0.23499999999999999</c:v>
                </c:pt>
                <c:pt idx="74">
                  <c:v>0.24</c:v>
                </c:pt>
                <c:pt idx="75">
                  <c:v>0.245</c:v>
                </c:pt>
                <c:pt idx="76">
                  <c:v>0.25</c:v>
                </c:pt>
                <c:pt idx="77">
                  <c:v>0.255</c:v>
                </c:pt>
                <c:pt idx="78">
                  <c:v>0.26</c:v>
                </c:pt>
                <c:pt idx="79">
                  <c:v>0.26500000000000001</c:v>
                </c:pt>
                <c:pt idx="80">
                  <c:v>0.27</c:v>
                </c:pt>
                <c:pt idx="81">
                  <c:v>0.27500000000000002</c:v>
                </c:pt>
                <c:pt idx="82">
                  <c:v>0.28000000000000003</c:v>
                </c:pt>
                <c:pt idx="83">
                  <c:v>0.28499999999999998</c:v>
                </c:pt>
                <c:pt idx="84">
                  <c:v>0.28999999999999998</c:v>
                </c:pt>
                <c:pt idx="85">
                  <c:v>0.29499999999999998</c:v>
                </c:pt>
                <c:pt idx="86">
                  <c:v>0.3</c:v>
                </c:pt>
                <c:pt idx="87">
                  <c:v>0.30499999999999999</c:v>
                </c:pt>
                <c:pt idx="88">
                  <c:v>0.31</c:v>
                </c:pt>
                <c:pt idx="89">
                  <c:v>0.315</c:v>
                </c:pt>
                <c:pt idx="90">
                  <c:v>0.32</c:v>
                </c:pt>
                <c:pt idx="91">
                  <c:v>0.32500000000000001</c:v>
                </c:pt>
                <c:pt idx="92">
                  <c:v>0.33</c:v>
                </c:pt>
                <c:pt idx="93">
                  <c:v>0.33500000000000002</c:v>
                </c:pt>
                <c:pt idx="94">
                  <c:v>0.34</c:v>
                </c:pt>
                <c:pt idx="95">
                  <c:v>0.34499999999999997</c:v>
                </c:pt>
              </c:numCache>
            </c:numRef>
          </c:xVal>
          <c:yVal>
            <c:numRef>
              <c:f>'Chart Data'!$X$2:$X$97</c:f>
              <c:numCache>
                <c:formatCode>0</c:formatCode>
                <c:ptCount val="96"/>
                <c:pt idx="0">
                  <c:v>7.4172525846399997E-3</c:v>
                </c:pt>
                <c:pt idx="1">
                  <c:v>1.07041725924E-2</c:v>
                </c:pt>
                <c:pt idx="2">
                  <c:v>1.46177995499E-2</c:v>
                </c:pt>
                <c:pt idx="3">
                  <c:v>1.91932271223E-2</c:v>
                </c:pt>
                <c:pt idx="4">
                  <c:v>2.4457957437300001E-2</c:v>
                </c:pt>
                <c:pt idx="5">
                  <c:v>3.0570131788900001E-2</c:v>
                </c:pt>
                <c:pt idx="6">
                  <c:v>3.78958942388E-2</c:v>
                </c:pt>
                <c:pt idx="7">
                  <c:v>4.5623117562500003E-2</c:v>
                </c:pt>
                <c:pt idx="8">
                  <c:v>5.3069594147300003E-2</c:v>
                </c:pt>
                <c:pt idx="9">
                  <c:v>6.2414223373699999E-2</c:v>
                </c:pt>
                <c:pt idx="10">
                  <c:v>7.2831378699200006E-2</c:v>
                </c:pt>
                <c:pt idx="11">
                  <c:v>8.2168823850500006E-2</c:v>
                </c:pt>
                <c:pt idx="12">
                  <c:v>9.5577410305500002E-2</c:v>
                </c:pt>
                <c:pt idx="13">
                  <c:v>0.111111331779</c:v>
                </c:pt>
                <c:pt idx="14">
                  <c:v>0.124509836939</c:v>
                </c:pt>
                <c:pt idx="15">
                  <c:v>0.135460659693</c:v>
                </c:pt>
                <c:pt idx="16">
                  <c:v>0.14856076294100001</c:v>
                </c:pt>
                <c:pt idx="17">
                  <c:v>0.16790882029099999</c:v>
                </c:pt>
                <c:pt idx="18">
                  <c:v>0.188141522719</c:v>
                </c:pt>
                <c:pt idx="19">
                  <c:v>0.20136632579700001</c:v>
                </c:pt>
                <c:pt idx="20">
                  <c:v>0.20820522556599999</c:v>
                </c:pt>
                <c:pt idx="21">
                  <c:v>0.21405463581600001</c:v>
                </c:pt>
                <c:pt idx="22">
                  <c:v>0.23843659040099999</c:v>
                </c:pt>
                <c:pt idx="23">
                  <c:v>0.28726780101999999</c:v>
                </c:pt>
                <c:pt idx="24">
                  <c:v>0.34066670852199998</c:v>
                </c:pt>
                <c:pt idx="25">
                  <c:v>0.40030974383700002</c:v>
                </c:pt>
                <c:pt idx="26">
                  <c:v>0.45790981247200002</c:v>
                </c:pt>
                <c:pt idx="27">
                  <c:v>0.50871904303299997</c:v>
                </c:pt>
                <c:pt idx="28">
                  <c:v>0.56241413911399996</c:v>
                </c:pt>
                <c:pt idx="29">
                  <c:v>0.60386046140799998</c:v>
                </c:pt>
                <c:pt idx="30">
                  <c:v>0.64227519533900002</c:v>
                </c:pt>
                <c:pt idx="31">
                  <c:v>0.67945537215899998</c:v>
                </c:pt>
                <c:pt idx="32">
                  <c:v>0.70830678301399996</c:v>
                </c:pt>
                <c:pt idx="33">
                  <c:v>0.73357003388399999</c:v>
                </c:pt>
                <c:pt idx="34">
                  <c:v>0.76014674908799995</c:v>
                </c:pt>
                <c:pt idx="35">
                  <c:v>0.79356767359500002</c:v>
                </c:pt>
                <c:pt idx="36">
                  <c:v>0.83636623884200001</c:v>
                </c:pt>
                <c:pt idx="37">
                  <c:v>0.88790695241999995</c:v>
                </c:pt>
                <c:pt idx="38">
                  <c:v>0.94887165527399997</c:v>
                </c:pt>
                <c:pt idx="39">
                  <c:v>1.0196015940300001</c:v>
                </c:pt>
                <c:pt idx="40">
                  <c:v>1.1000266591700001</c:v>
                </c:pt>
                <c:pt idx="41">
                  <c:v>1.1885417784800001</c:v>
                </c:pt>
                <c:pt idx="42">
                  <c:v>1.28198886245</c:v>
                </c:pt>
                <c:pt idx="43">
                  <c:v>1.3769267084800001</c:v>
                </c:pt>
                <c:pt idx="44">
                  <c:v>1.47067513704</c:v>
                </c:pt>
                <c:pt idx="45">
                  <c:v>1.56446442346</c:v>
                </c:pt>
                <c:pt idx="46">
                  <c:v>1.56446442346</c:v>
                </c:pt>
                <c:pt idx="47">
                  <c:v>1.82931594488</c:v>
                </c:pt>
                <c:pt idx="48">
                  <c:v>2.0764170536700002</c:v>
                </c:pt>
                <c:pt idx="49">
                  <c:v>2.3346961472299999</c:v>
                </c:pt>
                <c:pt idx="50">
                  <c:v>2.5684960876599998</c:v>
                </c:pt>
                <c:pt idx="51">
                  <c:v>2.7504882392300001</c:v>
                </c:pt>
                <c:pt idx="52">
                  <c:v>2.92912457625</c:v>
                </c:pt>
                <c:pt idx="53">
                  <c:v>3.0637332135799999</c:v>
                </c:pt>
                <c:pt idx="54">
                  <c:v>3.2407757465999998</c:v>
                </c:pt>
                <c:pt idx="55">
                  <c:v>3.3933683771699998</c:v>
                </c:pt>
                <c:pt idx="56">
                  <c:v>3.6414489950900002</c:v>
                </c:pt>
                <c:pt idx="57">
                  <c:v>3.8392176116600001</c:v>
                </c:pt>
                <c:pt idx="58">
                  <c:v>3.9574707831799998</c:v>
                </c:pt>
                <c:pt idx="59">
                  <c:v>3.96878527873</c:v>
                </c:pt>
                <c:pt idx="60">
                  <c:v>3.90614328253</c:v>
                </c:pt>
                <c:pt idx="61">
                  <c:v>3.8125127828399998</c:v>
                </c:pt>
                <c:pt idx="62">
                  <c:v>3.7076826067600002</c:v>
                </c:pt>
                <c:pt idx="63">
                  <c:v>3.6973858219600002</c:v>
                </c:pt>
                <c:pt idx="64">
                  <c:v>3.71019203066</c:v>
                </c:pt>
                <c:pt idx="65">
                  <c:v>3.7049523508700002</c:v>
                </c:pt>
                <c:pt idx="66">
                  <c:v>3.6977019474100001</c:v>
                </c:pt>
                <c:pt idx="67">
                  <c:v>3.72119214644</c:v>
                </c:pt>
                <c:pt idx="68">
                  <c:v>3.7660224339399999</c:v>
                </c:pt>
                <c:pt idx="69">
                  <c:v>3.81247487021</c:v>
                </c:pt>
                <c:pt idx="70">
                  <c:v>3.87809041026</c:v>
                </c:pt>
                <c:pt idx="71">
                  <c:v>3.9451286240000001</c:v>
                </c:pt>
                <c:pt idx="72">
                  <c:v>4.01094820437</c:v>
                </c:pt>
                <c:pt idx="73">
                  <c:v>4.0757394139200001</c:v>
                </c:pt>
                <c:pt idx="74">
                  <c:v>4.1437411501700003</c:v>
                </c:pt>
                <c:pt idx="75">
                  <c:v>4.2257985088599996</c:v>
                </c:pt>
                <c:pt idx="76">
                  <c:v>4.3089304409400002</c:v>
                </c:pt>
                <c:pt idx="77">
                  <c:v>4.3934479841899998</c:v>
                </c:pt>
                <c:pt idx="78">
                  <c:v>4.4789046300699997</c:v>
                </c:pt>
                <c:pt idx="79">
                  <c:v>4.5645223656000002</c:v>
                </c:pt>
                <c:pt idx="80">
                  <c:v>4.6652096577600002</c:v>
                </c:pt>
                <c:pt idx="81">
                  <c:v>4.7641922457100003</c:v>
                </c:pt>
                <c:pt idx="82">
                  <c:v>4.8607946135800004</c:v>
                </c:pt>
                <c:pt idx="83">
                  <c:v>4.9543874046400003</c:v>
                </c:pt>
                <c:pt idx="84">
                  <c:v>5.0447033087599999</c:v>
                </c:pt>
                <c:pt idx="85">
                  <c:v>5.1469940058899999</c:v>
                </c:pt>
                <c:pt idx="86">
                  <c:v>5.2435633966299999</c:v>
                </c:pt>
                <c:pt idx="87">
                  <c:v>5.3331233981899997</c:v>
                </c:pt>
                <c:pt idx="88">
                  <c:v>5.41465013964</c:v>
                </c:pt>
                <c:pt idx="89">
                  <c:v>5.4965216209800003</c:v>
                </c:pt>
                <c:pt idx="90">
                  <c:v>5.57740381209</c:v>
                </c:pt>
                <c:pt idx="91">
                  <c:v>5.6478222193500001</c:v>
                </c:pt>
                <c:pt idx="92">
                  <c:v>5.7080169452699998</c:v>
                </c:pt>
                <c:pt idx="93">
                  <c:v>5.7644523912999999</c:v>
                </c:pt>
                <c:pt idx="94">
                  <c:v>5.8234007678199999</c:v>
                </c:pt>
                <c:pt idx="95">
                  <c:v>5.8734047927699997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B-0C9E-495C-B6D4-3BAE447447CC}"/>
            </c:ext>
          </c:extLst>
        </c:ser>
        <c:ser>
          <c:idx val="12"/>
          <c:order val="12"/>
          <c:tx>
            <c:v>Run 13</c:v>
          </c:tx>
          <c:spPr>
            <a:ln w="10954">
              <a:solidFill>
                <a:srgbClr val="276B8E"/>
              </a:solidFill>
              <a:prstDash val="solid"/>
            </a:ln>
          </c:spPr>
          <c:xVal>
            <c:numRef>
              <c:f>'Chart Data'!$Y$2:$Y$97</c:f>
              <c:numCache>
                <c:formatCode>General</c:formatCode>
                <c:ptCount val="96"/>
                <c:pt idx="0">
                  <c:v>0.01</c:v>
                </c:pt>
                <c:pt idx="1">
                  <c:v>1.2E-2</c:v>
                </c:pt>
                <c:pt idx="2">
                  <c:v>1.4E-2</c:v>
                </c:pt>
                <c:pt idx="3">
                  <c:v>1.6E-2</c:v>
                </c:pt>
                <c:pt idx="4">
                  <c:v>1.7999999999999999E-2</c:v>
                </c:pt>
                <c:pt idx="5">
                  <c:v>0.02</c:v>
                </c:pt>
                <c:pt idx="6">
                  <c:v>2.1999999999999999E-2</c:v>
                </c:pt>
                <c:pt idx="7">
                  <c:v>2.4E-2</c:v>
                </c:pt>
                <c:pt idx="8">
                  <c:v>2.5999999999999999E-2</c:v>
                </c:pt>
                <c:pt idx="9">
                  <c:v>2.8000000000000001E-2</c:v>
                </c:pt>
                <c:pt idx="10">
                  <c:v>0.03</c:v>
                </c:pt>
                <c:pt idx="11">
                  <c:v>3.2000000000000001E-2</c:v>
                </c:pt>
                <c:pt idx="12">
                  <c:v>3.4000000000000002E-2</c:v>
                </c:pt>
                <c:pt idx="13">
                  <c:v>3.5999999999999997E-2</c:v>
                </c:pt>
                <c:pt idx="14">
                  <c:v>3.7999999999999999E-2</c:v>
                </c:pt>
                <c:pt idx="15">
                  <c:v>0.04</c:v>
                </c:pt>
                <c:pt idx="16">
                  <c:v>4.2000000000000003E-2</c:v>
                </c:pt>
                <c:pt idx="17">
                  <c:v>4.3999999999999997E-2</c:v>
                </c:pt>
                <c:pt idx="18">
                  <c:v>4.5999999999999999E-2</c:v>
                </c:pt>
                <c:pt idx="19">
                  <c:v>4.8000000000000001E-2</c:v>
                </c:pt>
                <c:pt idx="20">
                  <c:v>0.05</c:v>
                </c:pt>
                <c:pt idx="21">
                  <c:v>5.1999999999999998E-2</c:v>
                </c:pt>
                <c:pt idx="22">
                  <c:v>5.3999999999999999E-2</c:v>
                </c:pt>
                <c:pt idx="23">
                  <c:v>5.6000000000000001E-2</c:v>
                </c:pt>
                <c:pt idx="24">
                  <c:v>5.8000000000000003E-2</c:v>
                </c:pt>
                <c:pt idx="25">
                  <c:v>0.06</c:v>
                </c:pt>
                <c:pt idx="26">
                  <c:v>6.2E-2</c:v>
                </c:pt>
                <c:pt idx="27">
                  <c:v>6.4000000000000001E-2</c:v>
                </c:pt>
                <c:pt idx="28">
                  <c:v>6.6000000000000003E-2</c:v>
                </c:pt>
                <c:pt idx="29">
                  <c:v>6.8000000000000005E-2</c:v>
                </c:pt>
                <c:pt idx="30">
                  <c:v>7.0000000000000007E-2</c:v>
                </c:pt>
                <c:pt idx="31">
                  <c:v>7.1999999999999995E-2</c:v>
                </c:pt>
                <c:pt idx="32">
                  <c:v>7.3999999999999996E-2</c:v>
                </c:pt>
                <c:pt idx="33">
                  <c:v>7.5999999999999998E-2</c:v>
                </c:pt>
                <c:pt idx="34">
                  <c:v>7.8E-2</c:v>
                </c:pt>
                <c:pt idx="35">
                  <c:v>0.08</c:v>
                </c:pt>
                <c:pt idx="36">
                  <c:v>8.2000000000000003E-2</c:v>
                </c:pt>
                <c:pt idx="37">
                  <c:v>8.4000000000000005E-2</c:v>
                </c:pt>
                <c:pt idx="38">
                  <c:v>8.5999999999999993E-2</c:v>
                </c:pt>
                <c:pt idx="39">
                  <c:v>8.7999999999999995E-2</c:v>
                </c:pt>
                <c:pt idx="40">
                  <c:v>0.09</c:v>
                </c:pt>
                <c:pt idx="41">
                  <c:v>9.1999999999999998E-2</c:v>
                </c:pt>
                <c:pt idx="42">
                  <c:v>9.4E-2</c:v>
                </c:pt>
                <c:pt idx="43">
                  <c:v>9.6000000000000002E-2</c:v>
                </c:pt>
                <c:pt idx="44">
                  <c:v>9.8000000000000004E-2</c:v>
                </c:pt>
                <c:pt idx="45">
                  <c:v>0.1</c:v>
                </c:pt>
                <c:pt idx="46">
                  <c:v>0.1</c:v>
                </c:pt>
                <c:pt idx="47">
                  <c:v>0.105</c:v>
                </c:pt>
                <c:pt idx="48">
                  <c:v>0.11</c:v>
                </c:pt>
                <c:pt idx="49">
                  <c:v>0.115</c:v>
                </c:pt>
                <c:pt idx="50">
                  <c:v>0.12</c:v>
                </c:pt>
                <c:pt idx="51">
                  <c:v>0.125</c:v>
                </c:pt>
                <c:pt idx="52">
                  <c:v>0.13</c:v>
                </c:pt>
                <c:pt idx="53">
                  <c:v>0.13500000000000001</c:v>
                </c:pt>
                <c:pt idx="54">
                  <c:v>0.14000000000000001</c:v>
                </c:pt>
                <c:pt idx="55">
                  <c:v>0.14499999999999999</c:v>
                </c:pt>
                <c:pt idx="56">
                  <c:v>0.15</c:v>
                </c:pt>
                <c:pt idx="57">
                  <c:v>0.155</c:v>
                </c:pt>
                <c:pt idx="58">
                  <c:v>0.16</c:v>
                </c:pt>
                <c:pt idx="59">
                  <c:v>0.16500000000000001</c:v>
                </c:pt>
                <c:pt idx="60">
                  <c:v>0.17</c:v>
                </c:pt>
                <c:pt idx="61">
                  <c:v>0.17499999999999999</c:v>
                </c:pt>
                <c:pt idx="62">
                  <c:v>0.18</c:v>
                </c:pt>
                <c:pt idx="63">
                  <c:v>0.185</c:v>
                </c:pt>
                <c:pt idx="64">
                  <c:v>0.19</c:v>
                </c:pt>
                <c:pt idx="65">
                  <c:v>0.19500000000000001</c:v>
                </c:pt>
                <c:pt idx="66">
                  <c:v>0.2</c:v>
                </c:pt>
                <c:pt idx="67">
                  <c:v>0.20499999999999999</c:v>
                </c:pt>
                <c:pt idx="68">
                  <c:v>0.21</c:v>
                </c:pt>
                <c:pt idx="69">
                  <c:v>0.215</c:v>
                </c:pt>
                <c:pt idx="70">
                  <c:v>0.22</c:v>
                </c:pt>
                <c:pt idx="71">
                  <c:v>0.22500000000000001</c:v>
                </c:pt>
                <c:pt idx="72">
                  <c:v>0.23</c:v>
                </c:pt>
                <c:pt idx="73">
                  <c:v>0.23499999999999999</c:v>
                </c:pt>
                <c:pt idx="74">
                  <c:v>0.24</c:v>
                </c:pt>
                <c:pt idx="75">
                  <c:v>0.245</c:v>
                </c:pt>
                <c:pt idx="76">
                  <c:v>0.25</c:v>
                </c:pt>
                <c:pt idx="77">
                  <c:v>0.255</c:v>
                </c:pt>
                <c:pt idx="78">
                  <c:v>0.26</c:v>
                </c:pt>
                <c:pt idx="79">
                  <c:v>0.26500000000000001</c:v>
                </c:pt>
                <c:pt idx="80">
                  <c:v>0.27</c:v>
                </c:pt>
                <c:pt idx="81">
                  <c:v>0.27500000000000002</c:v>
                </c:pt>
                <c:pt idx="82">
                  <c:v>0.28000000000000003</c:v>
                </c:pt>
                <c:pt idx="83">
                  <c:v>0.28499999999999998</c:v>
                </c:pt>
                <c:pt idx="84">
                  <c:v>0.28999999999999998</c:v>
                </c:pt>
                <c:pt idx="85">
                  <c:v>0.29499999999999998</c:v>
                </c:pt>
                <c:pt idx="86">
                  <c:v>0.3</c:v>
                </c:pt>
                <c:pt idx="87">
                  <c:v>0.30499999999999999</c:v>
                </c:pt>
                <c:pt idx="88">
                  <c:v>0.31</c:v>
                </c:pt>
                <c:pt idx="89">
                  <c:v>0.315</c:v>
                </c:pt>
                <c:pt idx="90">
                  <c:v>0.32</c:v>
                </c:pt>
                <c:pt idx="91">
                  <c:v>0.32500000000000001</c:v>
                </c:pt>
                <c:pt idx="92">
                  <c:v>0.33</c:v>
                </c:pt>
                <c:pt idx="93">
                  <c:v>0.33500000000000002</c:v>
                </c:pt>
                <c:pt idx="94">
                  <c:v>0.34</c:v>
                </c:pt>
                <c:pt idx="95">
                  <c:v>0.34499999999999997</c:v>
                </c:pt>
              </c:numCache>
            </c:numRef>
          </c:xVal>
          <c:yVal>
            <c:numRef>
              <c:f>'Chart Data'!$Z$2:$Z$97</c:f>
              <c:numCache>
                <c:formatCode>0</c:formatCode>
                <c:ptCount val="96"/>
                <c:pt idx="0">
                  <c:v>8.2413917607099992E-3</c:v>
                </c:pt>
                <c:pt idx="1">
                  <c:v>1.18935251027E-2</c:v>
                </c:pt>
                <c:pt idx="2">
                  <c:v>1.62419994999E-2</c:v>
                </c:pt>
                <c:pt idx="3">
                  <c:v>2.13258079137E-2</c:v>
                </c:pt>
                <c:pt idx="4">
                  <c:v>2.71755082637E-2</c:v>
                </c:pt>
                <c:pt idx="5">
                  <c:v>3.3966813098800001E-2</c:v>
                </c:pt>
                <c:pt idx="6">
                  <c:v>4.21065491542E-2</c:v>
                </c:pt>
                <c:pt idx="7">
                  <c:v>5.0692352847200001E-2</c:v>
                </c:pt>
                <c:pt idx="8">
                  <c:v>5.8966215719200001E-2</c:v>
                </c:pt>
                <c:pt idx="9">
                  <c:v>6.9349137081900006E-2</c:v>
                </c:pt>
                <c:pt idx="10">
                  <c:v>8.0923754110200002E-2</c:v>
                </c:pt>
                <c:pt idx="11">
                  <c:v>9.1298693167200004E-2</c:v>
                </c:pt>
                <c:pt idx="12">
                  <c:v>0.10619712256199999</c:v>
                </c:pt>
                <c:pt idx="13">
                  <c:v>0.12345703531</c:v>
                </c:pt>
                <c:pt idx="14">
                  <c:v>0.13834426326499999</c:v>
                </c:pt>
                <c:pt idx="15">
                  <c:v>0.15051184410400001</c:v>
                </c:pt>
                <c:pt idx="16">
                  <c:v>0.165067514379</c:v>
                </c:pt>
                <c:pt idx="17">
                  <c:v>0.186565355879</c:v>
                </c:pt>
                <c:pt idx="18">
                  <c:v>0.20904613635399999</c:v>
                </c:pt>
                <c:pt idx="19">
                  <c:v>0.22374036199700001</c:v>
                </c:pt>
                <c:pt idx="20">
                  <c:v>0.231339139518</c:v>
                </c:pt>
                <c:pt idx="21">
                  <c:v>0.23783848424000001</c:v>
                </c:pt>
                <c:pt idx="22">
                  <c:v>0.26492954488999998</c:v>
                </c:pt>
                <c:pt idx="23">
                  <c:v>0.31918644557800002</c:v>
                </c:pt>
                <c:pt idx="24">
                  <c:v>0.378518565024</c:v>
                </c:pt>
                <c:pt idx="25">
                  <c:v>0.44478860426299999</c:v>
                </c:pt>
                <c:pt idx="26">
                  <c:v>0.50878868052500004</c:v>
                </c:pt>
                <c:pt idx="27">
                  <c:v>0.56524338114700001</c:v>
                </c:pt>
                <c:pt idx="28">
                  <c:v>0.62490459901499995</c:v>
                </c:pt>
                <c:pt idx="29">
                  <c:v>0.67095606823099996</c:v>
                </c:pt>
                <c:pt idx="30">
                  <c:v>0.71363910593299995</c:v>
                </c:pt>
                <c:pt idx="31">
                  <c:v>0.75495041351000003</c:v>
                </c:pt>
                <c:pt idx="32">
                  <c:v>0.78700753668199996</c:v>
                </c:pt>
                <c:pt idx="33">
                  <c:v>0.81507781542699997</c:v>
                </c:pt>
                <c:pt idx="34">
                  <c:v>0.84460749898700005</c:v>
                </c:pt>
                <c:pt idx="35">
                  <c:v>0.88174185954999995</c:v>
                </c:pt>
                <c:pt idx="36">
                  <c:v>0.92929582093600005</c:v>
                </c:pt>
                <c:pt idx="37">
                  <c:v>0.98656328046700004</c:v>
                </c:pt>
                <c:pt idx="38">
                  <c:v>1.0543018391900001</c:v>
                </c:pt>
                <c:pt idx="39">
                  <c:v>1.1328906600299999</c:v>
                </c:pt>
                <c:pt idx="40">
                  <c:v>1.22225184353</c:v>
                </c:pt>
                <c:pt idx="41">
                  <c:v>1.3206019760900001</c:v>
                </c:pt>
                <c:pt idx="42">
                  <c:v>1.4244320693900001</c:v>
                </c:pt>
                <c:pt idx="43">
                  <c:v>1.52991856498</c:v>
                </c:pt>
                <c:pt idx="44">
                  <c:v>1.6340834855999999</c:v>
                </c:pt>
                <c:pt idx="45">
                  <c:v>1.73829380385</c:v>
                </c:pt>
                <c:pt idx="46">
                  <c:v>1.73829380385</c:v>
                </c:pt>
                <c:pt idx="47">
                  <c:v>2.03257327209</c:v>
                </c:pt>
                <c:pt idx="48">
                  <c:v>2.30713005964</c:v>
                </c:pt>
                <c:pt idx="49">
                  <c:v>2.5941068302599999</c:v>
                </c:pt>
                <c:pt idx="50">
                  <c:v>2.8538845418399998</c:v>
                </c:pt>
                <c:pt idx="51">
                  <c:v>3.05609804358</c:v>
                </c:pt>
                <c:pt idx="52">
                  <c:v>3.2545828625</c:v>
                </c:pt>
                <c:pt idx="53">
                  <c:v>3.4041480150900001</c:v>
                </c:pt>
                <c:pt idx="54">
                  <c:v>3.6008619406700002</c:v>
                </c:pt>
                <c:pt idx="55">
                  <c:v>3.7704093079600001</c:v>
                </c:pt>
                <c:pt idx="56">
                  <c:v>4.0460544389899997</c:v>
                </c:pt>
                <c:pt idx="57">
                  <c:v>4.2657973462800003</c:v>
                </c:pt>
                <c:pt idx="58">
                  <c:v>4.3971897590899998</c:v>
                </c:pt>
                <c:pt idx="59">
                  <c:v>4.4097614208099998</c:v>
                </c:pt>
                <c:pt idx="60">
                  <c:v>4.3401592028099998</c:v>
                </c:pt>
                <c:pt idx="61">
                  <c:v>4.2361253142699997</c:v>
                </c:pt>
                <c:pt idx="62">
                  <c:v>4.1196473408500003</c:v>
                </c:pt>
                <c:pt idx="63">
                  <c:v>4.1082064688399997</c:v>
                </c:pt>
                <c:pt idx="64">
                  <c:v>4.1224355896200002</c:v>
                </c:pt>
                <c:pt idx="65">
                  <c:v>4.1166137231900004</c:v>
                </c:pt>
                <c:pt idx="66">
                  <c:v>4.1085577193400002</c:v>
                </c:pt>
                <c:pt idx="67">
                  <c:v>4.1346579404900003</c:v>
                </c:pt>
                <c:pt idx="68">
                  <c:v>4.1844693710399996</c:v>
                </c:pt>
                <c:pt idx="69">
                  <c:v>4.2360831891200004</c:v>
                </c:pt>
                <c:pt idx="70">
                  <c:v>4.3089893447299996</c:v>
                </c:pt>
                <c:pt idx="71">
                  <c:v>4.3834762488800001</c:v>
                </c:pt>
                <c:pt idx="72">
                  <c:v>4.4566091159700001</c:v>
                </c:pt>
                <c:pt idx="73">
                  <c:v>4.5285993488000003</c:v>
                </c:pt>
                <c:pt idx="74">
                  <c:v>4.6041568335300003</c:v>
                </c:pt>
                <c:pt idx="75">
                  <c:v>4.6953316765100004</c:v>
                </c:pt>
                <c:pt idx="76">
                  <c:v>4.7877004899299997</c:v>
                </c:pt>
                <c:pt idx="77">
                  <c:v>4.8816088713200001</c:v>
                </c:pt>
                <c:pt idx="78">
                  <c:v>4.9765607000800003</c:v>
                </c:pt>
                <c:pt idx="79">
                  <c:v>5.0716915173299997</c:v>
                </c:pt>
                <c:pt idx="80">
                  <c:v>5.1835662863999996</c:v>
                </c:pt>
                <c:pt idx="81">
                  <c:v>5.2935469396699997</c:v>
                </c:pt>
                <c:pt idx="82">
                  <c:v>5.4008829039800004</c:v>
                </c:pt>
                <c:pt idx="83">
                  <c:v>5.5048748940400003</c:v>
                </c:pt>
                <c:pt idx="84">
                  <c:v>5.6052258986199996</c:v>
                </c:pt>
                <c:pt idx="85">
                  <c:v>5.7188822287600001</c:v>
                </c:pt>
                <c:pt idx="86">
                  <c:v>5.8261815518200004</c:v>
                </c:pt>
                <c:pt idx="87">
                  <c:v>5.9256926646499997</c:v>
                </c:pt>
                <c:pt idx="88">
                  <c:v>6.0162779329299996</c:v>
                </c:pt>
                <c:pt idx="89">
                  <c:v>6.1072462455399998</c:v>
                </c:pt>
                <c:pt idx="90">
                  <c:v>6.1971153467700004</c:v>
                </c:pt>
                <c:pt idx="91">
                  <c:v>6.2753580214999998</c:v>
                </c:pt>
                <c:pt idx="92">
                  <c:v>6.3422410503000002</c:v>
                </c:pt>
                <c:pt idx="93">
                  <c:v>6.4049471014400003</c:v>
                </c:pt>
                <c:pt idx="94">
                  <c:v>6.4704452975800004</c:v>
                </c:pt>
                <c:pt idx="95">
                  <c:v>6.5260053252999999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C-0C9E-495C-B6D4-3BAE447447CC}"/>
            </c:ext>
          </c:extLst>
        </c:ser>
        <c:ser>
          <c:idx val="13"/>
          <c:order val="13"/>
          <c:tx>
            <c:v>Run 14</c:v>
          </c:tx>
          <c:spPr>
            <a:ln w="10954">
              <a:solidFill>
                <a:srgbClr val="276B8E"/>
              </a:solidFill>
              <a:prstDash val="solid"/>
            </a:ln>
          </c:spPr>
          <c:xVal>
            <c:numRef>
              <c:f>'Chart Data'!$AA$2:$AA$97</c:f>
              <c:numCache>
                <c:formatCode>General</c:formatCode>
                <c:ptCount val="96"/>
                <c:pt idx="0">
                  <c:v>0.01</c:v>
                </c:pt>
                <c:pt idx="1">
                  <c:v>1.2E-2</c:v>
                </c:pt>
                <c:pt idx="2">
                  <c:v>1.4E-2</c:v>
                </c:pt>
                <c:pt idx="3">
                  <c:v>1.6E-2</c:v>
                </c:pt>
                <c:pt idx="4">
                  <c:v>1.7999999999999999E-2</c:v>
                </c:pt>
                <c:pt idx="5">
                  <c:v>0.02</c:v>
                </c:pt>
                <c:pt idx="6">
                  <c:v>2.1999999999999999E-2</c:v>
                </c:pt>
                <c:pt idx="7">
                  <c:v>2.4E-2</c:v>
                </c:pt>
                <c:pt idx="8">
                  <c:v>2.5999999999999999E-2</c:v>
                </c:pt>
                <c:pt idx="9">
                  <c:v>2.8000000000000001E-2</c:v>
                </c:pt>
                <c:pt idx="10">
                  <c:v>0.03</c:v>
                </c:pt>
                <c:pt idx="11">
                  <c:v>3.2000000000000001E-2</c:v>
                </c:pt>
                <c:pt idx="12">
                  <c:v>3.4000000000000002E-2</c:v>
                </c:pt>
                <c:pt idx="13">
                  <c:v>3.5999999999999997E-2</c:v>
                </c:pt>
                <c:pt idx="14">
                  <c:v>3.7999999999999999E-2</c:v>
                </c:pt>
                <c:pt idx="15">
                  <c:v>0.04</c:v>
                </c:pt>
                <c:pt idx="16">
                  <c:v>4.2000000000000003E-2</c:v>
                </c:pt>
                <c:pt idx="17">
                  <c:v>4.3999999999999997E-2</c:v>
                </c:pt>
                <c:pt idx="18">
                  <c:v>4.5999999999999999E-2</c:v>
                </c:pt>
                <c:pt idx="19">
                  <c:v>4.8000000000000001E-2</c:v>
                </c:pt>
                <c:pt idx="20">
                  <c:v>0.05</c:v>
                </c:pt>
                <c:pt idx="21">
                  <c:v>5.1999999999999998E-2</c:v>
                </c:pt>
                <c:pt idx="22">
                  <c:v>5.3999999999999999E-2</c:v>
                </c:pt>
                <c:pt idx="23">
                  <c:v>5.6000000000000001E-2</c:v>
                </c:pt>
                <c:pt idx="24">
                  <c:v>5.8000000000000003E-2</c:v>
                </c:pt>
                <c:pt idx="25">
                  <c:v>0.06</c:v>
                </c:pt>
                <c:pt idx="26">
                  <c:v>6.2E-2</c:v>
                </c:pt>
                <c:pt idx="27">
                  <c:v>6.4000000000000001E-2</c:v>
                </c:pt>
                <c:pt idx="28">
                  <c:v>6.6000000000000003E-2</c:v>
                </c:pt>
                <c:pt idx="29">
                  <c:v>6.8000000000000005E-2</c:v>
                </c:pt>
                <c:pt idx="30">
                  <c:v>7.0000000000000007E-2</c:v>
                </c:pt>
                <c:pt idx="31">
                  <c:v>7.1999999999999995E-2</c:v>
                </c:pt>
                <c:pt idx="32">
                  <c:v>7.3999999999999996E-2</c:v>
                </c:pt>
                <c:pt idx="33">
                  <c:v>7.5999999999999998E-2</c:v>
                </c:pt>
                <c:pt idx="34">
                  <c:v>7.8E-2</c:v>
                </c:pt>
                <c:pt idx="35">
                  <c:v>0.08</c:v>
                </c:pt>
                <c:pt idx="36">
                  <c:v>8.2000000000000003E-2</c:v>
                </c:pt>
                <c:pt idx="37">
                  <c:v>8.4000000000000005E-2</c:v>
                </c:pt>
                <c:pt idx="38">
                  <c:v>8.5999999999999993E-2</c:v>
                </c:pt>
                <c:pt idx="39">
                  <c:v>8.7999999999999995E-2</c:v>
                </c:pt>
                <c:pt idx="40">
                  <c:v>0.09</c:v>
                </c:pt>
                <c:pt idx="41">
                  <c:v>9.1999999999999998E-2</c:v>
                </c:pt>
                <c:pt idx="42">
                  <c:v>9.4E-2</c:v>
                </c:pt>
                <c:pt idx="43">
                  <c:v>9.6000000000000002E-2</c:v>
                </c:pt>
                <c:pt idx="44">
                  <c:v>9.8000000000000004E-2</c:v>
                </c:pt>
                <c:pt idx="45">
                  <c:v>0.1</c:v>
                </c:pt>
                <c:pt idx="46">
                  <c:v>0.1</c:v>
                </c:pt>
                <c:pt idx="47">
                  <c:v>0.105</c:v>
                </c:pt>
                <c:pt idx="48">
                  <c:v>0.11</c:v>
                </c:pt>
                <c:pt idx="49">
                  <c:v>0.115</c:v>
                </c:pt>
                <c:pt idx="50">
                  <c:v>0.12</c:v>
                </c:pt>
                <c:pt idx="51">
                  <c:v>0.125</c:v>
                </c:pt>
                <c:pt idx="52">
                  <c:v>0.13</c:v>
                </c:pt>
                <c:pt idx="53">
                  <c:v>0.13500000000000001</c:v>
                </c:pt>
                <c:pt idx="54">
                  <c:v>0.14000000000000001</c:v>
                </c:pt>
                <c:pt idx="55">
                  <c:v>0.14499999999999999</c:v>
                </c:pt>
                <c:pt idx="56">
                  <c:v>0.15</c:v>
                </c:pt>
                <c:pt idx="57">
                  <c:v>0.155</c:v>
                </c:pt>
                <c:pt idx="58">
                  <c:v>0.16</c:v>
                </c:pt>
                <c:pt idx="59">
                  <c:v>0.16500000000000001</c:v>
                </c:pt>
                <c:pt idx="60">
                  <c:v>0.17</c:v>
                </c:pt>
                <c:pt idx="61">
                  <c:v>0.17499999999999999</c:v>
                </c:pt>
                <c:pt idx="62">
                  <c:v>0.18</c:v>
                </c:pt>
                <c:pt idx="63">
                  <c:v>0.185</c:v>
                </c:pt>
                <c:pt idx="64">
                  <c:v>0.19</c:v>
                </c:pt>
                <c:pt idx="65">
                  <c:v>0.19500000000000001</c:v>
                </c:pt>
                <c:pt idx="66">
                  <c:v>0.2</c:v>
                </c:pt>
                <c:pt idx="67">
                  <c:v>0.20499999999999999</c:v>
                </c:pt>
                <c:pt idx="68">
                  <c:v>0.21</c:v>
                </c:pt>
                <c:pt idx="69">
                  <c:v>0.215</c:v>
                </c:pt>
                <c:pt idx="70">
                  <c:v>0.22</c:v>
                </c:pt>
                <c:pt idx="71">
                  <c:v>0.22500000000000001</c:v>
                </c:pt>
                <c:pt idx="72">
                  <c:v>0.23</c:v>
                </c:pt>
                <c:pt idx="73">
                  <c:v>0.23499999999999999</c:v>
                </c:pt>
                <c:pt idx="74">
                  <c:v>0.24</c:v>
                </c:pt>
                <c:pt idx="75">
                  <c:v>0.245</c:v>
                </c:pt>
                <c:pt idx="76">
                  <c:v>0.25</c:v>
                </c:pt>
                <c:pt idx="77">
                  <c:v>0.255</c:v>
                </c:pt>
                <c:pt idx="78">
                  <c:v>0.26</c:v>
                </c:pt>
                <c:pt idx="79">
                  <c:v>0.26500000000000001</c:v>
                </c:pt>
                <c:pt idx="80">
                  <c:v>0.27</c:v>
                </c:pt>
                <c:pt idx="81">
                  <c:v>0.27500000000000002</c:v>
                </c:pt>
                <c:pt idx="82">
                  <c:v>0.28000000000000003</c:v>
                </c:pt>
                <c:pt idx="83">
                  <c:v>0.28499999999999998</c:v>
                </c:pt>
                <c:pt idx="84">
                  <c:v>0.28999999999999998</c:v>
                </c:pt>
                <c:pt idx="85">
                  <c:v>0.29499999999999998</c:v>
                </c:pt>
                <c:pt idx="86">
                  <c:v>0.3</c:v>
                </c:pt>
                <c:pt idx="87">
                  <c:v>0.30499999999999999</c:v>
                </c:pt>
                <c:pt idx="88">
                  <c:v>0.31</c:v>
                </c:pt>
                <c:pt idx="89">
                  <c:v>0.315</c:v>
                </c:pt>
                <c:pt idx="90">
                  <c:v>0.32</c:v>
                </c:pt>
                <c:pt idx="91">
                  <c:v>0.32500000000000001</c:v>
                </c:pt>
                <c:pt idx="92">
                  <c:v>0.33</c:v>
                </c:pt>
                <c:pt idx="93">
                  <c:v>0.33500000000000002</c:v>
                </c:pt>
                <c:pt idx="94">
                  <c:v>0.34</c:v>
                </c:pt>
                <c:pt idx="95">
                  <c:v>0.34499999999999997</c:v>
                </c:pt>
              </c:numCache>
            </c:numRef>
          </c:xVal>
          <c:yVal>
            <c:numRef>
              <c:f>'Chart Data'!$AB$2:$AB$97</c:f>
              <c:numCache>
                <c:formatCode>0</c:formatCode>
                <c:ptCount val="96"/>
                <c:pt idx="0">
                  <c:v>9.0655309367799995E-3</c:v>
                </c:pt>
                <c:pt idx="1">
                  <c:v>1.3082877612999999E-2</c:v>
                </c:pt>
                <c:pt idx="2">
                  <c:v>1.7866199449899998E-2</c:v>
                </c:pt>
                <c:pt idx="3">
                  <c:v>2.3458388705099999E-2</c:v>
                </c:pt>
                <c:pt idx="4">
                  <c:v>2.989305909E-2</c:v>
                </c:pt>
                <c:pt idx="5">
                  <c:v>3.7363494408599998E-2</c:v>
                </c:pt>
                <c:pt idx="6">
                  <c:v>4.63172040696E-2</c:v>
                </c:pt>
                <c:pt idx="7">
                  <c:v>5.5761588132000002E-2</c:v>
                </c:pt>
                <c:pt idx="8">
                  <c:v>6.4862837291099998E-2</c:v>
                </c:pt>
                <c:pt idx="9">
                  <c:v>7.6284050790100005E-2</c:v>
                </c:pt>
                <c:pt idx="10">
                  <c:v>8.9016129521199999E-2</c:v>
                </c:pt>
                <c:pt idx="11">
                  <c:v>0.10042856248400001</c:v>
                </c:pt>
                <c:pt idx="12">
                  <c:v>0.116816834818</c:v>
                </c:pt>
                <c:pt idx="13">
                  <c:v>0.135802738841</c:v>
                </c:pt>
                <c:pt idx="14">
                  <c:v>0.15217868959200001</c:v>
                </c:pt>
                <c:pt idx="15">
                  <c:v>0.16556302851400001</c:v>
                </c:pt>
                <c:pt idx="16">
                  <c:v>0.18157426581700001</c:v>
                </c:pt>
                <c:pt idx="17">
                  <c:v>0.20522189146700001</c:v>
                </c:pt>
                <c:pt idx="18">
                  <c:v>0.22995074999000001</c:v>
                </c:pt>
                <c:pt idx="19">
                  <c:v>0.24611439819700001</c:v>
                </c:pt>
                <c:pt idx="20">
                  <c:v>0.25447305346999999</c:v>
                </c:pt>
                <c:pt idx="21">
                  <c:v>0.26162233266399998</c:v>
                </c:pt>
                <c:pt idx="22">
                  <c:v>0.291422499379</c:v>
                </c:pt>
                <c:pt idx="23">
                  <c:v>0.351105090136</c:v>
                </c:pt>
                <c:pt idx="24">
                  <c:v>0.41637042152699999</c:v>
                </c:pt>
                <c:pt idx="25">
                  <c:v>0.48926746468999999</c:v>
                </c:pt>
                <c:pt idx="26">
                  <c:v>0.55966754857699996</c:v>
                </c:pt>
                <c:pt idx="27">
                  <c:v>0.62176771926200003</c:v>
                </c:pt>
                <c:pt idx="28">
                  <c:v>0.68739505891700003</c:v>
                </c:pt>
                <c:pt idx="29">
                  <c:v>0.73805167505400004</c:v>
                </c:pt>
                <c:pt idx="30">
                  <c:v>0.78500301652600002</c:v>
                </c:pt>
                <c:pt idx="31">
                  <c:v>0.83044545486099997</c:v>
                </c:pt>
                <c:pt idx="32">
                  <c:v>0.86570829034999996</c:v>
                </c:pt>
                <c:pt idx="33">
                  <c:v>0.89658559696999995</c:v>
                </c:pt>
                <c:pt idx="34">
                  <c:v>0.92906824888600004</c:v>
                </c:pt>
                <c:pt idx="35">
                  <c:v>0.96991604550499999</c:v>
                </c:pt>
                <c:pt idx="36">
                  <c:v>1.02222540303</c:v>
                </c:pt>
                <c:pt idx="37">
                  <c:v>1.0852196085100001</c:v>
                </c:pt>
                <c:pt idx="38">
                  <c:v>1.1597320231099999</c:v>
                </c:pt>
                <c:pt idx="39">
                  <c:v>1.24617972604</c:v>
                </c:pt>
                <c:pt idx="40">
                  <c:v>1.34447702788</c:v>
                </c:pt>
                <c:pt idx="41">
                  <c:v>1.4526621737000001</c:v>
                </c:pt>
                <c:pt idx="42">
                  <c:v>1.56687527633</c:v>
                </c:pt>
                <c:pt idx="43">
                  <c:v>1.6829104214799999</c:v>
                </c:pt>
                <c:pt idx="44">
                  <c:v>1.7974918341599999</c:v>
                </c:pt>
                <c:pt idx="45">
                  <c:v>1.9121231842299999</c:v>
                </c:pt>
                <c:pt idx="46">
                  <c:v>1.9121231842299999</c:v>
                </c:pt>
                <c:pt idx="47">
                  <c:v>2.2358305992999998</c:v>
                </c:pt>
                <c:pt idx="48">
                  <c:v>2.5378430656000002</c:v>
                </c:pt>
                <c:pt idx="49">
                  <c:v>2.8535175132799999</c:v>
                </c:pt>
                <c:pt idx="50">
                  <c:v>3.1392729960199999</c:v>
                </c:pt>
                <c:pt idx="51">
                  <c:v>3.36170784794</c:v>
                </c:pt>
                <c:pt idx="52">
                  <c:v>3.5800411487499999</c:v>
                </c:pt>
                <c:pt idx="53">
                  <c:v>3.7445628165899998</c:v>
                </c:pt>
                <c:pt idx="54">
                  <c:v>3.9609481347400002</c:v>
                </c:pt>
                <c:pt idx="55">
                  <c:v>4.1474502387600003</c:v>
                </c:pt>
                <c:pt idx="56">
                  <c:v>4.4506598828900001</c:v>
                </c:pt>
                <c:pt idx="57">
                  <c:v>4.6923770809100001</c:v>
                </c:pt>
                <c:pt idx="58">
                  <c:v>4.8369087349999997</c:v>
                </c:pt>
                <c:pt idx="59">
                  <c:v>4.85073756289</c:v>
                </c:pt>
                <c:pt idx="60">
                  <c:v>4.77417512309</c:v>
                </c:pt>
                <c:pt idx="61">
                  <c:v>4.6597378456999996</c:v>
                </c:pt>
                <c:pt idx="62">
                  <c:v>4.53161207493</c:v>
                </c:pt>
                <c:pt idx="63">
                  <c:v>4.5190271157300002</c:v>
                </c:pt>
                <c:pt idx="64">
                  <c:v>4.5346791485800004</c:v>
                </c:pt>
                <c:pt idx="65">
                  <c:v>4.5282750955099997</c:v>
                </c:pt>
                <c:pt idx="66">
                  <c:v>4.5194134912699999</c:v>
                </c:pt>
                <c:pt idx="67">
                  <c:v>4.5481237345399999</c:v>
                </c:pt>
                <c:pt idx="68">
                  <c:v>4.6029163081400002</c:v>
                </c:pt>
                <c:pt idx="69">
                  <c:v>4.6596915080299999</c:v>
                </c:pt>
                <c:pt idx="70">
                  <c:v>4.7398882792099997</c:v>
                </c:pt>
                <c:pt idx="71">
                  <c:v>4.8218238737699997</c:v>
                </c:pt>
                <c:pt idx="72">
                  <c:v>4.9022700275700002</c:v>
                </c:pt>
                <c:pt idx="73">
                  <c:v>4.9814592836799996</c:v>
                </c:pt>
                <c:pt idx="74">
                  <c:v>5.0645725168800002</c:v>
                </c:pt>
                <c:pt idx="75">
                  <c:v>5.1648648441700002</c:v>
                </c:pt>
                <c:pt idx="76">
                  <c:v>5.2664705389300002</c:v>
                </c:pt>
                <c:pt idx="77">
                  <c:v>5.3697697584600004</c:v>
                </c:pt>
                <c:pt idx="78">
                  <c:v>5.47421677009</c:v>
                </c:pt>
                <c:pt idx="79">
                  <c:v>5.57886066906</c:v>
                </c:pt>
                <c:pt idx="80">
                  <c:v>5.7019229150399999</c:v>
                </c:pt>
                <c:pt idx="81">
                  <c:v>5.8229016336399999</c:v>
                </c:pt>
                <c:pt idx="82">
                  <c:v>5.9409711943800003</c:v>
                </c:pt>
                <c:pt idx="83">
                  <c:v>6.0553623834500003</c:v>
                </c:pt>
                <c:pt idx="84">
                  <c:v>6.1657484884800002</c:v>
                </c:pt>
                <c:pt idx="85">
                  <c:v>6.2907704516400003</c:v>
                </c:pt>
                <c:pt idx="86">
                  <c:v>6.408799707</c:v>
                </c:pt>
                <c:pt idx="87">
                  <c:v>6.5182619311199996</c:v>
                </c:pt>
                <c:pt idx="88">
                  <c:v>6.6179057262200001</c:v>
                </c:pt>
                <c:pt idx="89">
                  <c:v>6.7179708700900003</c:v>
                </c:pt>
                <c:pt idx="90">
                  <c:v>6.8168268814499999</c:v>
                </c:pt>
                <c:pt idx="91">
                  <c:v>6.9028938236500004</c:v>
                </c:pt>
                <c:pt idx="92">
                  <c:v>6.9764651553299997</c:v>
                </c:pt>
                <c:pt idx="93">
                  <c:v>7.0454418115899999</c:v>
                </c:pt>
                <c:pt idx="94">
                  <c:v>7.11748982734</c:v>
                </c:pt>
                <c:pt idx="95">
                  <c:v>7.17860585783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D-0C9E-495C-B6D4-3BAE447447CC}"/>
            </c:ext>
          </c:extLst>
        </c:ser>
        <c:ser>
          <c:idx val="14"/>
          <c:order val="14"/>
          <c:tx>
            <c:v>Run 15</c:v>
          </c:tx>
          <c:spPr>
            <a:ln w="10954">
              <a:solidFill>
                <a:srgbClr val="276B8E"/>
              </a:solidFill>
              <a:prstDash val="solid"/>
            </a:ln>
          </c:spPr>
          <c:xVal>
            <c:numRef>
              <c:f>'Chart Data'!$AC$2:$AC$97</c:f>
              <c:numCache>
                <c:formatCode>General</c:formatCode>
                <c:ptCount val="96"/>
                <c:pt idx="0">
                  <c:v>0.01</c:v>
                </c:pt>
                <c:pt idx="1">
                  <c:v>1.2E-2</c:v>
                </c:pt>
                <c:pt idx="2">
                  <c:v>1.4E-2</c:v>
                </c:pt>
                <c:pt idx="3">
                  <c:v>1.6E-2</c:v>
                </c:pt>
                <c:pt idx="4">
                  <c:v>1.7999999999999999E-2</c:v>
                </c:pt>
                <c:pt idx="5">
                  <c:v>0.02</c:v>
                </c:pt>
                <c:pt idx="6">
                  <c:v>2.1999999999999999E-2</c:v>
                </c:pt>
                <c:pt idx="7">
                  <c:v>2.4E-2</c:v>
                </c:pt>
                <c:pt idx="8">
                  <c:v>2.5999999999999999E-2</c:v>
                </c:pt>
                <c:pt idx="9">
                  <c:v>2.8000000000000001E-2</c:v>
                </c:pt>
                <c:pt idx="10">
                  <c:v>0.03</c:v>
                </c:pt>
                <c:pt idx="11">
                  <c:v>3.2000000000000001E-2</c:v>
                </c:pt>
                <c:pt idx="12">
                  <c:v>3.4000000000000002E-2</c:v>
                </c:pt>
                <c:pt idx="13">
                  <c:v>3.5999999999999997E-2</c:v>
                </c:pt>
                <c:pt idx="14">
                  <c:v>3.7999999999999999E-2</c:v>
                </c:pt>
                <c:pt idx="15">
                  <c:v>0.04</c:v>
                </c:pt>
                <c:pt idx="16">
                  <c:v>4.2000000000000003E-2</c:v>
                </c:pt>
                <c:pt idx="17">
                  <c:v>4.3999999999999997E-2</c:v>
                </c:pt>
                <c:pt idx="18">
                  <c:v>4.5999999999999999E-2</c:v>
                </c:pt>
                <c:pt idx="19">
                  <c:v>4.8000000000000001E-2</c:v>
                </c:pt>
                <c:pt idx="20">
                  <c:v>0.05</c:v>
                </c:pt>
                <c:pt idx="21">
                  <c:v>5.1999999999999998E-2</c:v>
                </c:pt>
                <c:pt idx="22">
                  <c:v>5.3999999999999999E-2</c:v>
                </c:pt>
                <c:pt idx="23">
                  <c:v>5.6000000000000001E-2</c:v>
                </c:pt>
                <c:pt idx="24">
                  <c:v>5.8000000000000003E-2</c:v>
                </c:pt>
                <c:pt idx="25">
                  <c:v>0.06</c:v>
                </c:pt>
                <c:pt idx="26">
                  <c:v>6.2E-2</c:v>
                </c:pt>
                <c:pt idx="27">
                  <c:v>6.4000000000000001E-2</c:v>
                </c:pt>
                <c:pt idx="28">
                  <c:v>6.6000000000000003E-2</c:v>
                </c:pt>
                <c:pt idx="29">
                  <c:v>6.8000000000000005E-2</c:v>
                </c:pt>
                <c:pt idx="30">
                  <c:v>7.0000000000000007E-2</c:v>
                </c:pt>
                <c:pt idx="31">
                  <c:v>7.1999999999999995E-2</c:v>
                </c:pt>
                <c:pt idx="32">
                  <c:v>7.3999999999999996E-2</c:v>
                </c:pt>
                <c:pt idx="33">
                  <c:v>7.5999999999999998E-2</c:v>
                </c:pt>
                <c:pt idx="34">
                  <c:v>7.8E-2</c:v>
                </c:pt>
                <c:pt idx="35">
                  <c:v>0.08</c:v>
                </c:pt>
                <c:pt idx="36">
                  <c:v>8.2000000000000003E-2</c:v>
                </c:pt>
                <c:pt idx="37">
                  <c:v>8.4000000000000005E-2</c:v>
                </c:pt>
                <c:pt idx="38">
                  <c:v>8.5999999999999993E-2</c:v>
                </c:pt>
                <c:pt idx="39">
                  <c:v>8.7999999999999995E-2</c:v>
                </c:pt>
                <c:pt idx="40">
                  <c:v>0.09</c:v>
                </c:pt>
                <c:pt idx="41">
                  <c:v>9.1999999999999998E-2</c:v>
                </c:pt>
                <c:pt idx="42">
                  <c:v>9.4E-2</c:v>
                </c:pt>
                <c:pt idx="43">
                  <c:v>9.6000000000000002E-2</c:v>
                </c:pt>
                <c:pt idx="44">
                  <c:v>9.8000000000000004E-2</c:v>
                </c:pt>
                <c:pt idx="45">
                  <c:v>0.1</c:v>
                </c:pt>
                <c:pt idx="46">
                  <c:v>0.1</c:v>
                </c:pt>
                <c:pt idx="47">
                  <c:v>0.105</c:v>
                </c:pt>
                <c:pt idx="48">
                  <c:v>0.11</c:v>
                </c:pt>
                <c:pt idx="49">
                  <c:v>0.115</c:v>
                </c:pt>
                <c:pt idx="50">
                  <c:v>0.12</c:v>
                </c:pt>
                <c:pt idx="51">
                  <c:v>0.125</c:v>
                </c:pt>
                <c:pt idx="52">
                  <c:v>0.13</c:v>
                </c:pt>
                <c:pt idx="53">
                  <c:v>0.13500000000000001</c:v>
                </c:pt>
                <c:pt idx="54">
                  <c:v>0.14000000000000001</c:v>
                </c:pt>
                <c:pt idx="55">
                  <c:v>0.14499999999999999</c:v>
                </c:pt>
                <c:pt idx="56">
                  <c:v>0.15</c:v>
                </c:pt>
                <c:pt idx="57">
                  <c:v>0.155</c:v>
                </c:pt>
                <c:pt idx="58">
                  <c:v>0.16</c:v>
                </c:pt>
                <c:pt idx="59">
                  <c:v>0.16500000000000001</c:v>
                </c:pt>
                <c:pt idx="60">
                  <c:v>0.17</c:v>
                </c:pt>
                <c:pt idx="61">
                  <c:v>0.17499999999999999</c:v>
                </c:pt>
                <c:pt idx="62">
                  <c:v>0.18</c:v>
                </c:pt>
                <c:pt idx="63">
                  <c:v>0.185</c:v>
                </c:pt>
                <c:pt idx="64">
                  <c:v>0.19</c:v>
                </c:pt>
                <c:pt idx="65">
                  <c:v>0.19500000000000001</c:v>
                </c:pt>
                <c:pt idx="66">
                  <c:v>0.2</c:v>
                </c:pt>
                <c:pt idx="67">
                  <c:v>0.20499999999999999</c:v>
                </c:pt>
                <c:pt idx="68">
                  <c:v>0.21</c:v>
                </c:pt>
                <c:pt idx="69">
                  <c:v>0.215</c:v>
                </c:pt>
                <c:pt idx="70">
                  <c:v>0.22</c:v>
                </c:pt>
                <c:pt idx="71">
                  <c:v>0.22500000000000001</c:v>
                </c:pt>
                <c:pt idx="72">
                  <c:v>0.23</c:v>
                </c:pt>
                <c:pt idx="73">
                  <c:v>0.23499999999999999</c:v>
                </c:pt>
                <c:pt idx="74">
                  <c:v>0.24</c:v>
                </c:pt>
                <c:pt idx="75">
                  <c:v>0.245</c:v>
                </c:pt>
                <c:pt idx="76">
                  <c:v>0.25</c:v>
                </c:pt>
                <c:pt idx="77">
                  <c:v>0.255</c:v>
                </c:pt>
                <c:pt idx="78">
                  <c:v>0.26</c:v>
                </c:pt>
                <c:pt idx="79">
                  <c:v>0.26500000000000001</c:v>
                </c:pt>
                <c:pt idx="80">
                  <c:v>0.27</c:v>
                </c:pt>
                <c:pt idx="81">
                  <c:v>0.27500000000000002</c:v>
                </c:pt>
                <c:pt idx="82">
                  <c:v>0.28000000000000003</c:v>
                </c:pt>
                <c:pt idx="83">
                  <c:v>0.28499999999999998</c:v>
                </c:pt>
                <c:pt idx="84">
                  <c:v>0.28999999999999998</c:v>
                </c:pt>
                <c:pt idx="85">
                  <c:v>0.29499999999999998</c:v>
                </c:pt>
                <c:pt idx="86">
                  <c:v>0.3</c:v>
                </c:pt>
                <c:pt idx="87">
                  <c:v>0.30499999999999999</c:v>
                </c:pt>
                <c:pt idx="88">
                  <c:v>0.31</c:v>
                </c:pt>
                <c:pt idx="89">
                  <c:v>0.315</c:v>
                </c:pt>
                <c:pt idx="90">
                  <c:v>0.32</c:v>
                </c:pt>
                <c:pt idx="91">
                  <c:v>0.32500000000000001</c:v>
                </c:pt>
                <c:pt idx="92">
                  <c:v>0.33</c:v>
                </c:pt>
                <c:pt idx="93">
                  <c:v>0.33500000000000002</c:v>
                </c:pt>
                <c:pt idx="94">
                  <c:v>0.34</c:v>
                </c:pt>
                <c:pt idx="95">
                  <c:v>0.34499999999999997</c:v>
                </c:pt>
              </c:numCache>
            </c:numRef>
          </c:xVal>
          <c:yVal>
            <c:numRef>
              <c:f>'Chart Data'!$AD$2:$AD$97</c:f>
              <c:numCache>
                <c:formatCode>0</c:formatCode>
                <c:ptCount val="96"/>
                <c:pt idx="0">
                  <c:v>9.8896701128600006E-3</c:v>
                </c:pt>
                <c:pt idx="1">
                  <c:v>1.4272230123199999E-2</c:v>
                </c:pt>
                <c:pt idx="2">
                  <c:v>1.9490399399900001E-2</c:v>
                </c:pt>
                <c:pt idx="3">
                  <c:v>2.5590969496399999E-2</c:v>
                </c:pt>
                <c:pt idx="4">
                  <c:v>3.2610609916400003E-2</c:v>
                </c:pt>
                <c:pt idx="5">
                  <c:v>4.0760175718499998E-2</c:v>
                </c:pt>
                <c:pt idx="6">
                  <c:v>5.0527858985E-2</c:v>
                </c:pt>
                <c:pt idx="7">
                  <c:v>6.08308234167E-2</c:v>
                </c:pt>
                <c:pt idx="8">
                  <c:v>7.0759458863000002E-2</c:v>
                </c:pt>
                <c:pt idx="9">
                  <c:v>8.3218964498300005E-2</c:v>
                </c:pt>
                <c:pt idx="10">
                  <c:v>9.7108504932199996E-2</c:v>
                </c:pt>
                <c:pt idx="11">
                  <c:v>0.109558431801</c:v>
                </c:pt>
                <c:pt idx="12">
                  <c:v>0.12743654707400001</c:v>
                </c:pt>
                <c:pt idx="13">
                  <c:v>0.14814844237200001</c:v>
                </c:pt>
                <c:pt idx="14">
                  <c:v>0.166013115918</c:v>
                </c:pt>
                <c:pt idx="15">
                  <c:v>0.18061421292400001</c:v>
                </c:pt>
                <c:pt idx="16">
                  <c:v>0.19808101725499999</c:v>
                </c:pt>
                <c:pt idx="17">
                  <c:v>0.223878427055</c:v>
                </c:pt>
                <c:pt idx="18">
                  <c:v>0.25085536362499999</c:v>
                </c:pt>
                <c:pt idx="19">
                  <c:v>0.26848843439600001</c:v>
                </c:pt>
                <c:pt idx="20">
                  <c:v>0.27760696742099999</c:v>
                </c:pt>
                <c:pt idx="21">
                  <c:v>0.28540618108799998</c:v>
                </c:pt>
                <c:pt idx="22">
                  <c:v>0.31791545386800002</c:v>
                </c:pt>
                <c:pt idx="23">
                  <c:v>0.38302373469399997</c:v>
                </c:pt>
                <c:pt idx="24">
                  <c:v>0.454222278029</c:v>
                </c:pt>
                <c:pt idx="25">
                  <c:v>0.53374632511599995</c:v>
                </c:pt>
                <c:pt idx="26">
                  <c:v>0.610546416629</c:v>
                </c:pt>
                <c:pt idx="27">
                  <c:v>0.67829205737700005</c:v>
                </c:pt>
                <c:pt idx="28">
                  <c:v>0.74988551881800003</c:v>
                </c:pt>
                <c:pt idx="29">
                  <c:v>0.80514728187700002</c:v>
                </c:pt>
                <c:pt idx="30">
                  <c:v>0.85636692711899998</c:v>
                </c:pt>
                <c:pt idx="31">
                  <c:v>0.90594049621200001</c:v>
                </c:pt>
                <c:pt idx="32">
                  <c:v>0.94440904401799997</c:v>
                </c:pt>
                <c:pt idx="33">
                  <c:v>0.97809337851199996</c:v>
                </c:pt>
                <c:pt idx="34">
                  <c:v>1.01352899878</c:v>
                </c:pt>
                <c:pt idx="35">
                  <c:v>1.05809023146</c:v>
                </c:pt>
                <c:pt idx="36">
                  <c:v>1.11515498512</c:v>
                </c:pt>
                <c:pt idx="37">
                  <c:v>1.18387593656</c:v>
                </c:pt>
                <c:pt idx="38">
                  <c:v>1.2651622070299999</c:v>
                </c:pt>
                <c:pt idx="39">
                  <c:v>1.3594687920399999</c:v>
                </c:pt>
                <c:pt idx="40">
                  <c:v>1.46670221223</c:v>
                </c:pt>
                <c:pt idx="41">
                  <c:v>1.58472237131</c:v>
                </c:pt>
                <c:pt idx="42">
                  <c:v>1.7093184832699999</c:v>
                </c:pt>
                <c:pt idx="43">
                  <c:v>1.8359022779700001</c:v>
                </c:pt>
                <c:pt idx="44">
                  <c:v>1.9609001827200001</c:v>
                </c:pt>
                <c:pt idx="45">
                  <c:v>2.0859525646199999</c:v>
                </c:pt>
                <c:pt idx="46">
                  <c:v>2.0859525646199999</c:v>
                </c:pt>
                <c:pt idx="47">
                  <c:v>2.4390879265100001</c:v>
                </c:pt>
                <c:pt idx="48">
                  <c:v>2.7685560715599999</c:v>
                </c:pt>
                <c:pt idx="49">
                  <c:v>3.11292819631</c:v>
                </c:pt>
                <c:pt idx="50">
                  <c:v>3.4246614502099999</c:v>
                </c:pt>
                <c:pt idx="51">
                  <c:v>3.6673176523</c:v>
                </c:pt>
                <c:pt idx="52">
                  <c:v>3.9054994349999999</c:v>
                </c:pt>
                <c:pt idx="53">
                  <c:v>4.0849776180999999</c:v>
                </c:pt>
                <c:pt idx="54">
                  <c:v>4.3210343287999997</c:v>
                </c:pt>
                <c:pt idx="55">
                  <c:v>4.5244911695600001</c:v>
                </c:pt>
                <c:pt idx="56">
                  <c:v>4.8552653267899997</c:v>
                </c:pt>
                <c:pt idx="57">
                  <c:v>5.1189568155399998</c:v>
                </c:pt>
                <c:pt idx="58">
                  <c:v>5.2766277109099997</c:v>
                </c:pt>
                <c:pt idx="59">
                  <c:v>5.2917137049700003</c:v>
                </c:pt>
                <c:pt idx="60">
                  <c:v>5.2081910433700003</c:v>
                </c:pt>
                <c:pt idx="61">
                  <c:v>5.0833503771300004</c:v>
                </c:pt>
                <c:pt idx="62">
                  <c:v>4.9435768090199996</c:v>
                </c:pt>
                <c:pt idx="63">
                  <c:v>4.9298477626099997</c:v>
                </c:pt>
                <c:pt idx="64">
                  <c:v>4.9469227075399997</c:v>
                </c:pt>
                <c:pt idx="65">
                  <c:v>4.93993646783</c:v>
                </c:pt>
                <c:pt idx="66">
                  <c:v>4.9302692632099996</c:v>
                </c:pt>
                <c:pt idx="67">
                  <c:v>4.9615895285900002</c:v>
                </c:pt>
                <c:pt idx="68">
                  <c:v>5.0213632452499999</c:v>
                </c:pt>
                <c:pt idx="69">
                  <c:v>5.0832998269500003</c:v>
                </c:pt>
                <c:pt idx="70">
                  <c:v>5.1707872136799997</c:v>
                </c:pt>
                <c:pt idx="71">
                  <c:v>5.2601714986600001</c:v>
                </c:pt>
                <c:pt idx="72">
                  <c:v>5.3479309391600003</c:v>
                </c:pt>
                <c:pt idx="73">
                  <c:v>5.4343192185599998</c:v>
                </c:pt>
                <c:pt idx="74">
                  <c:v>5.5249882002300001</c:v>
                </c:pt>
                <c:pt idx="75">
                  <c:v>5.6343980118200001</c:v>
                </c:pt>
                <c:pt idx="76">
                  <c:v>5.7452405879199997</c:v>
                </c:pt>
                <c:pt idx="77">
                  <c:v>5.8579306455899998</c:v>
                </c:pt>
                <c:pt idx="78">
                  <c:v>5.9718728400999996</c:v>
                </c:pt>
                <c:pt idx="79">
                  <c:v>6.0860298207900003</c:v>
                </c:pt>
                <c:pt idx="80">
                  <c:v>6.2202795436800002</c:v>
                </c:pt>
                <c:pt idx="81">
                  <c:v>6.3522563276100001</c:v>
                </c:pt>
                <c:pt idx="82">
                  <c:v>6.4810594847800003</c:v>
                </c:pt>
                <c:pt idx="83">
                  <c:v>6.6058498728500004</c:v>
                </c:pt>
                <c:pt idx="84">
                  <c:v>6.7262710783399999</c:v>
                </c:pt>
                <c:pt idx="85">
                  <c:v>6.8626586745199996</c:v>
                </c:pt>
                <c:pt idx="86">
                  <c:v>6.9914178621799996</c:v>
                </c:pt>
                <c:pt idx="87">
                  <c:v>7.1108311975799996</c:v>
                </c:pt>
                <c:pt idx="88">
                  <c:v>7.2195335195099997</c:v>
                </c:pt>
                <c:pt idx="89">
                  <c:v>7.3286954946399998</c:v>
                </c:pt>
                <c:pt idx="90">
                  <c:v>7.4365384161200003</c:v>
                </c:pt>
                <c:pt idx="91">
                  <c:v>7.5304296258000001</c:v>
                </c:pt>
                <c:pt idx="92">
                  <c:v>7.61068926036</c:v>
                </c:pt>
                <c:pt idx="93">
                  <c:v>7.6859365217300004</c:v>
                </c:pt>
                <c:pt idx="94">
                  <c:v>7.7645343570999996</c:v>
                </c:pt>
                <c:pt idx="95">
                  <c:v>7.8312063903600002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E-0C9E-495C-B6D4-3BAE447447CC}"/>
            </c:ext>
          </c:extLst>
        </c:ser>
        <c:ser>
          <c:idx val="15"/>
          <c:order val="15"/>
          <c:tx>
            <c:v>Run 16</c:v>
          </c:tx>
          <c:spPr>
            <a:ln w="10954">
              <a:solidFill>
                <a:srgbClr val="276B8E"/>
              </a:solidFill>
              <a:prstDash val="solid"/>
            </a:ln>
          </c:spPr>
          <c:xVal>
            <c:numRef>
              <c:f>'Chart Data'!$AE$2:$AE$97</c:f>
              <c:numCache>
                <c:formatCode>General</c:formatCode>
                <c:ptCount val="96"/>
                <c:pt idx="0">
                  <c:v>0.01</c:v>
                </c:pt>
                <c:pt idx="1">
                  <c:v>1.2E-2</c:v>
                </c:pt>
                <c:pt idx="2">
                  <c:v>1.4E-2</c:v>
                </c:pt>
                <c:pt idx="3">
                  <c:v>1.6E-2</c:v>
                </c:pt>
                <c:pt idx="4">
                  <c:v>1.7999999999999999E-2</c:v>
                </c:pt>
                <c:pt idx="5">
                  <c:v>0.02</c:v>
                </c:pt>
                <c:pt idx="6">
                  <c:v>2.1999999999999999E-2</c:v>
                </c:pt>
                <c:pt idx="7">
                  <c:v>2.4E-2</c:v>
                </c:pt>
                <c:pt idx="8">
                  <c:v>2.5999999999999999E-2</c:v>
                </c:pt>
                <c:pt idx="9">
                  <c:v>2.8000000000000001E-2</c:v>
                </c:pt>
                <c:pt idx="10">
                  <c:v>0.03</c:v>
                </c:pt>
                <c:pt idx="11">
                  <c:v>3.2000000000000001E-2</c:v>
                </c:pt>
                <c:pt idx="12">
                  <c:v>3.4000000000000002E-2</c:v>
                </c:pt>
                <c:pt idx="13">
                  <c:v>3.5999999999999997E-2</c:v>
                </c:pt>
                <c:pt idx="14">
                  <c:v>3.7999999999999999E-2</c:v>
                </c:pt>
                <c:pt idx="15">
                  <c:v>0.04</c:v>
                </c:pt>
                <c:pt idx="16">
                  <c:v>4.2000000000000003E-2</c:v>
                </c:pt>
                <c:pt idx="17">
                  <c:v>4.3999999999999997E-2</c:v>
                </c:pt>
                <c:pt idx="18">
                  <c:v>4.5999999999999999E-2</c:v>
                </c:pt>
                <c:pt idx="19">
                  <c:v>4.8000000000000001E-2</c:v>
                </c:pt>
                <c:pt idx="20">
                  <c:v>0.05</c:v>
                </c:pt>
                <c:pt idx="21">
                  <c:v>5.1999999999999998E-2</c:v>
                </c:pt>
                <c:pt idx="22">
                  <c:v>5.3999999999999999E-2</c:v>
                </c:pt>
                <c:pt idx="23">
                  <c:v>5.6000000000000001E-2</c:v>
                </c:pt>
                <c:pt idx="24">
                  <c:v>5.8000000000000003E-2</c:v>
                </c:pt>
                <c:pt idx="25">
                  <c:v>0.06</c:v>
                </c:pt>
                <c:pt idx="26">
                  <c:v>6.2E-2</c:v>
                </c:pt>
                <c:pt idx="27">
                  <c:v>6.4000000000000001E-2</c:v>
                </c:pt>
                <c:pt idx="28">
                  <c:v>6.6000000000000003E-2</c:v>
                </c:pt>
                <c:pt idx="29">
                  <c:v>6.8000000000000005E-2</c:v>
                </c:pt>
                <c:pt idx="30">
                  <c:v>7.0000000000000007E-2</c:v>
                </c:pt>
                <c:pt idx="31">
                  <c:v>7.1999999999999995E-2</c:v>
                </c:pt>
                <c:pt idx="32">
                  <c:v>7.3999999999999996E-2</c:v>
                </c:pt>
                <c:pt idx="33">
                  <c:v>7.5999999999999998E-2</c:v>
                </c:pt>
                <c:pt idx="34">
                  <c:v>7.8E-2</c:v>
                </c:pt>
                <c:pt idx="35">
                  <c:v>0.08</c:v>
                </c:pt>
                <c:pt idx="36">
                  <c:v>8.2000000000000003E-2</c:v>
                </c:pt>
                <c:pt idx="37">
                  <c:v>8.4000000000000005E-2</c:v>
                </c:pt>
                <c:pt idx="38">
                  <c:v>8.5999999999999993E-2</c:v>
                </c:pt>
                <c:pt idx="39">
                  <c:v>8.7999999999999995E-2</c:v>
                </c:pt>
                <c:pt idx="40">
                  <c:v>0.09</c:v>
                </c:pt>
                <c:pt idx="41">
                  <c:v>9.1999999999999998E-2</c:v>
                </c:pt>
                <c:pt idx="42">
                  <c:v>9.4E-2</c:v>
                </c:pt>
                <c:pt idx="43">
                  <c:v>9.6000000000000002E-2</c:v>
                </c:pt>
                <c:pt idx="44">
                  <c:v>9.8000000000000004E-2</c:v>
                </c:pt>
                <c:pt idx="45">
                  <c:v>0.1</c:v>
                </c:pt>
                <c:pt idx="46">
                  <c:v>0.1</c:v>
                </c:pt>
                <c:pt idx="47">
                  <c:v>0.105</c:v>
                </c:pt>
                <c:pt idx="48">
                  <c:v>0.11</c:v>
                </c:pt>
                <c:pt idx="49">
                  <c:v>0.115</c:v>
                </c:pt>
                <c:pt idx="50">
                  <c:v>0.12</c:v>
                </c:pt>
                <c:pt idx="51">
                  <c:v>0.125</c:v>
                </c:pt>
                <c:pt idx="52">
                  <c:v>0.13</c:v>
                </c:pt>
                <c:pt idx="53">
                  <c:v>0.13500000000000001</c:v>
                </c:pt>
                <c:pt idx="54">
                  <c:v>0.14000000000000001</c:v>
                </c:pt>
                <c:pt idx="55">
                  <c:v>0.14499999999999999</c:v>
                </c:pt>
                <c:pt idx="56">
                  <c:v>0.15</c:v>
                </c:pt>
                <c:pt idx="57">
                  <c:v>0.155</c:v>
                </c:pt>
                <c:pt idx="58">
                  <c:v>0.16</c:v>
                </c:pt>
                <c:pt idx="59">
                  <c:v>0.16500000000000001</c:v>
                </c:pt>
                <c:pt idx="60">
                  <c:v>0.17</c:v>
                </c:pt>
                <c:pt idx="61">
                  <c:v>0.17499999999999999</c:v>
                </c:pt>
                <c:pt idx="62">
                  <c:v>0.18</c:v>
                </c:pt>
                <c:pt idx="63">
                  <c:v>0.185</c:v>
                </c:pt>
                <c:pt idx="64">
                  <c:v>0.19</c:v>
                </c:pt>
                <c:pt idx="65">
                  <c:v>0.19500000000000001</c:v>
                </c:pt>
                <c:pt idx="66">
                  <c:v>0.2</c:v>
                </c:pt>
                <c:pt idx="67">
                  <c:v>0.20499999999999999</c:v>
                </c:pt>
                <c:pt idx="68">
                  <c:v>0.21</c:v>
                </c:pt>
                <c:pt idx="69">
                  <c:v>0.215</c:v>
                </c:pt>
                <c:pt idx="70">
                  <c:v>0.22</c:v>
                </c:pt>
                <c:pt idx="71">
                  <c:v>0.22500000000000001</c:v>
                </c:pt>
                <c:pt idx="72">
                  <c:v>0.23</c:v>
                </c:pt>
                <c:pt idx="73">
                  <c:v>0.23499999999999999</c:v>
                </c:pt>
                <c:pt idx="74">
                  <c:v>0.24</c:v>
                </c:pt>
                <c:pt idx="75">
                  <c:v>0.245</c:v>
                </c:pt>
                <c:pt idx="76">
                  <c:v>0.25</c:v>
                </c:pt>
                <c:pt idx="77">
                  <c:v>0.255</c:v>
                </c:pt>
                <c:pt idx="78">
                  <c:v>0.26</c:v>
                </c:pt>
                <c:pt idx="79">
                  <c:v>0.26500000000000001</c:v>
                </c:pt>
                <c:pt idx="80">
                  <c:v>0.27</c:v>
                </c:pt>
                <c:pt idx="81">
                  <c:v>0.27500000000000002</c:v>
                </c:pt>
                <c:pt idx="82">
                  <c:v>0.28000000000000003</c:v>
                </c:pt>
                <c:pt idx="83">
                  <c:v>0.28499999999999998</c:v>
                </c:pt>
                <c:pt idx="84">
                  <c:v>0.28999999999999998</c:v>
                </c:pt>
                <c:pt idx="85">
                  <c:v>0.29499999999999998</c:v>
                </c:pt>
                <c:pt idx="86">
                  <c:v>0.3</c:v>
                </c:pt>
                <c:pt idx="87">
                  <c:v>0.30499999999999999</c:v>
                </c:pt>
                <c:pt idx="88">
                  <c:v>0.31</c:v>
                </c:pt>
                <c:pt idx="89">
                  <c:v>0.315</c:v>
                </c:pt>
                <c:pt idx="90">
                  <c:v>0.32</c:v>
                </c:pt>
                <c:pt idx="91">
                  <c:v>0.32500000000000001</c:v>
                </c:pt>
                <c:pt idx="92">
                  <c:v>0.33</c:v>
                </c:pt>
                <c:pt idx="93">
                  <c:v>0.33500000000000002</c:v>
                </c:pt>
                <c:pt idx="94">
                  <c:v>0.34</c:v>
                </c:pt>
                <c:pt idx="95">
                  <c:v>0.34499999999999997</c:v>
                </c:pt>
              </c:numCache>
            </c:numRef>
          </c:xVal>
          <c:yVal>
            <c:numRef>
              <c:f>'Chart Data'!$AF$2:$AF$97</c:f>
              <c:numCache>
                <c:formatCode>0</c:formatCode>
                <c:ptCount val="96"/>
                <c:pt idx="0">
                  <c:v>1.1537948465E-2</c:v>
                </c:pt>
                <c:pt idx="1">
                  <c:v>1.6650935143799998E-2</c:v>
                </c:pt>
                <c:pt idx="2">
                  <c:v>2.2738799299900001E-2</c:v>
                </c:pt>
                <c:pt idx="3">
                  <c:v>2.9856131079199998E-2</c:v>
                </c:pt>
                <c:pt idx="4">
                  <c:v>3.8045711569099999E-2</c:v>
                </c:pt>
                <c:pt idx="5">
                  <c:v>4.7553538338299998E-2</c:v>
                </c:pt>
                <c:pt idx="6">
                  <c:v>5.8949168815899997E-2</c:v>
                </c:pt>
                <c:pt idx="7">
                  <c:v>7.0969293986099996E-2</c:v>
                </c:pt>
                <c:pt idx="8">
                  <c:v>8.25527020069E-2</c:v>
                </c:pt>
                <c:pt idx="9">
                  <c:v>9.7088791914600001E-2</c:v>
                </c:pt>
                <c:pt idx="10">
                  <c:v>0.113293255754</c:v>
                </c:pt>
                <c:pt idx="11">
                  <c:v>0.12781817043400001</c:v>
                </c:pt>
                <c:pt idx="12">
                  <c:v>0.14867597158599999</c:v>
                </c:pt>
                <c:pt idx="13">
                  <c:v>0.17283984943399999</c:v>
                </c:pt>
                <c:pt idx="14">
                  <c:v>0.19368196857100001</c:v>
                </c:pt>
                <c:pt idx="15">
                  <c:v>0.21071658174499999</c:v>
                </c:pt>
                <c:pt idx="16">
                  <c:v>0.23109452013000001</c:v>
                </c:pt>
                <c:pt idx="17">
                  <c:v>0.26119149823100002</c:v>
                </c:pt>
                <c:pt idx="18">
                  <c:v>0.292664590896</c:v>
                </c:pt>
                <c:pt idx="19">
                  <c:v>0.31323650679600001</c:v>
                </c:pt>
                <c:pt idx="20">
                  <c:v>0.32387479532500002</c:v>
                </c:pt>
                <c:pt idx="21">
                  <c:v>0.33297387793599997</c:v>
                </c:pt>
                <c:pt idx="22">
                  <c:v>0.370901362846</c:v>
                </c:pt>
                <c:pt idx="23">
                  <c:v>0.44686102380999998</c:v>
                </c:pt>
                <c:pt idx="24">
                  <c:v>0.52992599103399995</c:v>
                </c:pt>
                <c:pt idx="25">
                  <c:v>0.62270404596899998</c:v>
                </c:pt>
                <c:pt idx="26">
                  <c:v>0.71230415273400005</c:v>
                </c:pt>
                <c:pt idx="27">
                  <c:v>0.79134073360599999</c:v>
                </c:pt>
                <c:pt idx="28">
                  <c:v>0.874866438621</c:v>
                </c:pt>
                <c:pt idx="29">
                  <c:v>0.93933849552299997</c:v>
                </c:pt>
                <c:pt idx="30">
                  <c:v>0.99909474830599998</c:v>
                </c:pt>
                <c:pt idx="31">
                  <c:v>1.0569305789100001</c:v>
                </c:pt>
                <c:pt idx="32">
                  <c:v>1.1018105513500001</c:v>
                </c:pt>
                <c:pt idx="33">
                  <c:v>1.1411089416</c:v>
                </c:pt>
                <c:pt idx="34">
                  <c:v>1.18245049858</c:v>
                </c:pt>
                <c:pt idx="35">
                  <c:v>1.2344386033700001</c:v>
                </c:pt>
                <c:pt idx="36">
                  <c:v>1.30101414931</c:v>
                </c:pt>
                <c:pt idx="37">
                  <c:v>1.38118859265</c:v>
                </c:pt>
                <c:pt idx="38">
                  <c:v>1.47602257487</c:v>
                </c:pt>
                <c:pt idx="39">
                  <c:v>1.5860469240499999</c:v>
                </c:pt>
                <c:pt idx="40">
                  <c:v>1.7111525809399999</c:v>
                </c:pt>
                <c:pt idx="41">
                  <c:v>1.84884276653</c:v>
                </c:pt>
                <c:pt idx="42">
                  <c:v>1.9942048971499999</c:v>
                </c:pt>
                <c:pt idx="43">
                  <c:v>2.1418859909700001</c:v>
                </c:pt>
                <c:pt idx="44">
                  <c:v>2.2877168798400001</c:v>
                </c:pt>
                <c:pt idx="45">
                  <c:v>2.4336113253899998</c:v>
                </c:pt>
                <c:pt idx="46">
                  <c:v>2.4336113253899998</c:v>
                </c:pt>
                <c:pt idx="47">
                  <c:v>2.8456025809300001</c:v>
                </c:pt>
                <c:pt idx="48">
                  <c:v>3.2299820834899999</c:v>
                </c:pt>
                <c:pt idx="49">
                  <c:v>3.63174956236</c:v>
                </c:pt>
                <c:pt idx="50">
                  <c:v>3.99543835858</c:v>
                </c:pt>
                <c:pt idx="51">
                  <c:v>4.2785372610200003</c:v>
                </c:pt>
                <c:pt idx="52">
                  <c:v>4.5564160075000002</c:v>
                </c:pt>
                <c:pt idx="53">
                  <c:v>4.7658072211200002</c:v>
                </c:pt>
                <c:pt idx="54">
                  <c:v>5.0412067169399997</c:v>
                </c:pt>
                <c:pt idx="55">
                  <c:v>5.2785730311499997</c:v>
                </c:pt>
                <c:pt idx="56">
                  <c:v>5.6644762145799996</c:v>
                </c:pt>
                <c:pt idx="57">
                  <c:v>5.9721162848000002</c:v>
                </c:pt>
                <c:pt idx="58">
                  <c:v>6.1560656627199997</c:v>
                </c:pt>
                <c:pt idx="59">
                  <c:v>6.1736659891299999</c:v>
                </c:pt>
                <c:pt idx="60">
                  <c:v>6.0762228839299999</c:v>
                </c:pt>
                <c:pt idx="61">
                  <c:v>5.9305754399800001</c:v>
                </c:pt>
                <c:pt idx="62">
                  <c:v>5.7675062771899999</c:v>
                </c:pt>
                <c:pt idx="63">
                  <c:v>5.7514890563799996</c:v>
                </c:pt>
                <c:pt idx="64">
                  <c:v>5.7714098254700001</c:v>
                </c:pt>
                <c:pt idx="65">
                  <c:v>5.7632592124700004</c:v>
                </c:pt>
                <c:pt idx="66">
                  <c:v>5.7519808070799998</c:v>
                </c:pt>
                <c:pt idx="67">
                  <c:v>5.7885211166900001</c:v>
                </c:pt>
                <c:pt idx="68">
                  <c:v>5.8582571194600002</c:v>
                </c:pt>
                <c:pt idx="69">
                  <c:v>5.9305164647700002</c:v>
                </c:pt>
                <c:pt idx="70">
                  <c:v>6.0325850826299998</c:v>
                </c:pt>
                <c:pt idx="71">
                  <c:v>6.1368667484400001</c:v>
                </c:pt>
                <c:pt idx="72">
                  <c:v>6.2392527623599996</c:v>
                </c:pt>
                <c:pt idx="73">
                  <c:v>6.3400390883200002</c:v>
                </c:pt>
                <c:pt idx="74">
                  <c:v>6.44581956694</c:v>
                </c:pt>
                <c:pt idx="75">
                  <c:v>6.5734643471199998</c:v>
                </c:pt>
                <c:pt idx="76">
                  <c:v>6.7027806859099996</c:v>
                </c:pt>
                <c:pt idx="77">
                  <c:v>6.8342524198500003</c:v>
                </c:pt>
                <c:pt idx="78">
                  <c:v>6.9671849801099999</c:v>
                </c:pt>
                <c:pt idx="79">
                  <c:v>7.1003681242600001</c:v>
                </c:pt>
                <c:pt idx="80">
                  <c:v>7.25699280096</c:v>
                </c:pt>
                <c:pt idx="81">
                  <c:v>7.4109657155399997</c:v>
                </c:pt>
                <c:pt idx="82">
                  <c:v>7.5612360655800002</c:v>
                </c:pt>
                <c:pt idx="83">
                  <c:v>7.7068248516600004</c:v>
                </c:pt>
                <c:pt idx="84">
                  <c:v>7.8473162580700002</c:v>
                </c:pt>
                <c:pt idx="85">
                  <c:v>8.0064351202699999</c:v>
                </c:pt>
                <c:pt idx="86">
                  <c:v>8.1566541725399997</c:v>
                </c:pt>
                <c:pt idx="87">
                  <c:v>8.2959697305100004</c:v>
                </c:pt>
                <c:pt idx="88">
                  <c:v>8.4227891060999998</c:v>
                </c:pt>
                <c:pt idx="89">
                  <c:v>8.5501447437499998</c:v>
                </c:pt>
                <c:pt idx="90">
                  <c:v>8.6759614854800002</c:v>
                </c:pt>
                <c:pt idx="91">
                  <c:v>8.7855012300999995</c:v>
                </c:pt>
                <c:pt idx="92">
                  <c:v>8.8791374704199999</c:v>
                </c:pt>
                <c:pt idx="93">
                  <c:v>8.9669259420199996</c:v>
                </c:pt>
                <c:pt idx="94">
                  <c:v>9.0586234166100006</c:v>
                </c:pt>
                <c:pt idx="95">
                  <c:v>9.1364074554200005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F-0C9E-495C-B6D4-3BAE447447CC}"/>
            </c:ext>
          </c:extLst>
        </c:ser>
        <c:ser>
          <c:idx val="16"/>
          <c:order val="16"/>
          <c:tx>
            <c:v>Run 17</c:v>
          </c:tx>
          <c:spPr>
            <a:ln w="10954">
              <a:solidFill>
                <a:srgbClr val="276B8E"/>
              </a:solidFill>
              <a:prstDash val="solid"/>
            </a:ln>
          </c:spPr>
          <c:xVal>
            <c:numRef>
              <c:f>'Chart Data'!$AG$2:$AG$97</c:f>
              <c:numCache>
                <c:formatCode>General</c:formatCode>
                <c:ptCount val="96"/>
                <c:pt idx="0">
                  <c:v>0.01</c:v>
                </c:pt>
                <c:pt idx="1">
                  <c:v>1.2E-2</c:v>
                </c:pt>
                <c:pt idx="2">
                  <c:v>1.4E-2</c:v>
                </c:pt>
                <c:pt idx="3">
                  <c:v>1.6E-2</c:v>
                </c:pt>
                <c:pt idx="4">
                  <c:v>1.7999999999999999E-2</c:v>
                </c:pt>
                <c:pt idx="5">
                  <c:v>0.02</c:v>
                </c:pt>
                <c:pt idx="6">
                  <c:v>2.1999999999999999E-2</c:v>
                </c:pt>
                <c:pt idx="7">
                  <c:v>2.4E-2</c:v>
                </c:pt>
                <c:pt idx="8">
                  <c:v>2.5999999999999999E-2</c:v>
                </c:pt>
                <c:pt idx="9">
                  <c:v>2.8000000000000001E-2</c:v>
                </c:pt>
                <c:pt idx="10">
                  <c:v>0.03</c:v>
                </c:pt>
                <c:pt idx="11">
                  <c:v>3.2000000000000001E-2</c:v>
                </c:pt>
                <c:pt idx="12">
                  <c:v>3.4000000000000002E-2</c:v>
                </c:pt>
                <c:pt idx="13">
                  <c:v>3.5999999999999997E-2</c:v>
                </c:pt>
                <c:pt idx="14">
                  <c:v>3.7999999999999999E-2</c:v>
                </c:pt>
                <c:pt idx="15">
                  <c:v>0.04</c:v>
                </c:pt>
                <c:pt idx="16">
                  <c:v>4.2000000000000003E-2</c:v>
                </c:pt>
                <c:pt idx="17">
                  <c:v>4.3999999999999997E-2</c:v>
                </c:pt>
                <c:pt idx="18">
                  <c:v>4.5999999999999999E-2</c:v>
                </c:pt>
                <c:pt idx="19">
                  <c:v>4.8000000000000001E-2</c:v>
                </c:pt>
                <c:pt idx="20">
                  <c:v>0.05</c:v>
                </c:pt>
                <c:pt idx="21">
                  <c:v>5.1999999999999998E-2</c:v>
                </c:pt>
                <c:pt idx="22">
                  <c:v>5.3999999999999999E-2</c:v>
                </c:pt>
                <c:pt idx="23">
                  <c:v>5.6000000000000001E-2</c:v>
                </c:pt>
                <c:pt idx="24">
                  <c:v>5.8000000000000003E-2</c:v>
                </c:pt>
                <c:pt idx="25">
                  <c:v>0.06</c:v>
                </c:pt>
                <c:pt idx="26">
                  <c:v>6.2E-2</c:v>
                </c:pt>
                <c:pt idx="27">
                  <c:v>6.4000000000000001E-2</c:v>
                </c:pt>
                <c:pt idx="28">
                  <c:v>6.6000000000000003E-2</c:v>
                </c:pt>
                <c:pt idx="29">
                  <c:v>6.8000000000000005E-2</c:v>
                </c:pt>
                <c:pt idx="30">
                  <c:v>7.0000000000000007E-2</c:v>
                </c:pt>
                <c:pt idx="31">
                  <c:v>7.1999999999999995E-2</c:v>
                </c:pt>
                <c:pt idx="32">
                  <c:v>7.3999999999999996E-2</c:v>
                </c:pt>
                <c:pt idx="33">
                  <c:v>7.5999999999999998E-2</c:v>
                </c:pt>
                <c:pt idx="34">
                  <c:v>7.8E-2</c:v>
                </c:pt>
                <c:pt idx="35">
                  <c:v>0.08</c:v>
                </c:pt>
                <c:pt idx="36">
                  <c:v>8.2000000000000003E-2</c:v>
                </c:pt>
                <c:pt idx="37">
                  <c:v>8.4000000000000005E-2</c:v>
                </c:pt>
                <c:pt idx="38">
                  <c:v>8.5999999999999993E-2</c:v>
                </c:pt>
                <c:pt idx="39">
                  <c:v>8.7999999999999995E-2</c:v>
                </c:pt>
                <c:pt idx="40">
                  <c:v>0.09</c:v>
                </c:pt>
                <c:pt idx="41">
                  <c:v>9.1999999999999998E-2</c:v>
                </c:pt>
                <c:pt idx="42">
                  <c:v>9.4E-2</c:v>
                </c:pt>
                <c:pt idx="43">
                  <c:v>9.6000000000000002E-2</c:v>
                </c:pt>
                <c:pt idx="44">
                  <c:v>9.8000000000000004E-2</c:v>
                </c:pt>
                <c:pt idx="45">
                  <c:v>0.1</c:v>
                </c:pt>
                <c:pt idx="46">
                  <c:v>0.1</c:v>
                </c:pt>
                <c:pt idx="47">
                  <c:v>0.105</c:v>
                </c:pt>
                <c:pt idx="48">
                  <c:v>0.11</c:v>
                </c:pt>
                <c:pt idx="49">
                  <c:v>0.115</c:v>
                </c:pt>
                <c:pt idx="50">
                  <c:v>0.12</c:v>
                </c:pt>
                <c:pt idx="51">
                  <c:v>0.125</c:v>
                </c:pt>
                <c:pt idx="52">
                  <c:v>0.13</c:v>
                </c:pt>
                <c:pt idx="53">
                  <c:v>0.13500000000000001</c:v>
                </c:pt>
                <c:pt idx="54">
                  <c:v>0.14000000000000001</c:v>
                </c:pt>
                <c:pt idx="55">
                  <c:v>0.14499999999999999</c:v>
                </c:pt>
                <c:pt idx="56">
                  <c:v>0.15</c:v>
                </c:pt>
                <c:pt idx="57">
                  <c:v>0.155</c:v>
                </c:pt>
                <c:pt idx="58">
                  <c:v>0.16</c:v>
                </c:pt>
                <c:pt idx="59">
                  <c:v>0.16500000000000001</c:v>
                </c:pt>
                <c:pt idx="60">
                  <c:v>0.17</c:v>
                </c:pt>
                <c:pt idx="61">
                  <c:v>0.17499999999999999</c:v>
                </c:pt>
                <c:pt idx="62">
                  <c:v>0.18</c:v>
                </c:pt>
                <c:pt idx="63">
                  <c:v>0.185</c:v>
                </c:pt>
                <c:pt idx="64">
                  <c:v>0.19</c:v>
                </c:pt>
                <c:pt idx="65">
                  <c:v>0.19500000000000001</c:v>
                </c:pt>
                <c:pt idx="66">
                  <c:v>0.2</c:v>
                </c:pt>
                <c:pt idx="67">
                  <c:v>0.20499999999999999</c:v>
                </c:pt>
                <c:pt idx="68">
                  <c:v>0.21</c:v>
                </c:pt>
                <c:pt idx="69">
                  <c:v>0.215</c:v>
                </c:pt>
                <c:pt idx="70">
                  <c:v>0.22</c:v>
                </c:pt>
                <c:pt idx="71">
                  <c:v>0.22500000000000001</c:v>
                </c:pt>
                <c:pt idx="72">
                  <c:v>0.23</c:v>
                </c:pt>
                <c:pt idx="73">
                  <c:v>0.23499999999999999</c:v>
                </c:pt>
                <c:pt idx="74">
                  <c:v>0.24</c:v>
                </c:pt>
                <c:pt idx="75">
                  <c:v>0.245</c:v>
                </c:pt>
                <c:pt idx="76">
                  <c:v>0.25</c:v>
                </c:pt>
                <c:pt idx="77">
                  <c:v>0.255</c:v>
                </c:pt>
                <c:pt idx="78">
                  <c:v>0.26</c:v>
                </c:pt>
                <c:pt idx="79">
                  <c:v>0.26500000000000001</c:v>
                </c:pt>
                <c:pt idx="80">
                  <c:v>0.27</c:v>
                </c:pt>
                <c:pt idx="81">
                  <c:v>0.27500000000000002</c:v>
                </c:pt>
                <c:pt idx="82">
                  <c:v>0.28000000000000003</c:v>
                </c:pt>
                <c:pt idx="83">
                  <c:v>0.28499999999999998</c:v>
                </c:pt>
                <c:pt idx="84">
                  <c:v>0.28999999999999998</c:v>
                </c:pt>
                <c:pt idx="85">
                  <c:v>0.29499999999999998</c:v>
                </c:pt>
                <c:pt idx="86">
                  <c:v>0.3</c:v>
                </c:pt>
                <c:pt idx="87">
                  <c:v>0.30499999999999999</c:v>
                </c:pt>
                <c:pt idx="88">
                  <c:v>0.31</c:v>
                </c:pt>
                <c:pt idx="89">
                  <c:v>0.315</c:v>
                </c:pt>
                <c:pt idx="90">
                  <c:v>0.32</c:v>
                </c:pt>
                <c:pt idx="91">
                  <c:v>0.32500000000000001</c:v>
                </c:pt>
                <c:pt idx="92">
                  <c:v>0.33</c:v>
                </c:pt>
                <c:pt idx="93">
                  <c:v>0.33500000000000002</c:v>
                </c:pt>
                <c:pt idx="94">
                  <c:v>0.34</c:v>
                </c:pt>
                <c:pt idx="95">
                  <c:v>0.34499999999999997</c:v>
                </c:pt>
              </c:numCache>
            </c:numRef>
          </c:xVal>
          <c:yVal>
            <c:numRef>
              <c:f>'Chart Data'!$AH$2:$AH$97</c:f>
              <c:numCache>
                <c:formatCode>0</c:formatCode>
                <c:ptCount val="96"/>
                <c:pt idx="0">
                  <c:v>1.3186226817099999E-2</c:v>
                </c:pt>
                <c:pt idx="1">
                  <c:v>1.9029640164300001E-2</c:v>
                </c:pt>
                <c:pt idx="2">
                  <c:v>2.5987199199899998E-2</c:v>
                </c:pt>
                <c:pt idx="3">
                  <c:v>3.4121292661899998E-2</c:v>
                </c:pt>
                <c:pt idx="4">
                  <c:v>4.3480813221899998E-2</c:v>
                </c:pt>
                <c:pt idx="5">
                  <c:v>5.4346900958000002E-2</c:v>
                </c:pt>
                <c:pt idx="6">
                  <c:v>6.7370478646699997E-2</c:v>
                </c:pt>
                <c:pt idx="7">
                  <c:v>8.1107764555599995E-2</c:v>
                </c:pt>
                <c:pt idx="8">
                  <c:v>9.4345945150699995E-2</c:v>
                </c:pt>
                <c:pt idx="9">
                  <c:v>0.110958619331</c:v>
                </c:pt>
                <c:pt idx="10">
                  <c:v>0.129478006576</c:v>
                </c:pt>
                <c:pt idx="11">
                  <c:v>0.146077909068</c:v>
                </c:pt>
                <c:pt idx="12">
                  <c:v>0.169915396099</c:v>
                </c:pt>
                <c:pt idx="13">
                  <c:v>0.19753125649600001</c:v>
                </c:pt>
                <c:pt idx="14">
                  <c:v>0.22135082122499999</c:v>
                </c:pt>
                <c:pt idx="15">
                  <c:v>0.240818950566</c:v>
                </c:pt>
                <c:pt idx="16">
                  <c:v>0.264108023006</c:v>
                </c:pt>
                <c:pt idx="17">
                  <c:v>0.29850456940600001</c:v>
                </c:pt>
                <c:pt idx="18">
                  <c:v>0.334473818167</c:v>
                </c:pt>
                <c:pt idx="19">
                  <c:v>0.35798457919499999</c:v>
                </c:pt>
                <c:pt idx="20">
                  <c:v>0.37014262322800001</c:v>
                </c:pt>
                <c:pt idx="21">
                  <c:v>0.380541574785</c:v>
                </c:pt>
                <c:pt idx="22">
                  <c:v>0.42388727182399999</c:v>
                </c:pt>
                <c:pt idx="23">
                  <c:v>0.51069831292500001</c:v>
                </c:pt>
                <c:pt idx="24">
                  <c:v>0.60562970403899996</c:v>
                </c:pt>
                <c:pt idx="25">
                  <c:v>0.711661766822</c:v>
                </c:pt>
                <c:pt idx="26">
                  <c:v>0.81406188883899999</c:v>
                </c:pt>
                <c:pt idx="27">
                  <c:v>0.90438940983600002</c:v>
                </c:pt>
                <c:pt idx="28">
                  <c:v>0.99984735842399997</c:v>
                </c:pt>
                <c:pt idx="29">
                  <c:v>1.07352970917</c:v>
                </c:pt>
                <c:pt idx="30">
                  <c:v>1.1418225694899999</c:v>
                </c:pt>
                <c:pt idx="31">
                  <c:v>1.20792066162</c:v>
                </c:pt>
                <c:pt idx="32">
                  <c:v>1.25921205869</c:v>
                </c:pt>
                <c:pt idx="33">
                  <c:v>1.3041245046800001</c:v>
                </c:pt>
                <c:pt idx="34">
                  <c:v>1.3513719983800001</c:v>
                </c:pt>
                <c:pt idx="35">
                  <c:v>1.41078697528</c:v>
                </c:pt>
                <c:pt idx="36">
                  <c:v>1.4868733135000001</c:v>
                </c:pt>
                <c:pt idx="37">
                  <c:v>1.5785012487500001</c:v>
                </c:pt>
                <c:pt idx="38">
                  <c:v>1.6868829427100001</c:v>
                </c:pt>
                <c:pt idx="39">
                  <c:v>1.8126250560599999</c:v>
                </c:pt>
                <c:pt idx="40">
                  <c:v>1.95560294964</c:v>
                </c:pt>
                <c:pt idx="41">
                  <c:v>2.1129631617400002</c:v>
                </c:pt>
                <c:pt idx="42">
                  <c:v>2.2790913110200002</c:v>
                </c:pt>
                <c:pt idx="43">
                  <c:v>2.4478697039699999</c:v>
                </c:pt>
                <c:pt idx="44">
                  <c:v>2.61453357696</c:v>
                </c:pt>
                <c:pt idx="45">
                  <c:v>2.7812700861600002</c:v>
                </c:pt>
                <c:pt idx="46">
                  <c:v>2.7812700861600002</c:v>
                </c:pt>
                <c:pt idx="47">
                  <c:v>3.2521172353400001</c:v>
                </c:pt>
                <c:pt idx="48">
                  <c:v>3.6914080954199999</c:v>
                </c:pt>
                <c:pt idx="49">
                  <c:v>4.1505709284099996</c:v>
                </c:pt>
                <c:pt idx="50">
                  <c:v>4.5662152669399996</c:v>
                </c:pt>
                <c:pt idx="51">
                  <c:v>4.8897568697300002</c:v>
                </c:pt>
                <c:pt idx="52">
                  <c:v>5.2073325800000001</c:v>
                </c:pt>
                <c:pt idx="53">
                  <c:v>5.4466368241399996</c:v>
                </c:pt>
                <c:pt idx="54">
                  <c:v>5.7613791050699996</c:v>
                </c:pt>
                <c:pt idx="55">
                  <c:v>6.0326548927400001</c:v>
                </c:pt>
                <c:pt idx="56">
                  <c:v>6.4736871023799996</c:v>
                </c:pt>
                <c:pt idx="57">
                  <c:v>6.8252757540599998</c:v>
                </c:pt>
                <c:pt idx="58">
                  <c:v>7.0355036145399996</c:v>
                </c:pt>
                <c:pt idx="59">
                  <c:v>7.0556182732900004</c:v>
                </c:pt>
                <c:pt idx="60">
                  <c:v>6.9442547245000004</c:v>
                </c:pt>
                <c:pt idx="61">
                  <c:v>6.7778005028399999</c:v>
                </c:pt>
                <c:pt idx="62">
                  <c:v>6.5914357453600001</c:v>
                </c:pt>
                <c:pt idx="63">
                  <c:v>6.5731303501499996</c:v>
                </c:pt>
                <c:pt idx="64">
                  <c:v>6.5958969433899997</c:v>
                </c:pt>
                <c:pt idx="65">
                  <c:v>6.5865819570999999</c:v>
                </c:pt>
                <c:pt idx="66">
                  <c:v>6.57369235095</c:v>
                </c:pt>
                <c:pt idx="67">
                  <c:v>6.61545270479</c:v>
                </c:pt>
                <c:pt idx="68">
                  <c:v>6.6951509936600004</c:v>
                </c:pt>
                <c:pt idx="69">
                  <c:v>6.7777331025900001</c:v>
                </c:pt>
                <c:pt idx="70">
                  <c:v>6.8943829515699999</c:v>
                </c:pt>
                <c:pt idx="71">
                  <c:v>7.0135619982200001</c:v>
                </c:pt>
                <c:pt idx="72">
                  <c:v>7.1305745855499998</c:v>
                </c:pt>
                <c:pt idx="73">
                  <c:v>7.2457589580799997</c:v>
                </c:pt>
                <c:pt idx="74">
                  <c:v>7.3666509336399999</c:v>
                </c:pt>
                <c:pt idx="75">
                  <c:v>7.5125306824200004</c:v>
                </c:pt>
                <c:pt idx="76">
                  <c:v>7.6603207838999996</c:v>
                </c:pt>
                <c:pt idx="77">
                  <c:v>7.81057419412</c:v>
                </c:pt>
                <c:pt idx="78">
                  <c:v>7.9624971201300001</c:v>
                </c:pt>
                <c:pt idx="79">
                  <c:v>8.1147064277300007</c:v>
                </c:pt>
                <c:pt idx="80">
                  <c:v>8.2937060582399997</c:v>
                </c:pt>
                <c:pt idx="81">
                  <c:v>8.4696751034800002</c:v>
                </c:pt>
                <c:pt idx="82">
                  <c:v>8.6414126463700001</c:v>
                </c:pt>
                <c:pt idx="83">
                  <c:v>8.8077998304699996</c:v>
                </c:pt>
                <c:pt idx="84">
                  <c:v>8.9683614377899996</c:v>
                </c:pt>
                <c:pt idx="85">
                  <c:v>9.1502115660199994</c:v>
                </c:pt>
                <c:pt idx="86">
                  <c:v>9.3218904829099998</c:v>
                </c:pt>
                <c:pt idx="87">
                  <c:v>9.4811082634500004</c:v>
                </c:pt>
                <c:pt idx="88">
                  <c:v>9.6260446926899998</c:v>
                </c:pt>
                <c:pt idx="89">
                  <c:v>9.7715939928599997</c:v>
                </c:pt>
                <c:pt idx="90">
                  <c:v>9.9153845548300001</c:v>
                </c:pt>
                <c:pt idx="91">
                  <c:v>10.040572834400001</c:v>
                </c:pt>
                <c:pt idx="92">
                  <c:v>10.147585680500001</c:v>
                </c:pt>
                <c:pt idx="93">
                  <c:v>10.247915362300001</c:v>
                </c:pt>
                <c:pt idx="94">
                  <c:v>10.352712476100001</c:v>
                </c:pt>
                <c:pt idx="95">
                  <c:v>10.441608520500001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10-0C9E-495C-B6D4-3BAE447447CC}"/>
            </c:ext>
          </c:extLst>
        </c:ser>
        <c:ser>
          <c:idx val="17"/>
          <c:order val="17"/>
          <c:tx>
            <c:v>Run 18</c:v>
          </c:tx>
          <c:spPr>
            <a:ln w="10954">
              <a:solidFill>
                <a:srgbClr val="276B8E"/>
              </a:solidFill>
              <a:prstDash val="solid"/>
            </a:ln>
          </c:spPr>
          <c:xVal>
            <c:numRef>
              <c:f>'Chart Data'!$AI$2:$AI$97</c:f>
              <c:numCache>
                <c:formatCode>General</c:formatCode>
                <c:ptCount val="96"/>
                <c:pt idx="0">
                  <c:v>0.01</c:v>
                </c:pt>
                <c:pt idx="1">
                  <c:v>1.2E-2</c:v>
                </c:pt>
                <c:pt idx="2">
                  <c:v>1.4E-2</c:v>
                </c:pt>
                <c:pt idx="3">
                  <c:v>1.6E-2</c:v>
                </c:pt>
                <c:pt idx="4">
                  <c:v>1.7999999999999999E-2</c:v>
                </c:pt>
                <c:pt idx="5">
                  <c:v>0.02</c:v>
                </c:pt>
                <c:pt idx="6">
                  <c:v>2.1999999999999999E-2</c:v>
                </c:pt>
                <c:pt idx="7">
                  <c:v>2.4E-2</c:v>
                </c:pt>
                <c:pt idx="8">
                  <c:v>2.5999999999999999E-2</c:v>
                </c:pt>
                <c:pt idx="9">
                  <c:v>2.8000000000000001E-2</c:v>
                </c:pt>
                <c:pt idx="10">
                  <c:v>0.03</c:v>
                </c:pt>
                <c:pt idx="11">
                  <c:v>3.2000000000000001E-2</c:v>
                </c:pt>
                <c:pt idx="12">
                  <c:v>3.4000000000000002E-2</c:v>
                </c:pt>
                <c:pt idx="13">
                  <c:v>3.5999999999999997E-2</c:v>
                </c:pt>
                <c:pt idx="14">
                  <c:v>3.7999999999999999E-2</c:v>
                </c:pt>
                <c:pt idx="15">
                  <c:v>0.04</c:v>
                </c:pt>
                <c:pt idx="16">
                  <c:v>4.2000000000000003E-2</c:v>
                </c:pt>
                <c:pt idx="17">
                  <c:v>4.3999999999999997E-2</c:v>
                </c:pt>
                <c:pt idx="18">
                  <c:v>4.5999999999999999E-2</c:v>
                </c:pt>
                <c:pt idx="19">
                  <c:v>4.8000000000000001E-2</c:v>
                </c:pt>
                <c:pt idx="20">
                  <c:v>0.05</c:v>
                </c:pt>
                <c:pt idx="21">
                  <c:v>5.1999999999999998E-2</c:v>
                </c:pt>
                <c:pt idx="22">
                  <c:v>5.3999999999999999E-2</c:v>
                </c:pt>
                <c:pt idx="23">
                  <c:v>5.6000000000000001E-2</c:v>
                </c:pt>
                <c:pt idx="24">
                  <c:v>5.8000000000000003E-2</c:v>
                </c:pt>
                <c:pt idx="25">
                  <c:v>0.06</c:v>
                </c:pt>
                <c:pt idx="26">
                  <c:v>6.2E-2</c:v>
                </c:pt>
                <c:pt idx="27">
                  <c:v>6.4000000000000001E-2</c:v>
                </c:pt>
                <c:pt idx="28">
                  <c:v>6.6000000000000003E-2</c:v>
                </c:pt>
                <c:pt idx="29">
                  <c:v>6.8000000000000005E-2</c:v>
                </c:pt>
                <c:pt idx="30">
                  <c:v>7.0000000000000007E-2</c:v>
                </c:pt>
                <c:pt idx="31">
                  <c:v>7.1999999999999995E-2</c:v>
                </c:pt>
                <c:pt idx="32">
                  <c:v>7.3999999999999996E-2</c:v>
                </c:pt>
                <c:pt idx="33">
                  <c:v>7.5999999999999998E-2</c:v>
                </c:pt>
                <c:pt idx="34">
                  <c:v>7.8E-2</c:v>
                </c:pt>
                <c:pt idx="35">
                  <c:v>0.08</c:v>
                </c:pt>
                <c:pt idx="36">
                  <c:v>8.2000000000000003E-2</c:v>
                </c:pt>
                <c:pt idx="37">
                  <c:v>8.4000000000000005E-2</c:v>
                </c:pt>
                <c:pt idx="38">
                  <c:v>8.5999999999999993E-2</c:v>
                </c:pt>
                <c:pt idx="39">
                  <c:v>8.7999999999999995E-2</c:v>
                </c:pt>
                <c:pt idx="40">
                  <c:v>0.09</c:v>
                </c:pt>
                <c:pt idx="41">
                  <c:v>9.1999999999999998E-2</c:v>
                </c:pt>
                <c:pt idx="42">
                  <c:v>9.4E-2</c:v>
                </c:pt>
                <c:pt idx="43">
                  <c:v>9.6000000000000002E-2</c:v>
                </c:pt>
                <c:pt idx="44">
                  <c:v>9.8000000000000004E-2</c:v>
                </c:pt>
                <c:pt idx="45">
                  <c:v>0.1</c:v>
                </c:pt>
                <c:pt idx="46">
                  <c:v>0.1</c:v>
                </c:pt>
                <c:pt idx="47">
                  <c:v>0.105</c:v>
                </c:pt>
                <c:pt idx="48">
                  <c:v>0.11</c:v>
                </c:pt>
                <c:pt idx="49">
                  <c:v>0.115</c:v>
                </c:pt>
                <c:pt idx="50">
                  <c:v>0.12</c:v>
                </c:pt>
                <c:pt idx="51">
                  <c:v>0.125</c:v>
                </c:pt>
                <c:pt idx="52">
                  <c:v>0.13</c:v>
                </c:pt>
                <c:pt idx="53">
                  <c:v>0.13500000000000001</c:v>
                </c:pt>
                <c:pt idx="54">
                  <c:v>0.14000000000000001</c:v>
                </c:pt>
                <c:pt idx="55">
                  <c:v>0.14499999999999999</c:v>
                </c:pt>
                <c:pt idx="56">
                  <c:v>0.15</c:v>
                </c:pt>
                <c:pt idx="57">
                  <c:v>0.155</c:v>
                </c:pt>
                <c:pt idx="58">
                  <c:v>0.16</c:v>
                </c:pt>
                <c:pt idx="59">
                  <c:v>0.16500000000000001</c:v>
                </c:pt>
                <c:pt idx="60">
                  <c:v>0.17</c:v>
                </c:pt>
                <c:pt idx="61">
                  <c:v>0.17499999999999999</c:v>
                </c:pt>
                <c:pt idx="62">
                  <c:v>0.18</c:v>
                </c:pt>
                <c:pt idx="63">
                  <c:v>0.185</c:v>
                </c:pt>
                <c:pt idx="64">
                  <c:v>0.19</c:v>
                </c:pt>
                <c:pt idx="65">
                  <c:v>0.19500000000000001</c:v>
                </c:pt>
                <c:pt idx="66">
                  <c:v>0.2</c:v>
                </c:pt>
                <c:pt idx="67">
                  <c:v>0.20499999999999999</c:v>
                </c:pt>
                <c:pt idx="68">
                  <c:v>0.21</c:v>
                </c:pt>
                <c:pt idx="69">
                  <c:v>0.215</c:v>
                </c:pt>
                <c:pt idx="70">
                  <c:v>0.22</c:v>
                </c:pt>
                <c:pt idx="71">
                  <c:v>0.22500000000000001</c:v>
                </c:pt>
                <c:pt idx="72">
                  <c:v>0.23</c:v>
                </c:pt>
                <c:pt idx="73">
                  <c:v>0.23499999999999999</c:v>
                </c:pt>
                <c:pt idx="74">
                  <c:v>0.24</c:v>
                </c:pt>
                <c:pt idx="75">
                  <c:v>0.245</c:v>
                </c:pt>
                <c:pt idx="76">
                  <c:v>0.25</c:v>
                </c:pt>
                <c:pt idx="77">
                  <c:v>0.255</c:v>
                </c:pt>
                <c:pt idx="78">
                  <c:v>0.26</c:v>
                </c:pt>
                <c:pt idx="79">
                  <c:v>0.26500000000000001</c:v>
                </c:pt>
                <c:pt idx="80">
                  <c:v>0.27</c:v>
                </c:pt>
                <c:pt idx="81">
                  <c:v>0.27500000000000002</c:v>
                </c:pt>
                <c:pt idx="82">
                  <c:v>0.28000000000000003</c:v>
                </c:pt>
                <c:pt idx="83">
                  <c:v>0.28499999999999998</c:v>
                </c:pt>
                <c:pt idx="84">
                  <c:v>0.28999999999999998</c:v>
                </c:pt>
                <c:pt idx="85">
                  <c:v>0.29499999999999998</c:v>
                </c:pt>
                <c:pt idx="86">
                  <c:v>0.3</c:v>
                </c:pt>
                <c:pt idx="87">
                  <c:v>0.30499999999999999</c:v>
                </c:pt>
                <c:pt idx="88">
                  <c:v>0.31</c:v>
                </c:pt>
                <c:pt idx="89">
                  <c:v>0.315</c:v>
                </c:pt>
                <c:pt idx="90">
                  <c:v>0.32</c:v>
                </c:pt>
                <c:pt idx="91">
                  <c:v>0.32500000000000001</c:v>
                </c:pt>
                <c:pt idx="92">
                  <c:v>0.33</c:v>
                </c:pt>
                <c:pt idx="93">
                  <c:v>0.33500000000000002</c:v>
                </c:pt>
                <c:pt idx="94">
                  <c:v>0.34</c:v>
                </c:pt>
                <c:pt idx="95">
                  <c:v>0.34499999999999997</c:v>
                </c:pt>
              </c:numCache>
            </c:numRef>
          </c:xVal>
          <c:yVal>
            <c:numRef>
              <c:f>'Chart Data'!$AJ$2:$AJ$97</c:f>
              <c:numCache>
                <c:formatCode>0</c:formatCode>
                <c:ptCount val="96"/>
                <c:pt idx="0">
                  <c:v>1.4834505169300001E-2</c:v>
                </c:pt>
                <c:pt idx="1">
                  <c:v>2.14083451848E-2</c:v>
                </c:pt>
                <c:pt idx="2">
                  <c:v>2.9235599099899999E-2</c:v>
                </c:pt>
                <c:pt idx="3">
                  <c:v>3.8386454244699997E-2</c:v>
                </c:pt>
                <c:pt idx="4">
                  <c:v>4.8915914874600001E-2</c:v>
                </c:pt>
                <c:pt idx="5">
                  <c:v>6.1140263577800003E-2</c:v>
                </c:pt>
                <c:pt idx="6">
                  <c:v>7.57917884776E-2</c:v>
                </c:pt>
                <c:pt idx="7">
                  <c:v>9.1246235125000005E-2</c:v>
                </c:pt>
                <c:pt idx="8">
                  <c:v>0.10613918829500001</c:v>
                </c:pt>
                <c:pt idx="9">
                  <c:v>0.124828446747</c:v>
                </c:pt>
                <c:pt idx="10">
                  <c:v>0.145662757398</c:v>
                </c:pt>
                <c:pt idx="11">
                  <c:v>0.16433764770100001</c:v>
                </c:pt>
                <c:pt idx="12">
                  <c:v>0.191154820611</c:v>
                </c:pt>
                <c:pt idx="13">
                  <c:v>0.22222266355799999</c:v>
                </c:pt>
                <c:pt idx="14">
                  <c:v>0.249019673878</c:v>
                </c:pt>
                <c:pt idx="15">
                  <c:v>0.27092131938699998</c:v>
                </c:pt>
                <c:pt idx="16">
                  <c:v>0.29712152588200003</c:v>
                </c:pt>
                <c:pt idx="17">
                  <c:v>0.33581764058199998</c:v>
                </c:pt>
                <c:pt idx="18">
                  <c:v>0.37628304543800001</c:v>
                </c:pt>
                <c:pt idx="19">
                  <c:v>0.40273265159499999</c:v>
                </c:pt>
                <c:pt idx="20">
                  <c:v>0.41641045113199998</c:v>
                </c:pt>
                <c:pt idx="21">
                  <c:v>0.428109271633</c:v>
                </c:pt>
                <c:pt idx="22">
                  <c:v>0.47687318080199997</c:v>
                </c:pt>
                <c:pt idx="23">
                  <c:v>0.57453560204099996</c:v>
                </c:pt>
                <c:pt idx="24">
                  <c:v>0.68133341704399997</c:v>
                </c:pt>
                <c:pt idx="25">
                  <c:v>0.80061948767400004</c:v>
                </c:pt>
                <c:pt idx="26">
                  <c:v>0.91581962494400004</c:v>
                </c:pt>
                <c:pt idx="27">
                  <c:v>1.0174380860700001</c:v>
                </c:pt>
                <c:pt idx="28">
                  <c:v>1.1248282782300001</c:v>
                </c:pt>
                <c:pt idx="29">
                  <c:v>1.2077209228200001</c:v>
                </c:pt>
                <c:pt idx="30">
                  <c:v>1.28455039068</c:v>
                </c:pt>
                <c:pt idx="31">
                  <c:v>1.3589107443199999</c:v>
                </c:pt>
                <c:pt idx="32">
                  <c:v>1.4166135660300001</c:v>
                </c:pt>
                <c:pt idx="33">
                  <c:v>1.4671400677699999</c:v>
                </c:pt>
                <c:pt idx="34">
                  <c:v>1.52029349818</c:v>
                </c:pt>
                <c:pt idx="35">
                  <c:v>1.58713534719</c:v>
                </c:pt>
                <c:pt idx="36">
                  <c:v>1.6727324776800001</c:v>
                </c:pt>
                <c:pt idx="37">
                  <c:v>1.7758139048399999</c:v>
                </c:pt>
                <c:pt idx="38">
                  <c:v>1.8977433105499999</c:v>
                </c:pt>
                <c:pt idx="39">
                  <c:v>2.0392031880600001</c:v>
                </c:pt>
                <c:pt idx="40">
                  <c:v>2.2000533183500002</c:v>
                </c:pt>
                <c:pt idx="41">
                  <c:v>2.3770835569600002</c:v>
                </c:pt>
                <c:pt idx="42">
                  <c:v>2.5639777249</c:v>
                </c:pt>
                <c:pt idx="43">
                  <c:v>2.7538534169600002</c:v>
                </c:pt>
                <c:pt idx="44">
                  <c:v>2.9413502740799999</c:v>
                </c:pt>
                <c:pt idx="45">
                  <c:v>3.1289288469300001</c:v>
                </c:pt>
                <c:pt idx="46">
                  <c:v>3.1289288469300001</c:v>
                </c:pt>
                <c:pt idx="47">
                  <c:v>3.6586318897600001</c:v>
                </c:pt>
                <c:pt idx="48">
                  <c:v>4.1528341073400004</c:v>
                </c:pt>
                <c:pt idx="49">
                  <c:v>4.6693922944599997</c:v>
                </c:pt>
                <c:pt idx="50">
                  <c:v>5.1369921753099996</c:v>
                </c:pt>
                <c:pt idx="51">
                  <c:v>5.5009764784500002</c:v>
                </c:pt>
                <c:pt idx="52">
                  <c:v>5.8582491525</c:v>
                </c:pt>
                <c:pt idx="53">
                  <c:v>6.1274664271499999</c:v>
                </c:pt>
                <c:pt idx="54">
                  <c:v>6.4815514932099996</c:v>
                </c:pt>
                <c:pt idx="55">
                  <c:v>6.7867367543399997</c:v>
                </c:pt>
                <c:pt idx="56">
                  <c:v>7.2828979901800004</c:v>
                </c:pt>
                <c:pt idx="57">
                  <c:v>7.6784352233100002</c:v>
                </c:pt>
                <c:pt idx="58">
                  <c:v>7.9149415663599996</c:v>
                </c:pt>
                <c:pt idx="59">
                  <c:v>7.93757055745</c:v>
                </c:pt>
                <c:pt idx="60">
                  <c:v>7.81228656506</c:v>
                </c:pt>
                <c:pt idx="61">
                  <c:v>7.6250255656899997</c:v>
                </c:pt>
                <c:pt idx="62">
                  <c:v>7.4153652135300003</c:v>
                </c:pt>
                <c:pt idx="63">
                  <c:v>7.3947716439200004</c:v>
                </c:pt>
                <c:pt idx="64">
                  <c:v>7.4203840613100001</c:v>
                </c:pt>
                <c:pt idx="65">
                  <c:v>7.4099047017400004</c:v>
                </c:pt>
                <c:pt idx="66">
                  <c:v>7.3954038948100003</c:v>
                </c:pt>
                <c:pt idx="67">
                  <c:v>7.4423842928799999</c:v>
                </c:pt>
                <c:pt idx="68">
                  <c:v>7.5320448678699998</c:v>
                </c:pt>
                <c:pt idx="69">
                  <c:v>7.62494974042</c:v>
                </c:pt>
                <c:pt idx="70">
                  <c:v>7.75618082052</c:v>
                </c:pt>
                <c:pt idx="71">
                  <c:v>7.8902572479900002</c:v>
                </c:pt>
                <c:pt idx="72">
                  <c:v>8.02189640874</c:v>
                </c:pt>
                <c:pt idx="73">
                  <c:v>8.1514788278400001</c:v>
                </c:pt>
                <c:pt idx="74">
                  <c:v>8.2874823003499998</c:v>
                </c:pt>
                <c:pt idx="75">
                  <c:v>8.4515970177300002</c:v>
                </c:pt>
                <c:pt idx="76">
                  <c:v>8.6178608818800004</c:v>
                </c:pt>
                <c:pt idx="77">
                  <c:v>8.7868959683799996</c:v>
                </c:pt>
                <c:pt idx="78">
                  <c:v>8.9578092601500003</c:v>
                </c:pt>
                <c:pt idx="79">
                  <c:v>9.1290447311899996</c:v>
                </c:pt>
                <c:pt idx="80">
                  <c:v>9.3304193155299995</c:v>
                </c:pt>
                <c:pt idx="81">
                  <c:v>9.5283844914099998</c:v>
                </c:pt>
                <c:pt idx="82">
                  <c:v>9.72158922717</c:v>
                </c:pt>
                <c:pt idx="83">
                  <c:v>9.9087748092699997</c:v>
                </c:pt>
                <c:pt idx="84">
                  <c:v>10.0894066175</c:v>
                </c:pt>
                <c:pt idx="85">
                  <c:v>10.2939880118</c:v>
                </c:pt>
                <c:pt idx="86">
                  <c:v>10.4871267933</c:v>
                </c:pt>
                <c:pt idx="87">
                  <c:v>10.666246796399999</c:v>
                </c:pt>
                <c:pt idx="88">
                  <c:v>10.8293002793</c:v>
                </c:pt>
                <c:pt idx="89">
                  <c:v>10.993043242000001</c:v>
                </c:pt>
                <c:pt idx="90">
                  <c:v>11.1548076242</c:v>
                </c:pt>
                <c:pt idx="91">
                  <c:v>11.2956444387</c:v>
                </c:pt>
                <c:pt idx="92">
                  <c:v>11.4160338905</c:v>
                </c:pt>
                <c:pt idx="93">
                  <c:v>11.5289047826</c:v>
                </c:pt>
                <c:pt idx="94">
                  <c:v>11.6468015356</c:v>
                </c:pt>
                <c:pt idx="95">
                  <c:v>11.746809585499999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11-0C9E-495C-B6D4-3BAE447447CC}"/>
            </c:ext>
          </c:extLst>
        </c:ser>
        <c:ser>
          <c:idx val="18"/>
          <c:order val="18"/>
          <c:tx>
            <c:v>Run 19</c:v>
          </c:tx>
          <c:spPr>
            <a:ln w="10954">
              <a:solidFill>
                <a:srgbClr val="276B8E"/>
              </a:solidFill>
              <a:prstDash val="solid"/>
            </a:ln>
          </c:spPr>
          <c:xVal>
            <c:numRef>
              <c:f>'Chart Data'!$AK$2:$AK$97</c:f>
              <c:numCache>
                <c:formatCode>General</c:formatCode>
                <c:ptCount val="96"/>
                <c:pt idx="0">
                  <c:v>0.01</c:v>
                </c:pt>
                <c:pt idx="1">
                  <c:v>1.2E-2</c:v>
                </c:pt>
                <c:pt idx="2">
                  <c:v>1.4E-2</c:v>
                </c:pt>
                <c:pt idx="3">
                  <c:v>1.6E-2</c:v>
                </c:pt>
                <c:pt idx="4">
                  <c:v>1.7999999999999999E-2</c:v>
                </c:pt>
                <c:pt idx="5">
                  <c:v>0.02</c:v>
                </c:pt>
                <c:pt idx="6">
                  <c:v>2.1999999999999999E-2</c:v>
                </c:pt>
                <c:pt idx="7">
                  <c:v>2.4E-2</c:v>
                </c:pt>
                <c:pt idx="8">
                  <c:v>2.5999999999999999E-2</c:v>
                </c:pt>
                <c:pt idx="9">
                  <c:v>2.8000000000000001E-2</c:v>
                </c:pt>
                <c:pt idx="10">
                  <c:v>0.03</c:v>
                </c:pt>
                <c:pt idx="11">
                  <c:v>3.2000000000000001E-2</c:v>
                </c:pt>
                <c:pt idx="12">
                  <c:v>3.4000000000000002E-2</c:v>
                </c:pt>
                <c:pt idx="13">
                  <c:v>3.5999999999999997E-2</c:v>
                </c:pt>
                <c:pt idx="14">
                  <c:v>3.7999999999999999E-2</c:v>
                </c:pt>
                <c:pt idx="15">
                  <c:v>0.04</c:v>
                </c:pt>
                <c:pt idx="16">
                  <c:v>4.2000000000000003E-2</c:v>
                </c:pt>
                <c:pt idx="17">
                  <c:v>4.3999999999999997E-2</c:v>
                </c:pt>
                <c:pt idx="18">
                  <c:v>4.5999999999999999E-2</c:v>
                </c:pt>
                <c:pt idx="19">
                  <c:v>4.8000000000000001E-2</c:v>
                </c:pt>
                <c:pt idx="20">
                  <c:v>0.05</c:v>
                </c:pt>
                <c:pt idx="21">
                  <c:v>5.1999999999999998E-2</c:v>
                </c:pt>
                <c:pt idx="22">
                  <c:v>5.3999999999999999E-2</c:v>
                </c:pt>
                <c:pt idx="23">
                  <c:v>5.6000000000000001E-2</c:v>
                </c:pt>
                <c:pt idx="24">
                  <c:v>5.8000000000000003E-2</c:v>
                </c:pt>
                <c:pt idx="25">
                  <c:v>0.06</c:v>
                </c:pt>
                <c:pt idx="26">
                  <c:v>6.2E-2</c:v>
                </c:pt>
                <c:pt idx="27">
                  <c:v>6.4000000000000001E-2</c:v>
                </c:pt>
                <c:pt idx="28">
                  <c:v>6.6000000000000003E-2</c:v>
                </c:pt>
                <c:pt idx="29">
                  <c:v>6.8000000000000005E-2</c:v>
                </c:pt>
                <c:pt idx="30">
                  <c:v>7.0000000000000007E-2</c:v>
                </c:pt>
                <c:pt idx="31">
                  <c:v>7.1999999999999995E-2</c:v>
                </c:pt>
                <c:pt idx="32">
                  <c:v>7.3999999999999996E-2</c:v>
                </c:pt>
                <c:pt idx="33">
                  <c:v>7.5999999999999998E-2</c:v>
                </c:pt>
                <c:pt idx="34">
                  <c:v>7.8E-2</c:v>
                </c:pt>
                <c:pt idx="35">
                  <c:v>0.08</c:v>
                </c:pt>
                <c:pt idx="36">
                  <c:v>8.2000000000000003E-2</c:v>
                </c:pt>
                <c:pt idx="37">
                  <c:v>8.4000000000000005E-2</c:v>
                </c:pt>
                <c:pt idx="38">
                  <c:v>8.5999999999999993E-2</c:v>
                </c:pt>
                <c:pt idx="39">
                  <c:v>8.7999999999999995E-2</c:v>
                </c:pt>
                <c:pt idx="40">
                  <c:v>0.09</c:v>
                </c:pt>
                <c:pt idx="41">
                  <c:v>9.1999999999999998E-2</c:v>
                </c:pt>
                <c:pt idx="42">
                  <c:v>9.4E-2</c:v>
                </c:pt>
                <c:pt idx="43">
                  <c:v>9.6000000000000002E-2</c:v>
                </c:pt>
                <c:pt idx="44">
                  <c:v>9.8000000000000004E-2</c:v>
                </c:pt>
                <c:pt idx="45">
                  <c:v>0.1</c:v>
                </c:pt>
                <c:pt idx="46">
                  <c:v>0.1</c:v>
                </c:pt>
                <c:pt idx="47">
                  <c:v>0.105</c:v>
                </c:pt>
                <c:pt idx="48">
                  <c:v>0.11</c:v>
                </c:pt>
                <c:pt idx="49">
                  <c:v>0.115</c:v>
                </c:pt>
                <c:pt idx="50">
                  <c:v>0.12</c:v>
                </c:pt>
                <c:pt idx="51">
                  <c:v>0.125</c:v>
                </c:pt>
                <c:pt idx="52">
                  <c:v>0.13</c:v>
                </c:pt>
                <c:pt idx="53">
                  <c:v>0.13500000000000001</c:v>
                </c:pt>
                <c:pt idx="54">
                  <c:v>0.14000000000000001</c:v>
                </c:pt>
                <c:pt idx="55">
                  <c:v>0.14499999999999999</c:v>
                </c:pt>
                <c:pt idx="56">
                  <c:v>0.15</c:v>
                </c:pt>
                <c:pt idx="57">
                  <c:v>0.155</c:v>
                </c:pt>
                <c:pt idx="58">
                  <c:v>0.16</c:v>
                </c:pt>
                <c:pt idx="59">
                  <c:v>0.16500000000000001</c:v>
                </c:pt>
                <c:pt idx="60">
                  <c:v>0.17</c:v>
                </c:pt>
                <c:pt idx="61">
                  <c:v>0.17499999999999999</c:v>
                </c:pt>
                <c:pt idx="62">
                  <c:v>0.18</c:v>
                </c:pt>
                <c:pt idx="63">
                  <c:v>0.185</c:v>
                </c:pt>
                <c:pt idx="64">
                  <c:v>0.19</c:v>
                </c:pt>
                <c:pt idx="65">
                  <c:v>0.19500000000000001</c:v>
                </c:pt>
                <c:pt idx="66">
                  <c:v>0.2</c:v>
                </c:pt>
                <c:pt idx="67">
                  <c:v>0.20499999999999999</c:v>
                </c:pt>
                <c:pt idx="68">
                  <c:v>0.21</c:v>
                </c:pt>
                <c:pt idx="69">
                  <c:v>0.215</c:v>
                </c:pt>
                <c:pt idx="70">
                  <c:v>0.22</c:v>
                </c:pt>
                <c:pt idx="71">
                  <c:v>0.22500000000000001</c:v>
                </c:pt>
                <c:pt idx="72">
                  <c:v>0.23</c:v>
                </c:pt>
                <c:pt idx="73">
                  <c:v>0.23499999999999999</c:v>
                </c:pt>
                <c:pt idx="74">
                  <c:v>0.24</c:v>
                </c:pt>
                <c:pt idx="75">
                  <c:v>0.245</c:v>
                </c:pt>
                <c:pt idx="76">
                  <c:v>0.25</c:v>
                </c:pt>
                <c:pt idx="77">
                  <c:v>0.255</c:v>
                </c:pt>
                <c:pt idx="78">
                  <c:v>0.26</c:v>
                </c:pt>
                <c:pt idx="79">
                  <c:v>0.26500000000000001</c:v>
                </c:pt>
                <c:pt idx="80">
                  <c:v>0.27</c:v>
                </c:pt>
                <c:pt idx="81">
                  <c:v>0.27500000000000002</c:v>
                </c:pt>
                <c:pt idx="82">
                  <c:v>0.28000000000000003</c:v>
                </c:pt>
                <c:pt idx="83">
                  <c:v>0.28499999999999998</c:v>
                </c:pt>
                <c:pt idx="84">
                  <c:v>0.28999999999999998</c:v>
                </c:pt>
                <c:pt idx="85">
                  <c:v>0.29499999999999998</c:v>
                </c:pt>
                <c:pt idx="86">
                  <c:v>0.3</c:v>
                </c:pt>
                <c:pt idx="87">
                  <c:v>0.30499999999999999</c:v>
                </c:pt>
                <c:pt idx="88">
                  <c:v>0.31</c:v>
                </c:pt>
                <c:pt idx="89">
                  <c:v>0.315</c:v>
                </c:pt>
                <c:pt idx="90">
                  <c:v>0.32</c:v>
                </c:pt>
                <c:pt idx="91">
                  <c:v>0.32500000000000001</c:v>
                </c:pt>
                <c:pt idx="92">
                  <c:v>0.33</c:v>
                </c:pt>
                <c:pt idx="93">
                  <c:v>0.33500000000000002</c:v>
                </c:pt>
                <c:pt idx="94">
                  <c:v>0.34</c:v>
                </c:pt>
                <c:pt idx="95">
                  <c:v>0.34499999999999997</c:v>
                </c:pt>
              </c:numCache>
            </c:numRef>
          </c:xVal>
          <c:yVal>
            <c:numRef>
              <c:f>'Chart Data'!$AL$2:$AL$97</c:f>
              <c:numCache>
                <c:formatCode>0</c:formatCode>
                <c:ptCount val="96"/>
                <c:pt idx="0">
                  <c:v>1.64827835214E-2</c:v>
                </c:pt>
                <c:pt idx="1">
                  <c:v>2.37870502054E-2</c:v>
                </c:pt>
                <c:pt idx="2">
                  <c:v>3.2483998999900003E-2</c:v>
                </c:pt>
                <c:pt idx="3">
                  <c:v>4.26516158274E-2</c:v>
                </c:pt>
                <c:pt idx="4">
                  <c:v>5.4351016527299997E-2</c:v>
                </c:pt>
                <c:pt idx="5">
                  <c:v>6.7933626197499999E-2</c:v>
                </c:pt>
                <c:pt idx="6">
                  <c:v>8.42130983084E-2</c:v>
                </c:pt>
                <c:pt idx="7">
                  <c:v>0.101384705694</c:v>
                </c:pt>
                <c:pt idx="8">
                  <c:v>0.117932431438</c:v>
                </c:pt>
                <c:pt idx="9">
                  <c:v>0.13869827416399999</c:v>
                </c:pt>
                <c:pt idx="10">
                  <c:v>0.16184750821999999</c:v>
                </c:pt>
                <c:pt idx="11">
                  <c:v>0.18259738633399999</c:v>
                </c:pt>
                <c:pt idx="12">
                  <c:v>0.21239424512300001</c:v>
                </c:pt>
                <c:pt idx="13">
                  <c:v>0.24691407062099999</c:v>
                </c:pt>
                <c:pt idx="14">
                  <c:v>0.27668852653100001</c:v>
                </c:pt>
                <c:pt idx="15">
                  <c:v>0.30102368820699998</c:v>
                </c:pt>
                <c:pt idx="16">
                  <c:v>0.33013502875799999</c:v>
                </c:pt>
                <c:pt idx="17">
                  <c:v>0.373130711758</c:v>
                </c:pt>
                <c:pt idx="18">
                  <c:v>0.41809227270900001</c:v>
                </c:pt>
                <c:pt idx="19">
                  <c:v>0.44748072399400002</c:v>
                </c:pt>
                <c:pt idx="20">
                  <c:v>0.46267827903600001</c:v>
                </c:pt>
                <c:pt idx="21">
                  <c:v>0.475676968481</c:v>
                </c:pt>
                <c:pt idx="22">
                  <c:v>0.52985908977999996</c:v>
                </c:pt>
                <c:pt idx="23">
                  <c:v>0.63837289115700002</c:v>
                </c:pt>
                <c:pt idx="24">
                  <c:v>0.757037130048</c:v>
                </c:pt>
                <c:pt idx="25">
                  <c:v>0.88957720852699995</c:v>
                </c:pt>
                <c:pt idx="26">
                  <c:v>1.0175773610500001</c:v>
                </c:pt>
                <c:pt idx="27">
                  <c:v>1.1304867622899999</c:v>
                </c:pt>
                <c:pt idx="28">
                  <c:v>1.2498091980299999</c:v>
                </c:pt>
                <c:pt idx="29">
                  <c:v>1.34191213646</c:v>
                </c:pt>
                <c:pt idx="30">
                  <c:v>1.42727821187</c:v>
                </c:pt>
                <c:pt idx="31">
                  <c:v>1.5099008270200001</c:v>
                </c:pt>
                <c:pt idx="32">
                  <c:v>1.57401507336</c:v>
                </c:pt>
                <c:pt idx="33">
                  <c:v>1.63015563085</c:v>
                </c:pt>
                <c:pt idx="34">
                  <c:v>1.68921499797</c:v>
                </c:pt>
                <c:pt idx="35">
                  <c:v>1.7634837190999999</c:v>
                </c:pt>
                <c:pt idx="36">
                  <c:v>1.8585916418699999</c:v>
                </c:pt>
                <c:pt idx="37">
                  <c:v>1.9731265609299999</c:v>
                </c:pt>
                <c:pt idx="38">
                  <c:v>2.1086036783900002</c:v>
                </c:pt>
                <c:pt idx="39">
                  <c:v>2.2657813200699999</c:v>
                </c:pt>
                <c:pt idx="40">
                  <c:v>2.4445036870500001</c:v>
                </c:pt>
                <c:pt idx="41">
                  <c:v>2.6412039521800001</c:v>
                </c:pt>
                <c:pt idx="42">
                  <c:v>2.8488641387800002</c:v>
                </c:pt>
                <c:pt idx="43">
                  <c:v>3.05983712996</c:v>
                </c:pt>
                <c:pt idx="44">
                  <c:v>3.2681669711999999</c:v>
                </c:pt>
                <c:pt idx="45">
                  <c:v>3.4765876077</c:v>
                </c:pt>
                <c:pt idx="46">
                  <c:v>3.4765876077</c:v>
                </c:pt>
                <c:pt idx="47">
                  <c:v>4.0651465441800001</c:v>
                </c:pt>
                <c:pt idx="48">
                  <c:v>4.6142601192699999</c:v>
                </c:pt>
                <c:pt idx="49">
                  <c:v>5.1882136605099998</c:v>
                </c:pt>
                <c:pt idx="50">
                  <c:v>5.7077690836799997</c:v>
                </c:pt>
                <c:pt idx="51">
                  <c:v>6.1121960871700001</c:v>
                </c:pt>
                <c:pt idx="52">
                  <c:v>6.5091657249999999</c:v>
                </c:pt>
                <c:pt idx="53">
                  <c:v>6.8082960301700002</c:v>
                </c:pt>
                <c:pt idx="54">
                  <c:v>7.2017238813400004</c:v>
                </c:pt>
                <c:pt idx="55">
                  <c:v>7.5408186159300001</c:v>
                </c:pt>
                <c:pt idx="56">
                  <c:v>8.0921088779799994</c:v>
                </c:pt>
                <c:pt idx="57">
                  <c:v>8.5315946925699997</c:v>
                </c:pt>
                <c:pt idx="58">
                  <c:v>8.7943795181799995</c:v>
                </c:pt>
                <c:pt idx="59">
                  <c:v>8.8195228416199996</c:v>
                </c:pt>
                <c:pt idx="60">
                  <c:v>8.6803184056199996</c:v>
                </c:pt>
                <c:pt idx="61">
                  <c:v>8.4722506285399994</c:v>
                </c:pt>
                <c:pt idx="62">
                  <c:v>8.2392946817000006</c:v>
                </c:pt>
                <c:pt idx="63">
                  <c:v>8.2164129376900004</c:v>
                </c:pt>
                <c:pt idx="64">
                  <c:v>8.2448711792400005</c:v>
                </c:pt>
                <c:pt idx="65">
                  <c:v>8.2332274463800008</c:v>
                </c:pt>
                <c:pt idx="66">
                  <c:v>8.2171154386800005</c:v>
                </c:pt>
                <c:pt idx="67">
                  <c:v>8.2693158809800007</c:v>
                </c:pt>
                <c:pt idx="68">
                  <c:v>8.3689387420799992</c:v>
                </c:pt>
                <c:pt idx="69">
                  <c:v>8.4721663782400007</c:v>
                </c:pt>
                <c:pt idx="70">
                  <c:v>8.6179786894700001</c:v>
                </c:pt>
                <c:pt idx="71">
                  <c:v>8.7669524977699993</c:v>
                </c:pt>
                <c:pt idx="72">
                  <c:v>8.9132182319400002</c:v>
                </c:pt>
                <c:pt idx="73">
                  <c:v>9.0571986976000005</c:v>
                </c:pt>
                <c:pt idx="74">
                  <c:v>9.2083136670499997</c:v>
                </c:pt>
                <c:pt idx="75">
                  <c:v>9.3906633530299999</c:v>
                </c:pt>
                <c:pt idx="76">
                  <c:v>9.5754009798700004</c:v>
                </c:pt>
                <c:pt idx="77">
                  <c:v>9.7632177426499993</c:v>
                </c:pt>
                <c:pt idx="78">
                  <c:v>9.9531214001600006</c:v>
                </c:pt>
                <c:pt idx="79">
                  <c:v>10.143383034699999</c:v>
                </c:pt>
                <c:pt idx="80">
                  <c:v>10.367132572799999</c:v>
                </c:pt>
                <c:pt idx="81">
                  <c:v>10.587093879299999</c:v>
                </c:pt>
                <c:pt idx="82">
                  <c:v>10.801765808000001</c:v>
                </c:pt>
                <c:pt idx="83">
                  <c:v>11.009749788100001</c:v>
                </c:pt>
                <c:pt idx="84">
                  <c:v>11.210451797199999</c:v>
                </c:pt>
                <c:pt idx="85">
                  <c:v>11.4377644575</c:v>
                </c:pt>
                <c:pt idx="86">
                  <c:v>11.652363103600001</c:v>
                </c:pt>
                <c:pt idx="87">
                  <c:v>11.851385329299999</c:v>
                </c:pt>
                <c:pt idx="88">
                  <c:v>12.032555865899999</c:v>
                </c:pt>
                <c:pt idx="89">
                  <c:v>12.2144924911</c:v>
                </c:pt>
                <c:pt idx="90">
                  <c:v>12.394230693500001</c:v>
                </c:pt>
                <c:pt idx="91">
                  <c:v>12.550716043</c:v>
                </c:pt>
                <c:pt idx="92">
                  <c:v>12.6844821006</c:v>
                </c:pt>
                <c:pt idx="93">
                  <c:v>12.809894202900001</c:v>
                </c:pt>
                <c:pt idx="94">
                  <c:v>12.940890595200001</c:v>
                </c:pt>
                <c:pt idx="95">
                  <c:v>13.0520106506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12-0C9E-495C-B6D4-3BAE447447CC}"/>
            </c:ext>
          </c:extLst>
        </c:ser>
        <c:ser>
          <c:idx val="19"/>
          <c:order val="19"/>
          <c:tx>
            <c:v>Run 20</c:v>
          </c:tx>
          <c:spPr>
            <a:ln w="10954">
              <a:solidFill>
                <a:srgbClr val="276B8E"/>
              </a:solidFill>
              <a:prstDash val="solid"/>
            </a:ln>
          </c:spPr>
          <c:xVal>
            <c:numRef>
              <c:f>'Chart Data'!$AM$2:$AM$97</c:f>
              <c:numCache>
                <c:formatCode>General</c:formatCode>
                <c:ptCount val="96"/>
                <c:pt idx="0">
                  <c:v>0.01</c:v>
                </c:pt>
                <c:pt idx="1">
                  <c:v>1.2E-2</c:v>
                </c:pt>
                <c:pt idx="2">
                  <c:v>1.4E-2</c:v>
                </c:pt>
                <c:pt idx="3">
                  <c:v>1.6E-2</c:v>
                </c:pt>
                <c:pt idx="4">
                  <c:v>1.7999999999999999E-2</c:v>
                </c:pt>
                <c:pt idx="5">
                  <c:v>0.02</c:v>
                </c:pt>
                <c:pt idx="6">
                  <c:v>2.1999999999999999E-2</c:v>
                </c:pt>
                <c:pt idx="7">
                  <c:v>2.4E-2</c:v>
                </c:pt>
                <c:pt idx="8">
                  <c:v>2.5999999999999999E-2</c:v>
                </c:pt>
                <c:pt idx="9">
                  <c:v>2.8000000000000001E-2</c:v>
                </c:pt>
                <c:pt idx="10">
                  <c:v>0.03</c:v>
                </c:pt>
                <c:pt idx="11">
                  <c:v>3.2000000000000001E-2</c:v>
                </c:pt>
                <c:pt idx="12">
                  <c:v>3.4000000000000002E-2</c:v>
                </c:pt>
                <c:pt idx="13">
                  <c:v>3.5999999999999997E-2</c:v>
                </c:pt>
                <c:pt idx="14">
                  <c:v>3.7999999999999999E-2</c:v>
                </c:pt>
                <c:pt idx="15">
                  <c:v>0.04</c:v>
                </c:pt>
                <c:pt idx="16">
                  <c:v>4.2000000000000003E-2</c:v>
                </c:pt>
                <c:pt idx="17">
                  <c:v>4.3999999999999997E-2</c:v>
                </c:pt>
                <c:pt idx="18">
                  <c:v>4.5999999999999999E-2</c:v>
                </c:pt>
                <c:pt idx="19">
                  <c:v>4.8000000000000001E-2</c:v>
                </c:pt>
                <c:pt idx="20">
                  <c:v>0.05</c:v>
                </c:pt>
                <c:pt idx="21">
                  <c:v>5.1999999999999998E-2</c:v>
                </c:pt>
                <c:pt idx="22">
                  <c:v>5.3999999999999999E-2</c:v>
                </c:pt>
                <c:pt idx="23">
                  <c:v>5.6000000000000001E-2</c:v>
                </c:pt>
                <c:pt idx="24">
                  <c:v>5.8000000000000003E-2</c:v>
                </c:pt>
                <c:pt idx="25">
                  <c:v>0.06</c:v>
                </c:pt>
                <c:pt idx="26">
                  <c:v>6.2E-2</c:v>
                </c:pt>
                <c:pt idx="27">
                  <c:v>6.4000000000000001E-2</c:v>
                </c:pt>
                <c:pt idx="28">
                  <c:v>6.6000000000000003E-2</c:v>
                </c:pt>
                <c:pt idx="29">
                  <c:v>6.8000000000000005E-2</c:v>
                </c:pt>
                <c:pt idx="30">
                  <c:v>7.0000000000000007E-2</c:v>
                </c:pt>
                <c:pt idx="31">
                  <c:v>7.1999999999999995E-2</c:v>
                </c:pt>
                <c:pt idx="32">
                  <c:v>7.3999999999999996E-2</c:v>
                </c:pt>
                <c:pt idx="33">
                  <c:v>7.5999999999999998E-2</c:v>
                </c:pt>
                <c:pt idx="34">
                  <c:v>7.8E-2</c:v>
                </c:pt>
                <c:pt idx="35">
                  <c:v>0.08</c:v>
                </c:pt>
                <c:pt idx="36">
                  <c:v>8.2000000000000003E-2</c:v>
                </c:pt>
                <c:pt idx="37">
                  <c:v>8.4000000000000005E-2</c:v>
                </c:pt>
                <c:pt idx="38">
                  <c:v>8.5999999999999993E-2</c:v>
                </c:pt>
                <c:pt idx="39">
                  <c:v>8.7999999999999995E-2</c:v>
                </c:pt>
                <c:pt idx="40">
                  <c:v>0.09</c:v>
                </c:pt>
                <c:pt idx="41">
                  <c:v>9.1999999999999998E-2</c:v>
                </c:pt>
                <c:pt idx="42">
                  <c:v>9.4E-2</c:v>
                </c:pt>
                <c:pt idx="43">
                  <c:v>9.6000000000000002E-2</c:v>
                </c:pt>
                <c:pt idx="44">
                  <c:v>9.8000000000000004E-2</c:v>
                </c:pt>
                <c:pt idx="45">
                  <c:v>0.1</c:v>
                </c:pt>
                <c:pt idx="46">
                  <c:v>0.1</c:v>
                </c:pt>
                <c:pt idx="47">
                  <c:v>0.105</c:v>
                </c:pt>
                <c:pt idx="48">
                  <c:v>0.11</c:v>
                </c:pt>
                <c:pt idx="49">
                  <c:v>0.115</c:v>
                </c:pt>
                <c:pt idx="50">
                  <c:v>0.12</c:v>
                </c:pt>
                <c:pt idx="51">
                  <c:v>0.125</c:v>
                </c:pt>
                <c:pt idx="52">
                  <c:v>0.13</c:v>
                </c:pt>
                <c:pt idx="53">
                  <c:v>0.13500000000000001</c:v>
                </c:pt>
                <c:pt idx="54">
                  <c:v>0.14000000000000001</c:v>
                </c:pt>
                <c:pt idx="55">
                  <c:v>0.14499999999999999</c:v>
                </c:pt>
                <c:pt idx="56">
                  <c:v>0.15</c:v>
                </c:pt>
                <c:pt idx="57">
                  <c:v>0.155</c:v>
                </c:pt>
                <c:pt idx="58">
                  <c:v>0.16</c:v>
                </c:pt>
                <c:pt idx="59">
                  <c:v>0.16500000000000001</c:v>
                </c:pt>
                <c:pt idx="60">
                  <c:v>0.17</c:v>
                </c:pt>
                <c:pt idx="61">
                  <c:v>0.17499999999999999</c:v>
                </c:pt>
                <c:pt idx="62">
                  <c:v>0.18</c:v>
                </c:pt>
                <c:pt idx="63">
                  <c:v>0.185</c:v>
                </c:pt>
                <c:pt idx="64">
                  <c:v>0.19</c:v>
                </c:pt>
                <c:pt idx="65">
                  <c:v>0.19500000000000001</c:v>
                </c:pt>
                <c:pt idx="66">
                  <c:v>0.2</c:v>
                </c:pt>
                <c:pt idx="67">
                  <c:v>0.20499999999999999</c:v>
                </c:pt>
                <c:pt idx="68">
                  <c:v>0.21</c:v>
                </c:pt>
                <c:pt idx="69">
                  <c:v>0.215</c:v>
                </c:pt>
                <c:pt idx="70">
                  <c:v>0.22</c:v>
                </c:pt>
                <c:pt idx="71">
                  <c:v>0.22500000000000001</c:v>
                </c:pt>
                <c:pt idx="72">
                  <c:v>0.23</c:v>
                </c:pt>
                <c:pt idx="73">
                  <c:v>0.23499999999999999</c:v>
                </c:pt>
                <c:pt idx="74">
                  <c:v>0.24</c:v>
                </c:pt>
                <c:pt idx="75">
                  <c:v>0.245</c:v>
                </c:pt>
                <c:pt idx="76">
                  <c:v>0.25</c:v>
                </c:pt>
                <c:pt idx="77">
                  <c:v>0.255</c:v>
                </c:pt>
                <c:pt idx="78">
                  <c:v>0.26</c:v>
                </c:pt>
                <c:pt idx="79">
                  <c:v>0.26500000000000001</c:v>
                </c:pt>
                <c:pt idx="80">
                  <c:v>0.27</c:v>
                </c:pt>
                <c:pt idx="81">
                  <c:v>0.27500000000000002</c:v>
                </c:pt>
                <c:pt idx="82">
                  <c:v>0.28000000000000003</c:v>
                </c:pt>
                <c:pt idx="83">
                  <c:v>0.28499999999999998</c:v>
                </c:pt>
                <c:pt idx="84">
                  <c:v>0.28999999999999998</c:v>
                </c:pt>
                <c:pt idx="85">
                  <c:v>0.29499999999999998</c:v>
                </c:pt>
                <c:pt idx="86">
                  <c:v>0.3</c:v>
                </c:pt>
                <c:pt idx="87">
                  <c:v>0.30499999999999999</c:v>
                </c:pt>
                <c:pt idx="88">
                  <c:v>0.31</c:v>
                </c:pt>
                <c:pt idx="89">
                  <c:v>0.315</c:v>
                </c:pt>
                <c:pt idx="90">
                  <c:v>0.32</c:v>
                </c:pt>
                <c:pt idx="91">
                  <c:v>0.32500000000000001</c:v>
                </c:pt>
                <c:pt idx="92">
                  <c:v>0.33</c:v>
                </c:pt>
                <c:pt idx="93">
                  <c:v>0.33500000000000002</c:v>
                </c:pt>
                <c:pt idx="94">
                  <c:v>0.34</c:v>
                </c:pt>
                <c:pt idx="95">
                  <c:v>0.34499999999999997</c:v>
                </c:pt>
              </c:numCache>
            </c:numRef>
          </c:xVal>
          <c:yVal>
            <c:numRef>
              <c:f>'Chart Data'!$AN$2:$AN$97</c:f>
              <c:numCache>
                <c:formatCode>0</c:formatCode>
                <c:ptCount val="96"/>
                <c:pt idx="0">
                  <c:v>1.8131061873599998E-2</c:v>
                </c:pt>
                <c:pt idx="1">
                  <c:v>2.6165755225899999E-2</c:v>
                </c:pt>
                <c:pt idx="2">
                  <c:v>3.57323988999E-2</c:v>
                </c:pt>
                <c:pt idx="3">
                  <c:v>4.6916777410100002E-2</c:v>
                </c:pt>
                <c:pt idx="4">
                  <c:v>5.9786118180099997E-2</c:v>
                </c:pt>
                <c:pt idx="5">
                  <c:v>7.47269888173E-2</c:v>
                </c:pt>
                <c:pt idx="6">
                  <c:v>9.26344081392E-2</c:v>
                </c:pt>
                <c:pt idx="7">
                  <c:v>0.111523176264</c:v>
                </c:pt>
                <c:pt idx="8">
                  <c:v>0.12972567458199999</c:v>
                </c:pt>
                <c:pt idx="9">
                  <c:v>0.15256810158</c:v>
                </c:pt>
                <c:pt idx="10">
                  <c:v>0.17803225904200001</c:v>
                </c:pt>
                <c:pt idx="11">
                  <c:v>0.20085712496800001</c:v>
                </c:pt>
                <c:pt idx="12">
                  <c:v>0.23363366963599999</c:v>
                </c:pt>
                <c:pt idx="13">
                  <c:v>0.27160547768299997</c:v>
                </c:pt>
                <c:pt idx="14">
                  <c:v>0.30435737918400002</c:v>
                </c:pt>
                <c:pt idx="15">
                  <c:v>0.33112605702800002</c:v>
                </c:pt>
                <c:pt idx="16">
                  <c:v>0.36314853163299998</c:v>
                </c:pt>
                <c:pt idx="17">
                  <c:v>0.41044378293400002</c:v>
                </c:pt>
                <c:pt idx="18">
                  <c:v>0.45990149998000002</c:v>
                </c:pt>
                <c:pt idx="19">
                  <c:v>0.49222879639400002</c:v>
                </c:pt>
                <c:pt idx="20">
                  <c:v>0.508946106939</c:v>
                </c:pt>
                <c:pt idx="21">
                  <c:v>0.52324466532900005</c:v>
                </c:pt>
                <c:pt idx="22">
                  <c:v>0.58284499875700002</c:v>
                </c:pt>
                <c:pt idx="23">
                  <c:v>0.702210180272</c:v>
                </c:pt>
                <c:pt idx="24">
                  <c:v>0.832740843053</c:v>
                </c:pt>
                <c:pt idx="25">
                  <c:v>0.97853492937999997</c:v>
                </c:pt>
                <c:pt idx="26">
                  <c:v>1.11933509715</c:v>
                </c:pt>
                <c:pt idx="27">
                  <c:v>1.2435354385199999</c:v>
                </c:pt>
                <c:pt idx="28">
                  <c:v>1.3747901178299999</c:v>
                </c:pt>
                <c:pt idx="29">
                  <c:v>1.47610335011</c:v>
                </c:pt>
                <c:pt idx="30">
                  <c:v>1.5700060330500001</c:v>
                </c:pt>
                <c:pt idx="31">
                  <c:v>1.66089090972</c:v>
                </c:pt>
                <c:pt idx="32">
                  <c:v>1.7314165806999999</c:v>
                </c:pt>
                <c:pt idx="33">
                  <c:v>1.7931711939399999</c:v>
                </c:pt>
                <c:pt idx="34">
                  <c:v>1.8581364977699999</c:v>
                </c:pt>
                <c:pt idx="35">
                  <c:v>1.93983209101</c:v>
                </c:pt>
                <c:pt idx="36">
                  <c:v>2.04445080606</c:v>
                </c:pt>
                <c:pt idx="37">
                  <c:v>2.1704392170300002</c:v>
                </c:pt>
                <c:pt idx="38">
                  <c:v>2.3194640462199998</c:v>
                </c:pt>
                <c:pt idx="39">
                  <c:v>2.4923594520800001</c:v>
                </c:pt>
                <c:pt idx="40">
                  <c:v>2.68895405576</c:v>
                </c:pt>
                <c:pt idx="41">
                  <c:v>2.9053243474000001</c:v>
                </c:pt>
                <c:pt idx="42">
                  <c:v>3.13375055266</c:v>
                </c:pt>
                <c:pt idx="43">
                  <c:v>3.3658208429499998</c:v>
                </c:pt>
                <c:pt idx="44">
                  <c:v>3.5949836683199998</c:v>
                </c:pt>
                <c:pt idx="45">
                  <c:v>3.8242463684699999</c:v>
                </c:pt>
                <c:pt idx="46">
                  <c:v>3.8242463684699999</c:v>
                </c:pt>
                <c:pt idx="47">
                  <c:v>4.4716611985999997</c:v>
                </c:pt>
                <c:pt idx="48">
                  <c:v>5.0756861312000003</c:v>
                </c:pt>
                <c:pt idx="49">
                  <c:v>5.7070350265599998</c:v>
                </c:pt>
                <c:pt idx="50">
                  <c:v>6.2785459920499997</c:v>
                </c:pt>
                <c:pt idx="51">
                  <c:v>6.72341569588</c:v>
                </c:pt>
                <c:pt idx="52">
                  <c:v>7.1600822974899998</c:v>
                </c:pt>
                <c:pt idx="53">
                  <c:v>7.4891256331899996</c:v>
                </c:pt>
                <c:pt idx="54">
                  <c:v>7.9218962694700004</c:v>
                </c:pt>
                <c:pt idx="55">
                  <c:v>8.2949004775200006</c:v>
                </c:pt>
                <c:pt idx="56">
                  <c:v>8.9013197657699994</c:v>
                </c:pt>
                <c:pt idx="57">
                  <c:v>9.3847541618299992</c:v>
                </c:pt>
                <c:pt idx="58">
                  <c:v>9.6738174699900004</c:v>
                </c:pt>
                <c:pt idx="59">
                  <c:v>9.70147512578</c:v>
                </c:pt>
                <c:pt idx="60">
                  <c:v>9.5483502461800001</c:v>
                </c:pt>
                <c:pt idx="61">
                  <c:v>9.3194756913999992</c:v>
                </c:pt>
                <c:pt idx="62">
                  <c:v>9.0632241498700008</c:v>
                </c:pt>
                <c:pt idx="63">
                  <c:v>9.0380542314499994</c:v>
                </c:pt>
                <c:pt idx="64">
                  <c:v>9.0693582971600009</c:v>
                </c:pt>
                <c:pt idx="65">
                  <c:v>9.0565501910199995</c:v>
                </c:pt>
                <c:pt idx="66">
                  <c:v>9.0388269825500007</c:v>
                </c:pt>
                <c:pt idx="67">
                  <c:v>9.0962474690799997</c:v>
                </c:pt>
                <c:pt idx="68">
                  <c:v>9.2058326162899995</c:v>
                </c:pt>
                <c:pt idx="69">
                  <c:v>9.3193830160700006</c:v>
                </c:pt>
                <c:pt idx="70">
                  <c:v>9.4797765584100002</c:v>
                </c:pt>
                <c:pt idx="71">
                  <c:v>9.6436477475500002</c:v>
                </c:pt>
                <c:pt idx="72">
                  <c:v>9.8045400551299995</c:v>
                </c:pt>
                <c:pt idx="73">
                  <c:v>9.96291856737</c:v>
                </c:pt>
                <c:pt idx="74">
                  <c:v>10.1291450338</c:v>
                </c:pt>
                <c:pt idx="75">
                  <c:v>10.3297296883</c:v>
                </c:pt>
                <c:pt idx="76">
                  <c:v>10.5329410779</c:v>
                </c:pt>
                <c:pt idx="77">
                  <c:v>10.739539516900001</c:v>
                </c:pt>
                <c:pt idx="78">
                  <c:v>10.9484335402</c:v>
                </c:pt>
                <c:pt idx="79">
                  <c:v>11.1577213381</c:v>
                </c:pt>
                <c:pt idx="80">
                  <c:v>11.4038458301</c:v>
                </c:pt>
                <c:pt idx="81">
                  <c:v>11.6458032673</c:v>
                </c:pt>
                <c:pt idx="82">
                  <c:v>11.881942388800001</c:v>
                </c:pt>
                <c:pt idx="83">
                  <c:v>12.110724766900001</c:v>
                </c:pt>
                <c:pt idx="84">
                  <c:v>12.331496977</c:v>
                </c:pt>
                <c:pt idx="85">
                  <c:v>12.581540903300001</c:v>
                </c:pt>
                <c:pt idx="86">
                  <c:v>12.817599414</c:v>
                </c:pt>
                <c:pt idx="87">
                  <c:v>13.036523862199999</c:v>
                </c:pt>
                <c:pt idx="88">
                  <c:v>13.2358114524</c:v>
                </c:pt>
                <c:pt idx="89">
                  <c:v>13.435941740200001</c:v>
                </c:pt>
                <c:pt idx="90">
                  <c:v>13.6336537629</c:v>
                </c:pt>
                <c:pt idx="91">
                  <c:v>13.805787647300001</c:v>
                </c:pt>
                <c:pt idx="92">
                  <c:v>13.952930310699999</c:v>
                </c:pt>
                <c:pt idx="93">
                  <c:v>14.0908836232</c:v>
                </c:pt>
                <c:pt idx="94">
                  <c:v>14.2349796547</c:v>
                </c:pt>
                <c:pt idx="95">
                  <c:v>14.3572117157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13-0C9E-495C-B6D4-3BAE447447CC}"/>
            </c:ext>
          </c:extLst>
        </c:ser>
        <c:ser>
          <c:idx val="20"/>
          <c:order val="20"/>
          <c:tx>
            <c:v>Run 21</c:v>
          </c:tx>
          <c:spPr>
            <a:ln w="10954">
              <a:solidFill>
                <a:srgbClr val="276B8E"/>
              </a:solidFill>
              <a:prstDash val="solid"/>
            </a:ln>
          </c:spPr>
          <c:xVal>
            <c:numRef>
              <c:f>'Chart Data'!$AO$2:$AO$97</c:f>
              <c:numCache>
                <c:formatCode>General</c:formatCode>
                <c:ptCount val="96"/>
                <c:pt idx="0">
                  <c:v>0.01</c:v>
                </c:pt>
                <c:pt idx="1">
                  <c:v>1.2E-2</c:v>
                </c:pt>
                <c:pt idx="2">
                  <c:v>1.4E-2</c:v>
                </c:pt>
                <c:pt idx="3">
                  <c:v>1.6E-2</c:v>
                </c:pt>
                <c:pt idx="4">
                  <c:v>1.7999999999999999E-2</c:v>
                </c:pt>
                <c:pt idx="5">
                  <c:v>0.02</c:v>
                </c:pt>
                <c:pt idx="6">
                  <c:v>2.1999999999999999E-2</c:v>
                </c:pt>
                <c:pt idx="7">
                  <c:v>2.4E-2</c:v>
                </c:pt>
                <c:pt idx="8">
                  <c:v>2.5999999999999999E-2</c:v>
                </c:pt>
                <c:pt idx="9">
                  <c:v>2.8000000000000001E-2</c:v>
                </c:pt>
                <c:pt idx="10">
                  <c:v>0.03</c:v>
                </c:pt>
                <c:pt idx="11">
                  <c:v>3.2000000000000001E-2</c:v>
                </c:pt>
                <c:pt idx="12">
                  <c:v>3.4000000000000002E-2</c:v>
                </c:pt>
                <c:pt idx="13">
                  <c:v>3.5999999999999997E-2</c:v>
                </c:pt>
                <c:pt idx="14">
                  <c:v>3.7999999999999999E-2</c:v>
                </c:pt>
                <c:pt idx="15">
                  <c:v>0.04</c:v>
                </c:pt>
                <c:pt idx="16">
                  <c:v>4.2000000000000003E-2</c:v>
                </c:pt>
                <c:pt idx="17">
                  <c:v>4.3999999999999997E-2</c:v>
                </c:pt>
                <c:pt idx="18">
                  <c:v>4.5999999999999999E-2</c:v>
                </c:pt>
                <c:pt idx="19">
                  <c:v>4.8000000000000001E-2</c:v>
                </c:pt>
                <c:pt idx="20">
                  <c:v>0.05</c:v>
                </c:pt>
                <c:pt idx="21">
                  <c:v>5.1999999999999998E-2</c:v>
                </c:pt>
                <c:pt idx="22">
                  <c:v>5.3999999999999999E-2</c:v>
                </c:pt>
                <c:pt idx="23">
                  <c:v>5.6000000000000001E-2</c:v>
                </c:pt>
                <c:pt idx="24">
                  <c:v>5.8000000000000003E-2</c:v>
                </c:pt>
                <c:pt idx="25">
                  <c:v>0.06</c:v>
                </c:pt>
                <c:pt idx="26">
                  <c:v>6.2E-2</c:v>
                </c:pt>
                <c:pt idx="27">
                  <c:v>6.4000000000000001E-2</c:v>
                </c:pt>
                <c:pt idx="28">
                  <c:v>6.6000000000000003E-2</c:v>
                </c:pt>
                <c:pt idx="29">
                  <c:v>6.8000000000000005E-2</c:v>
                </c:pt>
                <c:pt idx="30">
                  <c:v>7.0000000000000007E-2</c:v>
                </c:pt>
                <c:pt idx="31">
                  <c:v>7.1999999999999995E-2</c:v>
                </c:pt>
                <c:pt idx="32">
                  <c:v>7.3999999999999996E-2</c:v>
                </c:pt>
                <c:pt idx="33">
                  <c:v>7.5999999999999998E-2</c:v>
                </c:pt>
                <c:pt idx="34">
                  <c:v>7.8E-2</c:v>
                </c:pt>
                <c:pt idx="35">
                  <c:v>0.08</c:v>
                </c:pt>
                <c:pt idx="36">
                  <c:v>8.2000000000000003E-2</c:v>
                </c:pt>
                <c:pt idx="37">
                  <c:v>8.4000000000000005E-2</c:v>
                </c:pt>
                <c:pt idx="38">
                  <c:v>8.5999999999999993E-2</c:v>
                </c:pt>
                <c:pt idx="39">
                  <c:v>8.7999999999999995E-2</c:v>
                </c:pt>
                <c:pt idx="40">
                  <c:v>0.09</c:v>
                </c:pt>
                <c:pt idx="41">
                  <c:v>9.1999999999999998E-2</c:v>
                </c:pt>
                <c:pt idx="42">
                  <c:v>9.4E-2</c:v>
                </c:pt>
                <c:pt idx="43">
                  <c:v>9.6000000000000002E-2</c:v>
                </c:pt>
                <c:pt idx="44">
                  <c:v>9.8000000000000004E-2</c:v>
                </c:pt>
                <c:pt idx="45">
                  <c:v>0.1</c:v>
                </c:pt>
                <c:pt idx="46">
                  <c:v>0.1</c:v>
                </c:pt>
                <c:pt idx="47">
                  <c:v>0.105</c:v>
                </c:pt>
                <c:pt idx="48">
                  <c:v>0.11</c:v>
                </c:pt>
                <c:pt idx="49">
                  <c:v>0.115</c:v>
                </c:pt>
                <c:pt idx="50">
                  <c:v>0.12</c:v>
                </c:pt>
                <c:pt idx="51">
                  <c:v>0.125</c:v>
                </c:pt>
                <c:pt idx="52">
                  <c:v>0.13</c:v>
                </c:pt>
                <c:pt idx="53">
                  <c:v>0.13500000000000001</c:v>
                </c:pt>
                <c:pt idx="54">
                  <c:v>0.14000000000000001</c:v>
                </c:pt>
                <c:pt idx="55">
                  <c:v>0.14499999999999999</c:v>
                </c:pt>
                <c:pt idx="56">
                  <c:v>0.15</c:v>
                </c:pt>
                <c:pt idx="57">
                  <c:v>0.155</c:v>
                </c:pt>
                <c:pt idx="58">
                  <c:v>0.16</c:v>
                </c:pt>
                <c:pt idx="59">
                  <c:v>0.16500000000000001</c:v>
                </c:pt>
                <c:pt idx="60">
                  <c:v>0.17</c:v>
                </c:pt>
                <c:pt idx="61">
                  <c:v>0.17499999999999999</c:v>
                </c:pt>
                <c:pt idx="62">
                  <c:v>0.18</c:v>
                </c:pt>
                <c:pt idx="63">
                  <c:v>0.185</c:v>
                </c:pt>
                <c:pt idx="64">
                  <c:v>0.19</c:v>
                </c:pt>
                <c:pt idx="65">
                  <c:v>0.19500000000000001</c:v>
                </c:pt>
                <c:pt idx="66">
                  <c:v>0.2</c:v>
                </c:pt>
                <c:pt idx="67">
                  <c:v>0.20499999999999999</c:v>
                </c:pt>
                <c:pt idx="68">
                  <c:v>0.21</c:v>
                </c:pt>
                <c:pt idx="69">
                  <c:v>0.215</c:v>
                </c:pt>
                <c:pt idx="70">
                  <c:v>0.22</c:v>
                </c:pt>
                <c:pt idx="71">
                  <c:v>0.22500000000000001</c:v>
                </c:pt>
                <c:pt idx="72">
                  <c:v>0.23</c:v>
                </c:pt>
                <c:pt idx="73">
                  <c:v>0.23499999999999999</c:v>
                </c:pt>
                <c:pt idx="74">
                  <c:v>0.24</c:v>
                </c:pt>
                <c:pt idx="75">
                  <c:v>0.245</c:v>
                </c:pt>
                <c:pt idx="76">
                  <c:v>0.25</c:v>
                </c:pt>
                <c:pt idx="77">
                  <c:v>0.255</c:v>
                </c:pt>
                <c:pt idx="78">
                  <c:v>0.26</c:v>
                </c:pt>
                <c:pt idx="79">
                  <c:v>0.26500000000000001</c:v>
                </c:pt>
                <c:pt idx="80">
                  <c:v>0.27</c:v>
                </c:pt>
                <c:pt idx="81">
                  <c:v>0.27500000000000002</c:v>
                </c:pt>
                <c:pt idx="82">
                  <c:v>0.28000000000000003</c:v>
                </c:pt>
                <c:pt idx="83">
                  <c:v>0.28499999999999998</c:v>
                </c:pt>
                <c:pt idx="84">
                  <c:v>0.28999999999999998</c:v>
                </c:pt>
                <c:pt idx="85">
                  <c:v>0.29499999999999998</c:v>
                </c:pt>
                <c:pt idx="86">
                  <c:v>0.3</c:v>
                </c:pt>
                <c:pt idx="87">
                  <c:v>0.30499999999999999</c:v>
                </c:pt>
                <c:pt idx="88">
                  <c:v>0.31</c:v>
                </c:pt>
                <c:pt idx="89">
                  <c:v>0.315</c:v>
                </c:pt>
                <c:pt idx="90">
                  <c:v>0.32</c:v>
                </c:pt>
                <c:pt idx="91">
                  <c:v>0.32500000000000001</c:v>
                </c:pt>
                <c:pt idx="92">
                  <c:v>0.33</c:v>
                </c:pt>
                <c:pt idx="93">
                  <c:v>0.33500000000000002</c:v>
                </c:pt>
                <c:pt idx="94">
                  <c:v>0.34</c:v>
                </c:pt>
                <c:pt idx="95">
                  <c:v>0.34499999999999997</c:v>
                </c:pt>
              </c:numCache>
            </c:numRef>
          </c:xVal>
          <c:yVal>
            <c:numRef>
              <c:f>'Chart Data'!$AP$2:$AP$97</c:f>
              <c:numCache>
                <c:formatCode>0</c:formatCode>
                <c:ptCount val="96"/>
                <c:pt idx="0">
                  <c:v>1.97793402257E-2</c:v>
                </c:pt>
                <c:pt idx="1">
                  <c:v>2.8544460246399998E-2</c:v>
                </c:pt>
                <c:pt idx="2">
                  <c:v>3.8980798799899997E-2</c:v>
                </c:pt>
                <c:pt idx="3">
                  <c:v>5.1181938992900002E-2</c:v>
                </c:pt>
                <c:pt idx="4">
                  <c:v>6.5221219832800006E-2</c:v>
                </c:pt>
                <c:pt idx="5">
                  <c:v>8.1520351436999997E-2</c:v>
                </c:pt>
                <c:pt idx="6">
                  <c:v>0.10105571797</c:v>
                </c:pt>
                <c:pt idx="7">
                  <c:v>0.121661646833</c:v>
                </c:pt>
                <c:pt idx="8">
                  <c:v>0.141518917726</c:v>
                </c:pt>
                <c:pt idx="9">
                  <c:v>0.166437928997</c:v>
                </c:pt>
                <c:pt idx="10">
                  <c:v>0.19421700986400001</c:v>
                </c:pt>
                <c:pt idx="11">
                  <c:v>0.21911686360099999</c:v>
                </c:pt>
                <c:pt idx="12">
                  <c:v>0.25487309414800002</c:v>
                </c:pt>
                <c:pt idx="13">
                  <c:v>0.29629688474499999</c:v>
                </c:pt>
                <c:pt idx="14">
                  <c:v>0.33202623183699997</c:v>
                </c:pt>
                <c:pt idx="15">
                  <c:v>0.361228425849</c:v>
                </c:pt>
                <c:pt idx="16">
                  <c:v>0.39616203450900001</c:v>
                </c:pt>
                <c:pt idx="17">
                  <c:v>0.44775685410999999</c:v>
                </c:pt>
                <c:pt idx="18">
                  <c:v>0.50171072725099997</c:v>
                </c:pt>
                <c:pt idx="19">
                  <c:v>0.536976868793</c:v>
                </c:pt>
                <c:pt idx="20">
                  <c:v>0.55521393484299997</c:v>
                </c:pt>
                <c:pt idx="21">
                  <c:v>0.57081236217700004</c:v>
                </c:pt>
                <c:pt idx="22">
                  <c:v>0.63583090773499995</c:v>
                </c:pt>
                <c:pt idx="23">
                  <c:v>0.76604746938799995</c:v>
                </c:pt>
                <c:pt idx="24">
                  <c:v>0.90844455605800001</c:v>
                </c:pt>
                <c:pt idx="25">
                  <c:v>1.06749265023</c:v>
                </c:pt>
                <c:pt idx="26">
                  <c:v>1.22109283326</c:v>
                </c:pt>
                <c:pt idx="27">
                  <c:v>1.35658411475</c:v>
                </c:pt>
                <c:pt idx="28">
                  <c:v>1.49977103764</c:v>
                </c:pt>
                <c:pt idx="29">
                  <c:v>1.6102945637499999</c:v>
                </c:pt>
                <c:pt idx="30">
                  <c:v>1.7127338542399999</c:v>
                </c:pt>
                <c:pt idx="31">
                  <c:v>1.8118809924199999</c:v>
                </c:pt>
                <c:pt idx="32">
                  <c:v>1.8888180880400001</c:v>
                </c:pt>
                <c:pt idx="33">
                  <c:v>1.95618675702</c:v>
                </c:pt>
                <c:pt idx="34">
                  <c:v>2.02705799757</c:v>
                </c:pt>
                <c:pt idx="35">
                  <c:v>2.1161804629200001</c:v>
                </c:pt>
                <c:pt idx="36">
                  <c:v>2.23030997025</c:v>
                </c:pt>
                <c:pt idx="37">
                  <c:v>2.36775187312</c:v>
                </c:pt>
                <c:pt idx="38">
                  <c:v>2.5303244140599999</c:v>
                </c:pt>
                <c:pt idx="39">
                  <c:v>2.7189375840799999</c:v>
                </c:pt>
                <c:pt idx="40">
                  <c:v>2.9334044244599999</c:v>
                </c:pt>
                <c:pt idx="41">
                  <c:v>3.1694447426100001</c:v>
                </c:pt>
                <c:pt idx="42">
                  <c:v>3.4186369665399998</c:v>
                </c:pt>
                <c:pt idx="43">
                  <c:v>3.6718045559500001</c:v>
                </c:pt>
                <c:pt idx="44">
                  <c:v>3.9218003654400002</c:v>
                </c:pt>
                <c:pt idx="45">
                  <c:v>4.1719051292399998</c:v>
                </c:pt>
                <c:pt idx="46">
                  <c:v>4.1719051292399998</c:v>
                </c:pt>
                <c:pt idx="47">
                  <c:v>4.8781758530200001</c:v>
                </c:pt>
                <c:pt idx="48">
                  <c:v>5.5371121431299999</c:v>
                </c:pt>
                <c:pt idx="49">
                  <c:v>6.2258563926099999</c:v>
                </c:pt>
                <c:pt idx="50">
                  <c:v>6.8493229004199998</c:v>
                </c:pt>
                <c:pt idx="51">
                  <c:v>7.3346353045999999</c:v>
                </c:pt>
                <c:pt idx="52">
                  <c:v>7.8109988699899997</c:v>
                </c:pt>
                <c:pt idx="53">
                  <c:v>8.1699552362100007</c:v>
                </c:pt>
                <c:pt idx="54">
                  <c:v>8.6420686576100003</c:v>
                </c:pt>
                <c:pt idx="55">
                  <c:v>9.0489823391099993</c:v>
                </c:pt>
                <c:pt idx="56">
                  <c:v>9.7105306535700002</c:v>
                </c:pt>
                <c:pt idx="57">
                  <c:v>10.2379136311</c:v>
                </c:pt>
                <c:pt idx="58">
                  <c:v>10.553255421799999</c:v>
                </c:pt>
                <c:pt idx="59">
                  <c:v>10.583427409900001</c:v>
                </c:pt>
                <c:pt idx="60">
                  <c:v>10.416382086700001</c:v>
                </c:pt>
                <c:pt idx="61">
                  <c:v>10.166700754300001</c:v>
                </c:pt>
                <c:pt idx="62">
                  <c:v>9.8871536180399993</c:v>
                </c:pt>
                <c:pt idx="63">
                  <c:v>9.8596955252199994</c:v>
                </c:pt>
                <c:pt idx="64">
                  <c:v>9.8938454150799995</c:v>
                </c:pt>
                <c:pt idx="65">
                  <c:v>9.8798729356599999</c:v>
                </c:pt>
                <c:pt idx="66">
                  <c:v>9.8605385264199992</c:v>
                </c:pt>
                <c:pt idx="67">
                  <c:v>9.9231790571800005</c:v>
                </c:pt>
                <c:pt idx="68">
                  <c:v>10.0427264905</c:v>
                </c:pt>
                <c:pt idx="69">
                  <c:v>10.166599653900001</c:v>
                </c:pt>
                <c:pt idx="70">
                  <c:v>10.341574427399999</c:v>
                </c:pt>
                <c:pt idx="71">
                  <c:v>10.5203429973</c:v>
                </c:pt>
                <c:pt idx="72">
                  <c:v>10.695861878300001</c:v>
                </c:pt>
                <c:pt idx="73">
                  <c:v>10.8686384371</c:v>
                </c:pt>
                <c:pt idx="74">
                  <c:v>11.0499764005</c:v>
                </c:pt>
                <c:pt idx="75">
                  <c:v>11.2687960236</c:v>
                </c:pt>
                <c:pt idx="76">
                  <c:v>11.490481175799999</c:v>
                </c:pt>
                <c:pt idx="77">
                  <c:v>11.7158612912</c:v>
                </c:pt>
                <c:pt idx="78">
                  <c:v>11.943745680199999</c:v>
                </c:pt>
                <c:pt idx="79">
                  <c:v>12.172059641600001</c:v>
                </c:pt>
                <c:pt idx="80">
                  <c:v>12.4405590874</c:v>
                </c:pt>
                <c:pt idx="81">
                  <c:v>12.7045126552</c:v>
                </c:pt>
                <c:pt idx="82">
                  <c:v>12.962118969600001</c:v>
                </c:pt>
                <c:pt idx="83">
                  <c:v>13.211699745700001</c:v>
                </c:pt>
                <c:pt idx="84">
                  <c:v>13.4525421567</c:v>
                </c:pt>
                <c:pt idx="85">
                  <c:v>13.725317349000001</c:v>
                </c:pt>
                <c:pt idx="86">
                  <c:v>13.982835724399999</c:v>
                </c:pt>
                <c:pt idx="87">
                  <c:v>14.221662395199999</c:v>
                </c:pt>
                <c:pt idx="88">
                  <c:v>14.439067038999999</c:v>
                </c:pt>
                <c:pt idx="89">
                  <c:v>14.6573909893</c:v>
                </c:pt>
                <c:pt idx="90">
                  <c:v>14.873076832200001</c:v>
                </c:pt>
                <c:pt idx="91">
                  <c:v>15.0608592516</c:v>
                </c:pt>
                <c:pt idx="92">
                  <c:v>15.2213785207</c:v>
                </c:pt>
                <c:pt idx="93">
                  <c:v>15.371873043500001</c:v>
                </c:pt>
                <c:pt idx="94">
                  <c:v>15.529068714199999</c:v>
                </c:pt>
                <c:pt idx="95">
                  <c:v>15.6624127807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14-0C9E-495C-B6D4-3BAE447447CC}"/>
            </c:ext>
          </c:extLst>
        </c:ser>
        <c:ser>
          <c:idx val="21"/>
          <c:order val="21"/>
          <c:tx>
            <c:v>Run 22</c:v>
          </c:tx>
          <c:spPr>
            <a:ln w="10954">
              <a:solidFill>
                <a:srgbClr val="B7684B"/>
              </a:solidFill>
              <a:prstDash val="solid"/>
            </a:ln>
          </c:spPr>
          <c:xVal>
            <c:numRef>
              <c:f>'Chart Data'!$AQ$2:$AQ$97</c:f>
              <c:numCache>
                <c:formatCode>General</c:formatCode>
                <c:ptCount val="96"/>
                <c:pt idx="0">
                  <c:v>0.01</c:v>
                </c:pt>
                <c:pt idx="1">
                  <c:v>1.2E-2</c:v>
                </c:pt>
                <c:pt idx="2">
                  <c:v>1.4E-2</c:v>
                </c:pt>
                <c:pt idx="3">
                  <c:v>1.6E-2</c:v>
                </c:pt>
                <c:pt idx="4">
                  <c:v>1.7999999999999999E-2</c:v>
                </c:pt>
                <c:pt idx="5">
                  <c:v>0.02</c:v>
                </c:pt>
                <c:pt idx="6">
                  <c:v>2.1999999999999999E-2</c:v>
                </c:pt>
                <c:pt idx="7">
                  <c:v>2.4E-2</c:v>
                </c:pt>
                <c:pt idx="8">
                  <c:v>2.5999999999999999E-2</c:v>
                </c:pt>
                <c:pt idx="9">
                  <c:v>2.8000000000000001E-2</c:v>
                </c:pt>
                <c:pt idx="10">
                  <c:v>0.03</c:v>
                </c:pt>
                <c:pt idx="11">
                  <c:v>3.2000000000000001E-2</c:v>
                </c:pt>
                <c:pt idx="12">
                  <c:v>3.4000000000000002E-2</c:v>
                </c:pt>
                <c:pt idx="13">
                  <c:v>3.5999999999999997E-2</c:v>
                </c:pt>
                <c:pt idx="14">
                  <c:v>3.7999999999999999E-2</c:v>
                </c:pt>
                <c:pt idx="15">
                  <c:v>0.04</c:v>
                </c:pt>
                <c:pt idx="16">
                  <c:v>4.2000000000000003E-2</c:v>
                </c:pt>
                <c:pt idx="17">
                  <c:v>4.3999999999999997E-2</c:v>
                </c:pt>
                <c:pt idx="18">
                  <c:v>4.5999999999999999E-2</c:v>
                </c:pt>
                <c:pt idx="19">
                  <c:v>4.8000000000000001E-2</c:v>
                </c:pt>
                <c:pt idx="20">
                  <c:v>0.05</c:v>
                </c:pt>
                <c:pt idx="21">
                  <c:v>5.1999999999999998E-2</c:v>
                </c:pt>
                <c:pt idx="22">
                  <c:v>5.3999999999999999E-2</c:v>
                </c:pt>
                <c:pt idx="23">
                  <c:v>5.6000000000000001E-2</c:v>
                </c:pt>
                <c:pt idx="24">
                  <c:v>5.8000000000000003E-2</c:v>
                </c:pt>
                <c:pt idx="25">
                  <c:v>0.06</c:v>
                </c:pt>
                <c:pt idx="26">
                  <c:v>6.2E-2</c:v>
                </c:pt>
                <c:pt idx="27">
                  <c:v>6.4000000000000001E-2</c:v>
                </c:pt>
                <c:pt idx="28">
                  <c:v>6.6000000000000003E-2</c:v>
                </c:pt>
                <c:pt idx="29">
                  <c:v>6.8000000000000005E-2</c:v>
                </c:pt>
                <c:pt idx="30">
                  <c:v>7.0000000000000007E-2</c:v>
                </c:pt>
                <c:pt idx="31">
                  <c:v>7.1999999999999995E-2</c:v>
                </c:pt>
                <c:pt idx="32">
                  <c:v>7.3999999999999996E-2</c:v>
                </c:pt>
                <c:pt idx="33">
                  <c:v>7.5999999999999998E-2</c:v>
                </c:pt>
                <c:pt idx="34">
                  <c:v>7.8E-2</c:v>
                </c:pt>
                <c:pt idx="35">
                  <c:v>0.08</c:v>
                </c:pt>
                <c:pt idx="36">
                  <c:v>8.2000000000000003E-2</c:v>
                </c:pt>
                <c:pt idx="37">
                  <c:v>8.4000000000000005E-2</c:v>
                </c:pt>
                <c:pt idx="38">
                  <c:v>8.5999999999999993E-2</c:v>
                </c:pt>
                <c:pt idx="39">
                  <c:v>8.7999999999999995E-2</c:v>
                </c:pt>
                <c:pt idx="40">
                  <c:v>0.09</c:v>
                </c:pt>
                <c:pt idx="41">
                  <c:v>9.1999999999999998E-2</c:v>
                </c:pt>
                <c:pt idx="42">
                  <c:v>9.4E-2</c:v>
                </c:pt>
                <c:pt idx="43">
                  <c:v>9.6000000000000002E-2</c:v>
                </c:pt>
                <c:pt idx="44">
                  <c:v>9.8000000000000004E-2</c:v>
                </c:pt>
                <c:pt idx="45">
                  <c:v>0.1</c:v>
                </c:pt>
                <c:pt idx="46">
                  <c:v>0.1</c:v>
                </c:pt>
                <c:pt idx="47">
                  <c:v>0.105</c:v>
                </c:pt>
                <c:pt idx="48">
                  <c:v>0.11</c:v>
                </c:pt>
                <c:pt idx="49">
                  <c:v>0.115</c:v>
                </c:pt>
                <c:pt idx="50">
                  <c:v>0.12</c:v>
                </c:pt>
                <c:pt idx="51">
                  <c:v>0.125</c:v>
                </c:pt>
                <c:pt idx="52">
                  <c:v>0.13</c:v>
                </c:pt>
                <c:pt idx="53">
                  <c:v>0.13500000000000001</c:v>
                </c:pt>
                <c:pt idx="54">
                  <c:v>0.14000000000000001</c:v>
                </c:pt>
                <c:pt idx="55">
                  <c:v>0.14499999999999999</c:v>
                </c:pt>
                <c:pt idx="56">
                  <c:v>0.15</c:v>
                </c:pt>
                <c:pt idx="57">
                  <c:v>0.155</c:v>
                </c:pt>
                <c:pt idx="58">
                  <c:v>0.16</c:v>
                </c:pt>
                <c:pt idx="59">
                  <c:v>0.16500000000000001</c:v>
                </c:pt>
                <c:pt idx="60">
                  <c:v>0.17</c:v>
                </c:pt>
                <c:pt idx="61">
                  <c:v>0.17499999999999999</c:v>
                </c:pt>
                <c:pt idx="62">
                  <c:v>0.18</c:v>
                </c:pt>
                <c:pt idx="63">
                  <c:v>0.185</c:v>
                </c:pt>
                <c:pt idx="64">
                  <c:v>0.19</c:v>
                </c:pt>
                <c:pt idx="65">
                  <c:v>0.19500000000000001</c:v>
                </c:pt>
                <c:pt idx="66">
                  <c:v>0.2</c:v>
                </c:pt>
                <c:pt idx="67">
                  <c:v>0.20499999999999999</c:v>
                </c:pt>
                <c:pt idx="68">
                  <c:v>0.21</c:v>
                </c:pt>
                <c:pt idx="69">
                  <c:v>0.215</c:v>
                </c:pt>
                <c:pt idx="70">
                  <c:v>0.22</c:v>
                </c:pt>
                <c:pt idx="71">
                  <c:v>0.22500000000000001</c:v>
                </c:pt>
                <c:pt idx="72">
                  <c:v>0.23</c:v>
                </c:pt>
                <c:pt idx="73">
                  <c:v>0.23499999999999999</c:v>
                </c:pt>
                <c:pt idx="74">
                  <c:v>0.24</c:v>
                </c:pt>
                <c:pt idx="75">
                  <c:v>0.245</c:v>
                </c:pt>
                <c:pt idx="76">
                  <c:v>0.25</c:v>
                </c:pt>
                <c:pt idx="77">
                  <c:v>0.255</c:v>
                </c:pt>
                <c:pt idx="78">
                  <c:v>0.26</c:v>
                </c:pt>
                <c:pt idx="79">
                  <c:v>0.26500000000000001</c:v>
                </c:pt>
                <c:pt idx="80">
                  <c:v>0.27</c:v>
                </c:pt>
                <c:pt idx="81">
                  <c:v>0.27500000000000002</c:v>
                </c:pt>
                <c:pt idx="82">
                  <c:v>0.28000000000000003</c:v>
                </c:pt>
                <c:pt idx="83">
                  <c:v>0.28499999999999998</c:v>
                </c:pt>
                <c:pt idx="84">
                  <c:v>0.28999999999999998</c:v>
                </c:pt>
                <c:pt idx="85">
                  <c:v>0.29499999999999998</c:v>
                </c:pt>
                <c:pt idx="86">
                  <c:v>0.3</c:v>
                </c:pt>
                <c:pt idx="87">
                  <c:v>0.30499999999999999</c:v>
                </c:pt>
                <c:pt idx="88">
                  <c:v>0.31</c:v>
                </c:pt>
                <c:pt idx="89">
                  <c:v>0.315</c:v>
                </c:pt>
                <c:pt idx="90">
                  <c:v>0.32</c:v>
                </c:pt>
                <c:pt idx="91">
                  <c:v>0.32500000000000001</c:v>
                </c:pt>
                <c:pt idx="92">
                  <c:v>0.33</c:v>
                </c:pt>
                <c:pt idx="93">
                  <c:v>0.33500000000000002</c:v>
                </c:pt>
                <c:pt idx="94">
                  <c:v>0.34</c:v>
                </c:pt>
                <c:pt idx="95">
                  <c:v>0.34499999999999997</c:v>
                </c:pt>
              </c:numCache>
            </c:numRef>
          </c:xVal>
          <c:yVal>
            <c:numRef>
              <c:f>'Chart Data'!$AR$2:$AR$97</c:f>
              <c:numCache>
                <c:formatCode>0</c:formatCode>
                <c:ptCount val="96"/>
                <c:pt idx="0">
                  <c:v>8.9700158971999996E-3</c:v>
                </c:pt>
                <c:pt idx="1">
                  <c:v>1.30058002575E-2</c:v>
                </c:pt>
                <c:pt idx="2">
                  <c:v>1.7890877436399999E-2</c:v>
                </c:pt>
                <c:pt idx="3">
                  <c:v>2.3614202288899998E-2</c:v>
                </c:pt>
                <c:pt idx="4">
                  <c:v>3.0184692787499998E-2</c:v>
                </c:pt>
                <c:pt idx="5">
                  <c:v>3.7593099707599997E-2</c:v>
                </c:pt>
                <c:pt idx="6">
                  <c:v>4.5694387113000001E-2</c:v>
                </c:pt>
                <c:pt idx="7">
                  <c:v>5.4257361220299997E-2</c:v>
                </c:pt>
                <c:pt idx="8">
                  <c:v>6.3109537076400005E-2</c:v>
                </c:pt>
                <c:pt idx="9">
                  <c:v>7.2362049116900001E-2</c:v>
                </c:pt>
                <c:pt idx="10">
                  <c:v>8.5253449821500002E-2</c:v>
                </c:pt>
                <c:pt idx="11">
                  <c:v>9.7157928512599995E-2</c:v>
                </c:pt>
                <c:pt idx="12">
                  <c:v>0.11048551099200001</c:v>
                </c:pt>
                <c:pt idx="13">
                  <c:v>0.126735902638</c:v>
                </c:pt>
                <c:pt idx="14">
                  <c:v>0.144426549633</c:v>
                </c:pt>
                <c:pt idx="15">
                  <c:v>0.16590504061700001</c:v>
                </c:pt>
                <c:pt idx="16">
                  <c:v>0.188987275659</c:v>
                </c:pt>
                <c:pt idx="17">
                  <c:v>0.201081087179</c:v>
                </c:pt>
                <c:pt idx="18">
                  <c:v>0.22399399212500001</c:v>
                </c:pt>
                <c:pt idx="19">
                  <c:v>0.23887663594700001</c:v>
                </c:pt>
                <c:pt idx="20">
                  <c:v>0.246611989501</c:v>
                </c:pt>
                <c:pt idx="21">
                  <c:v>0.27397514634300002</c:v>
                </c:pt>
                <c:pt idx="22">
                  <c:v>0.30202780047200001</c:v>
                </c:pt>
                <c:pt idx="23">
                  <c:v>0.347633686951</c:v>
                </c:pt>
                <c:pt idx="24">
                  <c:v>0.39879524962200003</c:v>
                </c:pt>
                <c:pt idx="25">
                  <c:v>0.42028584975</c:v>
                </c:pt>
                <c:pt idx="26">
                  <c:v>0.47015398734800001</c:v>
                </c:pt>
                <c:pt idx="27">
                  <c:v>0.51606938911</c:v>
                </c:pt>
                <c:pt idx="28">
                  <c:v>0.52174620307499997</c:v>
                </c:pt>
                <c:pt idx="29">
                  <c:v>0.57486094411400002</c:v>
                </c:pt>
                <c:pt idx="30">
                  <c:v>0.63037429763999997</c:v>
                </c:pt>
                <c:pt idx="31">
                  <c:v>0.64077490809600002</c:v>
                </c:pt>
                <c:pt idx="32">
                  <c:v>0.67783787214199998</c:v>
                </c:pt>
                <c:pt idx="33">
                  <c:v>0.76792231785800003</c:v>
                </c:pt>
                <c:pt idx="34">
                  <c:v>0.81154065873100001</c:v>
                </c:pt>
                <c:pt idx="35">
                  <c:v>0.83019441176300002</c:v>
                </c:pt>
                <c:pt idx="36">
                  <c:v>0.86698231042700002</c:v>
                </c:pt>
                <c:pt idx="37">
                  <c:v>0.95469411148299999</c:v>
                </c:pt>
                <c:pt idx="38">
                  <c:v>1.0545661910399999</c:v>
                </c:pt>
                <c:pt idx="39">
                  <c:v>1.1343623162900001</c:v>
                </c:pt>
                <c:pt idx="40">
                  <c:v>1.2115918086399999</c:v>
                </c:pt>
                <c:pt idx="41">
                  <c:v>1.29898791366</c:v>
                </c:pt>
                <c:pt idx="42">
                  <c:v>1.3967764514200001</c:v>
                </c:pt>
                <c:pt idx="43">
                  <c:v>1.4860498579500001</c:v>
                </c:pt>
                <c:pt idx="44">
                  <c:v>1.56677213411</c:v>
                </c:pt>
                <c:pt idx="45">
                  <c:v>1.64648865539</c:v>
                </c:pt>
                <c:pt idx="46">
                  <c:v>1.64648865539</c:v>
                </c:pt>
                <c:pt idx="47">
                  <c:v>1.7421437449599999</c:v>
                </c:pt>
                <c:pt idx="48">
                  <c:v>1.69148726617</c:v>
                </c:pt>
                <c:pt idx="49">
                  <c:v>1.84729444827</c:v>
                </c:pt>
                <c:pt idx="50">
                  <c:v>2.1093169644600001</c:v>
                </c:pt>
                <c:pt idx="51">
                  <c:v>2.62572813859</c:v>
                </c:pt>
                <c:pt idx="52">
                  <c:v>3.0708587516799999</c:v>
                </c:pt>
                <c:pt idx="53">
                  <c:v>3.5464739376000001</c:v>
                </c:pt>
                <c:pt idx="54">
                  <c:v>3.9121687120000002</c:v>
                </c:pt>
                <c:pt idx="55">
                  <c:v>3.9573475454299998</c:v>
                </c:pt>
                <c:pt idx="56">
                  <c:v>3.9228736876100001</c:v>
                </c:pt>
                <c:pt idx="57">
                  <c:v>4.1270146064700004</c:v>
                </c:pt>
                <c:pt idx="58">
                  <c:v>4.3756007736800004</c:v>
                </c:pt>
                <c:pt idx="59">
                  <c:v>4.5147606517999996</c:v>
                </c:pt>
                <c:pt idx="60">
                  <c:v>4.8359759174299999</c:v>
                </c:pt>
                <c:pt idx="61">
                  <c:v>5.77085027568</c:v>
                </c:pt>
                <c:pt idx="62">
                  <c:v>6.3144391970199996</c:v>
                </c:pt>
                <c:pt idx="63">
                  <c:v>6.4504540446699998</c:v>
                </c:pt>
                <c:pt idx="64">
                  <c:v>6.3552843714799998</c:v>
                </c:pt>
                <c:pt idx="65">
                  <c:v>6.5023988631899998</c:v>
                </c:pt>
                <c:pt idx="66">
                  <c:v>6.8801328975000002</c:v>
                </c:pt>
                <c:pt idx="67">
                  <c:v>7.8678908075100003</c:v>
                </c:pt>
                <c:pt idx="68">
                  <c:v>8.67793857761</c:v>
                </c:pt>
                <c:pt idx="69">
                  <c:v>9.3552670791699999</c:v>
                </c:pt>
                <c:pt idx="70">
                  <c:v>9.9142640018199995</c:v>
                </c:pt>
                <c:pt idx="71">
                  <c:v>10.3672477911</c:v>
                </c:pt>
                <c:pt idx="72">
                  <c:v>10.671308043</c:v>
                </c:pt>
                <c:pt idx="73">
                  <c:v>11.255449051999999</c:v>
                </c:pt>
                <c:pt idx="74">
                  <c:v>12.888094432300001</c:v>
                </c:pt>
                <c:pt idx="75">
                  <c:v>15.5661365795</c:v>
                </c:pt>
                <c:pt idx="76">
                  <c:v>18.241266255399999</c:v>
                </c:pt>
                <c:pt idx="77">
                  <c:v>20.672783335599998</c:v>
                </c:pt>
                <c:pt idx="78">
                  <c:v>22.382187659700001</c:v>
                </c:pt>
                <c:pt idx="79">
                  <c:v>23.1054954761</c:v>
                </c:pt>
                <c:pt idx="80">
                  <c:v>22.825031915499999</c:v>
                </c:pt>
                <c:pt idx="81">
                  <c:v>21.668023744300001</c:v>
                </c:pt>
                <c:pt idx="82">
                  <c:v>19.853320931300001</c:v>
                </c:pt>
                <c:pt idx="83">
                  <c:v>18.652026773799999</c:v>
                </c:pt>
                <c:pt idx="84">
                  <c:v>18.374534902099999</c:v>
                </c:pt>
                <c:pt idx="85">
                  <c:v>18.239879759400001</c:v>
                </c:pt>
                <c:pt idx="86">
                  <c:v>18.074431007800001</c:v>
                </c:pt>
                <c:pt idx="87">
                  <c:v>17.8649446125</c:v>
                </c:pt>
                <c:pt idx="88">
                  <c:v>17.902640622</c:v>
                </c:pt>
                <c:pt idx="89">
                  <c:v>18.934793581899999</c:v>
                </c:pt>
                <c:pt idx="90">
                  <c:v>19.942689226300001</c:v>
                </c:pt>
                <c:pt idx="91">
                  <c:v>20.857989447400001</c:v>
                </c:pt>
                <c:pt idx="92">
                  <c:v>21.656267493600001</c:v>
                </c:pt>
                <c:pt idx="93">
                  <c:v>22.339320203500002</c:v>
                </c:pt>
                <c:pt idx="94">
                  <c:v>22.937146417099999</c:v>
                </c:pt>
                <c:pt idx="95">
                  <c:v>23.476929297600002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15-0C9E-495C-B6D4-3BAE447447CC}"/>
            </c:ext>
          </c:extLst>
        </c:ser>
        <c:ser>
          <c:idx val="22"/>
          <c:order val="22"/>
          <c:tx>
            <c:v>Run 23</c:v>
          </c:tx>
          <c:spPr>
            <a:ln w="10954">
              <a:solidFill>
                <a:srgbClr val="B7684B"/>
              </a:solidFill>
              <a:prstDash val="solid"/>
            </a:ln>
          </c:spPr>
          <c:xVal>
            <c:numRef>
              <c:f>'Chart Data'!$AS$2:$AS$97</c:f>
              <c:numCache>
                <c:formatCode>General</c:formatCode>
                <c:ptCount val="96"/>
                <c:pt idx="0">
                  <c:v>0.01</c:v>
                </c:pt>
                <c:pt idx="1">
                  <c:v>1.2E-2</c:v>
                </c:pt>
                <c:pt idx="2">
                  <c:v>1.4E-2</c:v>
                </c:pt>
                <c:pt idx="3">
                  <c:v>1.6E-2</c:v>
                </c:pt>
                <c:pt idx="4">
                  <c:v>1.7999999999999999E-2</c:v>
                </c:pt>
                <c:pt idx="5">
                  <c:v>0.02</c:v>
                </c:pt>
                <c:pt idx="6">
                  <c:v>2.1999999999999999E-2</c:v>
                </c:pt>
                <c:pt idx="7">
                  <c:v>2.4E-2</c:v>
                </c:pt>
                <c:pt idx="8">
                  <c:v>2.5999999999999999E-2</c:v>
                </c:pt>
                <c:pt idx="9">
                  <c:v>2.8000000000000001E-2</c:v>
                </c:pt>
                <c:pt idx="10">
                  <c:v>0.03</c:v>
                </c:pt>
                <c:pt idx="11">
                  <c:v>3.2000000000000001E-2</c:v>
                </c:pt>
                <c:pt idx="12">
                  <c:v>3.4000000000000002E-2</c:v>
                </c:pt>
                <c:pt idx="13">
                  <c:v>3.5999999999999997E-2</c:v>
                </c:pt>
                <c:pt idx="14">
                  <c:v>3.7999999999999999E-2</c:v>
                </c:pt>
                <c:pt idx="15">
                  <c:v>0.04</c:v>
                </c:pt>
                <c:pt idx="16">
                  <c:v>4.2000000000000003E-2</c:v>
                </c:pt>
                <c:pt idx="17">
                  <c:v>4.3999999999999997E-2</c:v>
                </c:pt>
                <c:pt idx="18">
                  <c:v>4.5999999999999999E-2</c:v>
                </c:pt>
                <c:pt idx="19">
                  <c:v>4.8000000000000001E-2</c:v>
                </c:pt>
                <c:pt idx="20">
                  <c:v>0.05</c:v>
                </c:pt>
                <c:pt idx="21">
                  <c:v>5.1999999999999998E-2</c:v>
                </c:pt>
                <c:pt idx="22">
                  <c:v>5.3999999999999999E-2</c:v>
                </c:pt>
                <c:pt idx="23">
                  <c:v>5.6000000000000001E-2</c:v>
                </c:pt>
                <c:pt idx="24">
                  <c:v>5.8000000000000003E-2</c:v>
                </c:pt>
                <c:pt idx="25">
                  <c:v>0.06</c:v>
                </c:pt>
                <c:pt idx="26">
                  <c:v>6.2E-2</c:v>
                </c:pt>
                <c:pt idx="27">
                  <c:v>6.4000000000000001E-2</c:v>
                </c:pt>
                <c:pt idx="28">
                  <c:v>6.6000000000000003E-2</c:v>
                </c:pt>
                <c:pt idx="29">
                  <c:v>6.8000000000000005E-2</c:v>
                </c:pt>
                <c:pt idx="30">
                  <c:v>7.0000000000000007E-2</c:v>
                </c:pt>
                <c:pt idx="31">
                  <c:v>7.1999999999999995E-2</c:v>
                </c:pt>
                <c:pt idx="32">
                  <c:v>7.3999999999999996E-2</c:v>
                </c:pt>
                <c:pt idx="33">
                  <c:v>7.5999999999999998E-2</c:v>
                </c:pt>
                <c:pt idx="34">
                  <c:v>7.8E-2</c:v>
                </c:pt>
                <c:pt idx="35">
                  <c:v>0.08</c:v>
                </c:pt>
                <c:pt idx="36">
                  <c:v>8.2000000000000003E-2</c:v>
                </c:pt>
                <c:pt idx="37">
                  <c:v>8.4000000000000005E-2</c:v>
                </c:pt>
                <c:pt idx="38">
                  <c:v>8.5999999999999993E-2</c:v>
                </c:pt>
                <c:pt idx="39">
                  <c:v>8.7999999999999995E-2</c:v>
                </c:pt>
                <c:pt idx="40">
                  <c:v>0.09</c:v>
                </c:pt>
                <c:pt idx="41">
                  <c:v>9.1999999999999998E-2</c:v>
                </c:pt>
                <c:pt idx="42">
                  <c:v>9.4E-2</c:v>
                </c:pt>
                <c:pt idx="43">
                  <c:v>9.6000000000000002E-2</c:v>
                </c:pt>
                <c:pt idx="44">
                  <c:v>9.8000000000000004E-2</c:v>
                </c:pt>
                <c:pt idx="45">
                  <c:v>0.1</c:v>
                </c:pt>
                <c:pt idx="46">
                  <c:v>0.1</c:v>
                </c:pt>
                <c:pt idx="47">
                  <c:v>0.105</c:v>
                </c:pt>
                <c:pt idx="48">
                  <c:v>0.11</c:v>
                </c:pt>
                <c:pt idx="49">
                  <c:v>0.115</c:v>
                </c:pt>
                <c:pt idx="50">
                  <c:v>0.12</c:v>
                </c:pt>
                <c:pt idx="51">
                  <c:v>0.125</c:v>
                </c:pt>
                <c:pt idx="52">
                  <c:v>0.13</c:v>
                </c:pt>
                <c:pt idx="53">
                  <c:v>0.13500000000000001</c:v>
                </c:pt>
                <c:pt idx="54">
                  <c:v>0.14000000000000001</c:v>
                </c:pt>
                <c:pt idx="55">
                  <c:v>0.14499999999999999</c:v>
                </c:pt>
                <c:pt idx="56">
                  <c:v>0.15</c:v>
                </c:pt>
                <c:pt idx="57">
                  <c:v>0.155</c:v>
                </c:pt>
                <c:pt idx="58">
                  <c:v>0.16</c:v>
                </c:pt>
                <c:pt idx="59">
                  <c:v>0.16500000000000001</c:v>
                </c:pt>
                <c:pt idx="60">
                  <c:v>0.17</c:v>
                </c:pt>
                <c:pt idx="61">
                  <c:v>0.17499999999999999</c:v>
                </c:pt>
                <c:pt idx="62">
                  <c:v>0.18</c:v>
                </c:pt>
                <c:pt idx="63">
                  <c:v>0.185</c:v>
                </c:pt>
                <c:pt idx="64">
                  <c:v>0.19</c:v>
                </c:pt>
                <c:pt idx="65">
                  <c:v>0.19500000000000001</c:v>
                </c:pt>
                <c:pt idx="66">
                  <c:v>0.2</c:v>
                </c:pt>
                <c:pt idx="67">
                  <c:v>0.20499999999999999</c:v>
                </c:pt>
                <c:pt idx="68">
                  <c:v>0.21</c:v>
                </c:pt>
                <c:pt idx="69">
                  <c:v>0.215</c:v>
                </c:pt>
                <c:pt idx="70">
                  <c:v>0.22</c:v>
                </c:pt>
                <c:pt idx="71">
                  <c:v>0.22500000000000001</c:v>
                </c:pt>
                <c:pt idx="72">
                  <c:v>0.23</c:v>
                </c:pt>
                <c:pt idx="73">
                  <c:v>0.23499999999999999</c:v>
                </c:pt>
                <c:pt idx="74">
                  <c:v>0.24</c:v>
                </c:pt>
                <c:pt idx="75">
                  <c:v>0.245</c:v>
                </c:pt>
                <c:pt idx="76">
                  <c:v>0.25</c:v>
                </c:pt>
                <c:pt idx="77">
                  <c:v>0.255</c:v>
                </c:pt>
                <c:pt idx="78">
                  <c:v>0.26</c:v>
                </c:pt>
                <c:pt idx="79">
                  <c:v>0.26500000000000001</c:v>
                </c:pt>
                <c:pt idx="80">
                  <c:v>0.27</c:v>
                </c:pt>
                <c:pt idx="81">
                  <c:v>0.27500000000000002</c:v>
                </c:pt>
                <c:pt idx="82">
                  <c:v>0.28000000000000003</c:v>
                </c:pt>
                <c:pt idx="83">
                  <c:v>0.28499999999999998</c:v>
                </c:pt>
                <c:pt idx="84">
                  <c:v>0.28999999999999998</c:v>
                </c:pt>
                <c:pt idx="85">
                  <c:v>0.29499999999999998</c:v>
                </c:pt>
                <c:pt idx="86">
                  <c:v>0.3</c:v>
                </c:pt>
                <c:pt idx="87">
                  <c:v>0.30499999999999999</c:v>
                </c:pt>
                <c:pt idx="88">
                  <c:v>0.31</c:v>
                </c:pt>
                <c:pt idx="89">
                  <c:v>0.315</c:v>
                </c:pt>
                <c:pt idx="90">
                  <c:v>0.32</c:v>
                </c:pt>
                <c:pt idx="91">
                  <c:v>0.32500000000000001</c:v>
                </c:pt>
                <c:pt idx="92">
                  <c:v>0.33</c:v>
                </c:pt>
                <c:pt idx="93">
                  <c:v>0.33500000000000002</c:v>
                </c:pt>
                <c:pt idx="94">
                  <c:v>0.34</c:v>
                </c:pt>
                <c:pt idx="95">
                  <c:v>0.34499999999999997</c:v>
                </c:pt>
              </c:numCache>
            </c:numRef>
          </c:xVal>
          <c:yVal>
            <c:numRef>
              <c:f>'Chart Data'!$AT$2:$AT$97</c:f>
              <c:numCache>
                <c:formatCode>0</c:formatCode>
                <c:ptCount val="96"/>
                <c:pt idx="0">
                  <c:v>1.3455023845799999E-2</c:v>
                </c:pt>
                <c:pt idx="1">
                  <c:v>1.9508700386199999E-2</c:v>
                </c:pt>
                <c:pt idx="2">
                  <c:v>2.6836316154499999E-2</c:v>
                </c:pt>
                <c:pt idx="3">
                  <c:v>3.5421303433399998E-2</c:v>
                </c:pt>
                <c:pt idx="4">
                  <c:v>4.5277039181199998E-2</c:v>
                </c:pt>
                <c:pt idx="5">
                  <c:v>5.63896495613E-2</c:v>
                </c:pt>
                <c:pt idx="6">
                  <c:v>6.8541580669500002E-2</c:v>
                </c:pt>
                <c:pt idx="7">
                  <c:v>8.1386041830400005E-2</c:v>
                </c:pt>
                <c:pt idx="8">
                  <c:v>9.46643056146E-2</c:v>
                </c:pt>
                <c:pt idx="9">
                  <c:v>0.108543073675</c:v>
                </c:pt>
                <c:pt idx="10">
                  <c:v>0.127880174732</c:v>
                </c:pt>
                <c:pt idx="11">
                  <c:v>0.14573689276900001</c:v>
                </c:pt>
                <c:pt idx="12">
                  <c:v>0.16572826648799999</c:v>
                </c:pt>
                <c:pt idx="13">
                  <c:v>0.190103853957</c:v>
                </c:pt>
                <c:pt idx="14">
                  <c:v>0.21663982444900001</c:v>
                </c:pt>
                <c:pt idx="15">
                  <c:v>0.248857560925</c:v>
                </c:pt>
                <c:pt idx="16">
                  <c:v>0.28348091348799997</c:v>
                </c:pt>
                <c:pt idx="17">
                  <c:v>0.301621630769</c:v>
                </c:pt>
                <c:pt idx="18">
                  <c:v>0.33599098818799999</c:v>
                </c:pt>
                <c:pt idx="19">
                  <c:v>0.35831495392000001</c:v>
                </c:pt>
                <c:pt idx="20">
                  <c:v>0.36991798425099998</c:v>
                </c:pt>
                <c:pt idx="21">
                  <c:v>0.41096271951500002</c:v>
                </c:pt>
                <c:pt idx="22">
                  <c:v>0.45304170070900002</c:v>
                </c:pt>
                <c:pt idx="23">
                  <c:v>0.52145053042699996</c:v>
                </c:pt>
                <c:pt idx="24">
                  <c:v>0.59819287443299995</c:v>
                </c:pt>
                <c:pt idx="25">
                  <c:v>0.63042877462400004</c:v>
                </c:pt>
                <c:pt idx="26">
                  <c:v>0.70523098102199999</c:v>
                </c:pt>
                <c:pt idx="27">
                  <c:v>0.77410408366399996</c:v>
                </c:pt>
                <c:pt idx="28">
                  <c:v>0.78261930461200002</c:v>
                </c:pt>
                <c:pt idx="29">
                  <c:v>0.86229141617100002</c:v>
                </c:pt>
                <c:pt idx="30">
                  <c:v>0.94556144645899998</c:v>
                </c:pt>
                <c:pt idx="31">
                  <c:v>0.96116236214399997</c:v>
                </c:pt>
                <c:pt idx="32">
                  <c:v>1.01675680821</c:v>
                </c:pt>
                <c:pt idx="33">
                  <c:v>1.1518834767899999</c:v>
                </c:pt>
                <c:pt idx="34">
                  <c:v>1.2173109880999999</c:v>
                </c:pt>
                <c:pt idx="35">
                  <c:v>1.24529161764</c:v>
                </c:pt>
                <c:pt idx="36">
                  <c:v>1.3004734656400001</c:v>
                </c:pt>
                <c:pt idx="37">
                  <c:v>1.43204116722</c:v>
                </c:pt>
                <c:pt idx="38">
                  <c:v>1.58184928656</c:v>
                </c:pt>
                <c:pt idx="39">
                  <c:v>1.70154347443</c:v>
                </c:pt>
                <c:pt idx="40">
                  <c:v>1.81738771296</c:v>
                </c:pt>
                <c:pt idx="41">
                  <c:v>1.94848187049</c:v>
                </c:pt>
                <c:pt idx="42">
                  <c:v>2.0951646771300001</c:v>
                </c:pt>
                <c:pt idx="43">
                  <c:v>2.2290747869300001</c:v>
                </c:pt>
                <c:pt idx="44">
                  <c:v>2.3501582011700002</c:v>
                </c:pt>
                <c:pt idx="45">
                  <c:v>2.4697329830900001</c:v>
                </c:pt>
                <c:pt idx="46">
                  <c:v>2.4697329830900001</c:v>
                </c:pt>
                <c:pt idx="47">
                  <c:v>2.6132156174399999</c:v>
                </c:pt>
                <c:pt idx="48">
                  <c:v>2.5372308992599999</c:v>
                </c:pt>
                <c:pt idx="49">
                  <c:v>2.7709416724000002</c:v>
                </c:pt>
                <c:pt idx="50">
                  <c:v>3.1639754466899999</c:v>
                </c:pt>
                <c:pt idx="51">
                  <c:v>3.9385922078900002</c:v>
                </c:pt>
                <c:pt idx="52">
                  <c:v>4.6062881275200001</c:v>
                </c:pt>
                <c:pt idx="53">
                  <c:v>5.3197109064000001</c:v>
                </c:pt>
                <c:pt idx="54">
                  <c:v>5.8682530679999996</c:v>
                </c:pt>
                <c:pt idx="55">
                  <c:v>5.9360213181499999</c:v>
                </c:pt>
                <c:pt idx="56">
                  <c:v>5.8843105314199997</c:v>
                </c:pt>
                <c:pt idx="57">
                  <c:v>6.1905219097100002</c:v>
                </c:pt>
                <c:pt idx="58">
                  <c:v>6.5634011605199998</c:v>
                </c:pt>
                <c:pt idx="59">
                  <c:v>6.7721409777000003</c:v>
                </c:pt>
                <c:pt idx="60">
                  <c:v>7.2539638761400003</c:v>
                </c:pt>
                <c:pt idx="61">
                  <c:v>8.6562754135300004</c:v>
                </c:pt>
                <c:pt idx="62">
                  <c:v>9.4716587955199998</c:v>
                </c:pt>
                <c:pt idx="63">
                  <c:v>9.6756810670100002</c:v>
                </c:pt>
                <c:pt idx="64">
                  <c:v>9.5329265572300006</c:v>
                </c:pt>
                <c:pt idx="65">
                  <c:v>9.7535982947799997</c:v>
                </c:pt>
                <c:pt idx="66">
                  <c:v>10.320199346300001</c:v>
                </c:pt>
                <c:pt idx="67">
                  <c:v>11.801836211299999</c:v>
                </c:pt>
                <c:pt idx="68">
                  <c:v>13.0169078664</c:v>
                </c:pt>
                <c:pt idx="69">
                  <c:v>14.032900618799999</c:v>
                </c:pt>
                <c:pt idx="70">
                  <c:v>14.871396002699999</c:v>
                </c:pt>
                <c:pt idx="71">
                  <c:v>15.550871686600001</c:v>
                </c:pt>
                <c:pt idx="72">
                  <c:v>16.006962064500001</c:v>
                </c:pt>
                <c:pt idx="73">
                  <c:v>16.883173578000001</c:v>
                </c:pt>
                <c:pt idx="74">
                  <c:v>19.332141648499999</c:v>
                </c:pt>
                <c:pt idx="75">
                  <c:v>23.349204869299999</c:v>
                </c:pt>
                <c:pt idx="76">
                  <c:v>27.361899383099999</c:v>
                </c:pt>
                <c:pt idx="77">
                  <c:v>31.009175003300001</c:v>
                </c:pt>
                <c:pt idx="78">
                  <c:v>33.573281489499998</c:v>
                </c:pt>
                <c:pt idx="79">
                  <c:v>34.658243214199999</c:v>
                </c:pt>
                <c:pt idx="80">
                  <c:v>34.237547873300002</c:v>
                </c:pt>
                <c:pt idx="81">
                  <c:v>32.502035616500002</c:v>
                </c:pt>
                <c:pt idx="82">
                  <c:v>29.779981397</c:v>
                </c:pt>
                <c:pt idx="83">
                  <c:v>27.978040160700001</c:v>
                </c:pt>
                <c:pt idx="84">
                  <c:v>27.561802353200001</c:v>
                </c:pt>
                <c:pt idx="85">
                  <c:v>27.359819639099999</c:v>
                </c:pt>
                <c:pt idx="86">
                  <c:v>27.1116465116</c:v>
                </c:pt>
                <c:pt idx="87">
                  <c:v>26.797416918700002</c:v>
                </c:pt>
                <c:pt idx="88">
                  <c:v>26.853960933100002</c:v>
                </c:pt>
                <c:pt idx="89">
                  <c:v>28.402190372900002</c:v>
                </c:pt>
                <c:pt idx="90">
                  <c:v>29.9140338395</c:v>
                </c:pt>
                <c:pt idx="91">
                  <c:v>31.2869841712</c:v>
                </c:pt>
                <c:pt idx="92">
                  <c:v>32.484401240399997</c:v>
                </c:pt>
                <c:pt idx="93">
                  <c:v>33.508980305199998</c:v>
                </c:pt>
                <c:pt idx="94">
                  <c:v>34.4057196256</c:v>
                </c:pt>
                <c:pt idx="95">
                  <c:v>35.215393946299997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16-0C9E-495C-B6D4-3BAE447447CC}"/>
            </c:ext>
          </c:extLst>
        </c:ser>
        <c:ser>
          <c:idx val="23"/>
          <c:order val="23"/>
          <c:tx>
            <c:v>Run 24</c:v>
          </c:tx>
          <c:spPr>
            <a:ln w="10954">
              <a:solidFill>
                <a:srgbClr val="B7684B"/>
              </a:solidFill>
              <a:prstDash val="solid"/>
            </a:ln>
          </c:spPr>
          <c:xVal>
            <c:numRef>
              <c:f>'Chart Data'!$AU$2:$AU$97</c:f>
              <c:numCache>
                <c:formatCode>General</c:formatCode>
                <c:ptCount val="96"/>
                <c:pt idx="0">
                  <c:v>0.01</c:v>
                </c:pt>
                <c:pt idx="1">
                  <c:v>1.2E-2</c:v>
                </c:pt>
                <c:pt idx="2">
                  <c:v>1.4E-2</c:v>
                </c:pt>
                <c:pt idx="3">
                  <c:v>1.6E-2</c:v>
                </c:pt>
                <c:pt idx="4">
                  <c:v>1.7999999999999999E-2</c:v>
                </c:pt>
                <c:pt idx="5">
                  <c:v>0.02</c:v>
                </c:pt>
                <c:pt idx="6">
                  <c:v>2.1999999999999999E-2</c:v>
                </c:pt>
                <c:pt idx="7">
                  <c:v>2.4E-2</c:v>
                </c:pt>
                <c:pt idx="8">
                  <c:v>2.5999999999999999E-2</c:v>
                </c:pt>
                <c:pt idx="9">
                  <c:v>2.8000000000000001E-2</c:v>
                </c:pt>
                <c:pt idx="10">
                  <c:v>0.03</c:v>
                </c:pt>
                <c:pt idx="11">
                  <c:v>3.2000000000000001E-2</c:v>
                </c:pt>
                <c:pt idx="12">
                  <c:v>3.4000000000000002E-2</c:v>
                </c:pt>
                <c:pt idx="13">
                  <c:v>3.5999999999999997E-2</c:v>
                </c:pt>
                <c:pt idx="14">
                  <c:v>3.7999999999999999E-2</c:v>
                </c:pt>
                <c:pt idx="15">
                  <c:v>0.04</c:v>
                </c:pt>
                <c:pt idx="16">
                  <c:v>4.2000000000000003E-2</c:v>
                </c:pt>
                <c:pt idx="17">
                  <c:v>4.3999999999999997E-2</c:v>
                </c:pt>
                <c:pt idx="18">
                  <c:v>4.5999999999999999E-2</c:v>
                </c:pt>
                <c:pt idx="19">
                  <c:v>4.8000000000000001E-2</c:v>
                </c:pt>
                <c:pt idx="20">
                  <c:v>0.05</c:v>
                </c:pt>
                <c:pt idx="21">
                  <c:v>5.1999999999999998E-2</c:v>
                </c:pt>
                <c:pt idx="22">
                  <c:v>5.3999999999999999E-2</c:v>
                </c:pt>
                <c:pt idx="23">
                  <c:v>5.6000000000000001E-2</c:v>
                </c:pt>
                <c:pt idx="24">
                  <c:v>5.8000000000000003E-2</c:v>
                </c:pt>
                <c:pt idx="25">
                  <c:v>0.06</c:v>
                </c:pt>
                <c:pt idx="26">
                  <c:v>6.2E-2</c:v>
                </c:pt>
                <c:pt idx="27">
                  <c:v>6.4000000000000001E-2</c:v>
                </c:pt>
                <c:pt idx="28">
                  <c:v>6.6000000000000003E-2</c:v>
                </c:pt>
                <c:pt idx="29">
                  <c:v>6.8000000000000005E-2</c:v>
                </c:pt>
                <c:pt idx="30">
                  <c:v>7.0000000000000007E-2</c:v>
                </c:pt>
                <c:pt idx="31">
                  <c:v>7.1999999999999995E-2</c:v>
                </c:pt>
                <c:pt idx="32">
                  <c:v>7.3999999999999996E-2</c:v>
                </c:pt>
                <c:pt idx="33">
                  <c:v>7.5999999999999998E-2</c:v>
                </c:pt>
                <c:pt idx="34">
                  <c:v>7.8E-2</c:v>
                </c:pt>
                <c:pt idx="35">
                  <c:v>0.08</c:v>
                </c:pt>
                <c:pt idx="36">
                  <c:v>8.2000000000000003E-2</c:v>
                </c:pt>
                <c:pt idx="37">
                  <c:v>8.4000000000000005E-2</c:v>
                </c:pt>
                <c:pt idx="38">
                  <c:v>8.5999999999999993E-2</c:v>
                </c:pt>
                <c:pt idx="39">
                  <c:v>8.7999999999999995E-2</c:v>
                </c:pt>
                <c:pt idx="40">
                  <c:v>0.09</c:v>
                </c:pt>
                <c:pt idx="41">
                  <c:v>9.1999999999999998E-2</c:v>
                </c:pt>
                <c:pt idx="42">
                  <c:v>9.4E-2</c:v>
                </c:pt>
                <c:pt idx="43">
                  <c:v>9.6000000000000002E-2</c:v>
                </c:pt>
                <c:pt idx="44">
                  <c:v>9.8000000000000004E-2</c:v>
                </c:pt>
                <c:pt idx="45">
                  <c:v>0.1</c:v>
                </c:pt>
                <c:pt idx="46">
                  <c:v>0.1</c:v>
                </c:pt>
                <c:pt idx="47">
                  <c:v>0.105</c:v>
                </c:pt>
                <c:pt idx="48">
                  <c:v>0.11</c:v>
                </c:pt>
                <c:pt idx="49">
                  <c:v>0.115</c:v>
                </c:pt>
                <c:pt idx="50">
                  <c:v>0.12</c:v>
                </c:pt>
                <c:pt idx="51">
                  <c:v>0.125</c:v>
                </c:pt>
                <c:pt idx="52">
                  <c:v>0.13</c:v>
                </c:pt>
                <c:pt idx="53">
                  <c:v>0.13500000000000001</c:v>
                </c:pt>
                <c:pt idx="54">
                  <c:v>0.14000000000000001</c:v>
                </c:pt>
                <c:pt idx="55">
                  <c:v>0.14499999999999999</c:v>
                </c:pt>
                <c:pt idx="56">
                  <c:v>0.15</c:v>
                </c:pt>
                <c:pt idx="57">
                  <c:v>0.155</c:v>
                </c:pt>
                <c:pt idx="58">
                  <c:v>0.16</c:v>
                </c:pt>
                <c:pt idx="59">
                  <c:v>0.16500000000000001</c:v>
                </c:pt>
                <c:pt idx="60">
                  <c:v>0.17</c:v>
                </c:pt>
                <c:pt idx="61">
                  <c:v>0.17499999999999999</c:v>
                </c:pt>
                <c:pt idx="62">
                  <c:v>0.18</c:v>
                </c:pt>
                <c:pt idx="63">
                  <c:v>0.185</c:v>
                </c:pt>
                <c:pt idx="64">
                  <c:v>0.19</c:v>
                </c:pt>
                <c:pt idx="65">
                  <c:v>0.19500000000000001</c:v>
                </c:pt>
                <c:pt idx="66">
                  <c:v>0.2</c:v>
                </c:pt>
                <c:pt idx="67">
                  <c:v>0.20499999999999999</c:v>
                </c:pt>
                <c:pt idx="68">
                  <c:v>0.21</c:v>
                </c:pt>
                <c:pt idx="69">
                  <c:v>0.215</c:v>
                </c:pt>
                <c:pt idx="70">
                  <c:v>0.22</c:v>
                </c:pt>
                <c:pt idx="71">
                  <c:v>0.22500000000000001</c:v>
                </c:pt>
                <c:pt idx="72">
                  <c:v>0.23</c:v>
                </c:pt>
                <c:pt idx="73">
                  <c:v>0.23499999999999999</c:v>
                </c:pt>
                <c:pt idx="74">
                  <c:v>0.24</c:v>
                </c:pt>
                <c:pt idx="75">
                  <c:v>0.245</c:v>
                </c:pt>
                <c:pt idx="76">
                  <c:v>0.25</c:v>
                </c:pt>
                <c:pt idx="77">
                  <c:v>0.255</c:v>
                </c:pt>
                <c:pt idx="78">
                  <c:v>0.26</c:v>
                </c:pt>
                <c:pt idx="79">
                  <c:v>0.26500000000000001</c:v>
                </c:pt>
                <c:pt idx="80">
                  <c:v>0.27</c:v>
                </c:pt>
                <c:pt idx="81">
                  <c:v>0.27500000000000002</c:v>
                </c:pt>
                <c:pt idx="82">
                  <c:v>0.28000000000000003</c:v>
                </c:pt>
                <c:pt idx="83">
                  <c:v>0.28499999999999998</c:v>
                </c:pt>
                <c:pt idx="84">
                  <c:v>0.28999999999999998</c:v>
                </c:pt>
                <c:pt idx="85">
                  <c:v>0.29499999999999998</c:v>
                </c:pt>
                <c:pt idx="86">
                  <c:v>0.3</c:v>
                </c:pt>
                <c:pt idx="87">
                  <c:v>0.30499999999999999</c:v>
                </c:pt>
                <c:pt idx="88">
                  <c:v>0.31</c:v>
                </c:pt>
                <c:pt idx="89">
                  <c:v>0.315</c:v>
                </c:pt>
                <c:pt idx="90">
                  <c:v>0.32</c:v>
                </c:pt>
                <c:pt idx="91">
                  <c:v>0.32500000000000001</c:v>
                </c:pt>
                <c:pt idx="92">
                  <c:v>0.33</c:v>
                </c:pt>
                <c:pt idx="93">
                  <c:v>0.33500000000000002</c:v>
                </c:pt>
                <c:pt idx="94">
                  <c:v>0.34</c:v>
                </c:pt>
                <c:pt idx="95">
                  <c:v>0.34499999999999997</c:v>
                </c:pt>
              </c:numCache>
            </c:numRef>
          </c:xVal>
          <c:yVal>
            <c:numRef>
              <c:f>'Chart Data'!$AV$2:$AV$97</c:f>
              <c:numCache>
                <c:formatCode>0</c:formatCode>
                <c:ptCount val="96"/>
                <c:pt idx="0">
                  <c:v>1.5697527820100001E-2</c:v>
                </c:pt>
                <c:pt idx="1">
                  <c:v>2.2760150450600002E-2</c:v>
                </c:pt>
                <c:pt idx="2">
                  <c:v>3.1309035513600002E-2</c:v>
                </c:pt>
                <c:pt idx="3">
                  <c:v>4.1324854005600001E-2</c:v>
                </c:pt>
                <c:pt idx="4">
                  <c:v>5.2823212378099997E-2</c:v>
                </c:pt>
                <c:pt idx="5">
                  <c:v>6.5787924488200006E-2</c:v>
                </c:pt>
                <c:pt idx="6">
                  <c:v>7.99651774477E-2</c:v>
                </c:pt>
                <c:pt idx="7">
                  <c:v>9.49503821355E-2</c:v>
                </c:pt>
                <c:pt idx="8">
                  <c:v>0.11044168988399999</c:v>
                </c:pt>
                <c:pt idx="9">
                  <c:v>0.12663358595499999</c:v>
                </c:pt>
                <c:pt idx="10">
                  <c:v>0.14919353718799999</c:v>
                </c:pt>
                <c:pt idx="11">
                  <c:v>0.17002637489700001</c:v>
                </c:pt>
                <c:pt idx="12">
                  <c:v>0.19334964423600001</c:v>
                </c:pt>
                <c:pt idx="13">
                  <c:v>0.221787829617</c:v>
                </c:pt>
                <c:pt idx="14">
                  <c:v>0.252746461857</c:v>
                </c:pt>
                <c:pt idx="15">
                  <c:v>0.29033382107900002</c:v>
                </c:pt>
                <c:pt idx="16">
                  <c:v>0.33072773240300002</c:v>
                </c:pt>
                <c:pt idx="17">
                  <c:v>0.35189190256399999</c:v>
                </c:pt>
                <c:pt idx="18">
                  <c:v>0.39198948621899998</c:v>
                </c:pt>
                <c:pt idx="19">
                  <c:v>0.41803411290699999</c:v>
                </c:pt>
                <c:pt idx="20">
                  <c:v>0.43157098162599999</c:v>
                </c:pt>
                <c:pt idx="21">
                  <c:v>0.47945650610000001</c:v>
                </c:pt>
                <c:pt idx="22">
                  <c:v>0.52854865082699998</c:v>
                </c:pt>
                <c:pt idx="23">
                  <c:v>0.60835895216500002</c:v>
                </c:pt>
                <c:pt idx="24">
                  <c:v>0.69789168683799996</c:v>
                </c:pt>
                <c:pt idx="25">
                  <c:v>0.73550023706199996</c:v>
                </c:pt>
                <c:pt idx="26">
                  <c:v>0.82276947785900001</c:v>
                </c:pt>
                <c:pt idx="27">
                  <c:v>0.90312143094200004</c:v>
                </c:pt>
                <c:pt idx="28">
                  <c:v>0.91305585538099998</c:v>
                </c:pt>
                <c:pt idx="29">
                  <c:v>1.0060066522</c:v>
                </c:pt>
                <c:pt idx="30">
                  <c:v>1.1031550208700001</c:v>
                </c:pt>
                <c:pt idx="31">
                  <c:v>1.1213560891700001</c:v>
                </c:pt>
                <c:pt idx="32">
                  <c:v>1.1862162762499999</c:v>
                </c:pt>
                <c:pt idx="33">
                  <c:v>1.3438640562499999</c:v>
                </c:pt>
                <c:pt idx="34">
                  <c:v>1.42019615278</c:v>
                </c:pt>
                <c:pt idx="35">
                  <c:v>1.45284022059</c:v>
                </c:pt>
                <c:pt idx="36">
                  <c:v>1.5172190432499999</c:v>
                </c:pt>
                <c:pt idx="37">
                  <c:v>1.6707146951</c:v>
                </c:pt>
                <c:pt idx="38">
                  <c:v>1.8454908343200001</c:v>
                </c:pt>
                <c:pt idx="39">
                  <c:v>1.9851340534999999</c:v>
                </c:pt>
                <c:pt idx="40">
                  <c:v>2.1202856651199999</c:v>
                </c:pt>
                <c:pt idx="41">
                  <c:v>2.2732288489000001</c:v>
                </c:pt>
                <c:pt idx="42">
                  <c:v>2.4443587899799999</c:v>
                </c:pt>
                <c:pt idx="43">
                  <c:v>2.6005872514099999</c:v>
                </c:pt>
                <c:pt idx="44">
                  <c:v>2.7418512346999999</c:v>
                </c:pt>
                <c:pt idx="45">
                  <c:v>2.8813551469399998</c:v>
                </c:pt>
                <c:pt idx="46">
                  <c:v>2.8813551469399998</c:v>
                </c:pt>
                <c:pt idx="47">
                  <c:v>3.0487515536799998</c:v>
                </c:pt>
                <c:pt idx="48">
                  <c:v>2.9601027158000002</c:v>
                </c:pt>
                <c:pt idx="49">
                  <c:v>3.2327652844700001</c:v>
                </c:pt>
                <c:pt idx="50">
                  <c:v>3.6913046878100002</c:v>
                </c:pt>
                <c:pt idx="51">
                  <c:v>4.5950242425400001</c:v>
                </c:pt>
                <c:pt idx="52">
                  <c:v>5.3740028154299999</c:v>
                </c:pt>
                <c:pt idx="53">
                  <c:v>6.2063293908099997</c:v>
                </c:pt>
                <c:pt idx="54">
                  <c:v>6.8462952460000004</c:v>
                </c:pt>
                <c:pt idx="55">
                  <c:v>6.9253582045000002</c:v>
                </c:pt>
                <c:pt idx="56">
                  <c:v>6.8650289533200004</c:v>
                </c:pt>
                <c:pt idx="57">
                  <c:v>7.22227556132</c:v>
                </c:pt>
                <c:pt idx="58">
                  <c:v>7.6573013539400003</c:v>
                </c:pt>
                <c:pt idx="59">
                  <c:v>7.9008311406500003</c:v>
                </c:pt>
                <c:pt idx="60">
                  <c:v>8.4629578554999991</c:v>
                </c:pt>
                <c:pt idx="61">
                  <c:v>10.098987982400001</c:v>
                </c:pt>
                <c:pt idx="62">
                  <c:v>11.0502685948</c:v>
                </c:pt>
                <c:pt idx="63">
                  <c:v>11.2882945782</c:v>
                </c:pt>
                <c:pt idx="64">
                  <c:v>11.1217476501</c:v>
                </c:pt>
                <c:pt idx="65">
                  <c:v>11.3791980106</c:v>
                </c:pt>
                <c:pt idx="66">
                  <c:v>12.040232570600001</c:v>
                </c:pt>
                <c:pt idx="67">
                  <c:v>13.768808913100001</c:v>
                </c:pt>
                <c:pt idx="68">
                  <c:v>15.186392510799999</c:v>
                </c:pt>
                <c:pt idx="69">
                  <c:v>16.3717173886</c:v>
                </c:pt>
                <c:pt idx="70">
                  <c:v>17.349962003200002</c:v>
                </c:pt>
                <c:pt idx="71">
                  <c:v>18.142683634400001</c:v>
                </c:pt>
                <c:pt idx="72">
                  <c:v>18.6747890752</c:v>
                </c:pt>
                <c:pt idx="73">
                  <c:v>19.6970358409</c:v>
                </c:pt>
                <c:pt idx="74">
                  <c:v>22.554165256600001</c:v>
                </c:pt>
                <c:pt idx="75">
                  <c:v>27.240739014199999</c:v>
                </c:pt>
                <c:pt idx="76">
                  <c:v>31.9222159469</c:v>
                </c:pt>
                <c:pt idx="77">
                  <c:v>36.177370837200002</c:v>
                </c:pt>
                <c:pt idx="78">
                  <c:v>39.168828404400003</c:v>
                </c:pt>
                <c:pt idx="79">
                  <c:v>40.434617083200003</c:v>
                </c:pt>
                <c:pt idx="80">
                  <c:v>39.943805852200001</c:v>
                </c:pt>
                <c:pt idx="81">
                  <c:v>37.9190415526</c:v>
                </c:pt>
                <c:pt idx="82">
                  <c:v>34.743311629799997</c:v>
                </c:pt>
                <c:pt idx="83">
                  <c:v>32.641046854099997</c:v>
                </c:pt>
                <c:pt idx="84">
                  <c:v>32.155436078800001</c:v>
                </c:pt>
                <c:pt idx="85">
                  <c:v>31.919789579</c:v>
                </c:pt>
                <c:pt idx="86">
                  <c:v>31.630254263600001</c:v>
                </c:pt>
                <c:pt idx="87">
                  <c:v>31.2636530718</c:v>
                </c:pt>
                <c:pt idx="88">
                  <c:v>31.3296210886</c:v>
                </c:pt>
                <c:pt idx="89">
                  <c:v>33.135888768400001</c:v>
                </c:pt>
                <c:pt idx="90">
                  <c:v>34.899706146100002</c:v>
                </c:pt>
                <c:pt idx="91">
                  <c:v>36.501481533000003</c:v>
                </c:pt>
                <c:pt idx="92">
                  <c:v>37.8984681138</c:v>
                </c:pt>
                <c:pt idx="93">
                  <c:v>39.093810356100001</c:v>
                </c:pt>
                <c:pt idx="94">
                  <c:v>40.140006229900003</c:v>
                </c:pt>
                <c:pt idx="95">
                  <c:v>41.084626270699999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17-0C9E-495C-B6D4-3BAE447447CC}"/>
            </c:ext>
          </c:extLst>
        </c:ser>
        <c:ser>
          <c:idx val="24"/>
          <c:order val="24"/>
          <c:tx>
            <c:v>Run 25</c:v>
          </c:tx>
          <c:spPr>
            <a:ln w="10954">
              <a:solidFill>
                <a:srgbClr val="B7684B"/>
              </a:solidFill>
              <a:prstDash val="solid"/>
            </a:ln>
          </c:spPr>
          <c:xVal>
            <c:numRef>
              <c:f>'Chart Data'!$AW$2:$AW$97</c:f>
              <c:numCache>
                <c:formatCode>General</c:formatCode>
                <c:ptCount val="96"/>
                <c:pt idx="0">
                  <c:v>0.01</c:v>
                </c:pt>
                <c:pt idx="1">
                  <c:v>1.2E-2</c:v>
                </c:pt>
                <c:pt idx="2">
                  <c:v>1.4E-2</c:v>
                </c:pt>
                <c:pt idx="3">
                  <c:v>1.6E-2</c:v>
                </c:pt>
                <c:pt idx="4">
                  <c:v>1.7999999999999999E-2</c:v>
                </c:pt>
                <c:pt idx="5">
                  <c:v>0.02</c:v>
                </c:pt>
                <c:pt idx="6">
                  <c:v>2.1999999999999999E-2</c:v>
                </c:pt>
                <c:pt idx="7">
                  <c:v>2.4E-2</c:v>
                </c:pt>
                <c:pt idx="8">
                  <c:v>2.5999999999999999E-2</c:v>
                </c:pt>
                <c:pt idx="9">
                  <c:v>2.8000000000000001E-2</c:v>
                </c:pt>
                <c:pt idx="10">
                  <c:v>0.03</c:v>
                </c:pt>
                <c:pt idx="11">
                  <c:v>3.2000000000000001E-2</c:v>
                </c:pt>
                <c:pt idx="12">
                  <c:v>3.4000000000000002E-2</c:v>
                </c:pt>
                <c:pt idx="13">
                  <c:v>3.5999999999999997E-2</c:v>
                </c:pt>
                <c:pt idx="14">
                  <c:v>3.7999999999999999E-2</c:v>
                </c:pt>
                <c:pt idx="15">
                  <c:v>0.04</c:v>
                </c:pt>
                <c:pt idx="16">
                  <c:v>4.2000000000000003E-2</c:v>
                </c:pt>
                <c:pt idx="17">
                  <c:v>4.3999999999999997E-2</c:v>
                </c:pt>
                <c:pt idx="18">
                  <c:v>4.5999999999999999E-2</c:v>
                </c:pt>
                <c:pt idx="19">
                  <c:v>4.8000000000000001E-2</c:v>
                </c:pt>
                <c:pt idx="20">
                  <c:v>0.05</c:v>
                </c:pt>
                <c:pt idx="21">
                  <c:v>5.1999999999999998E-2</c:v>
                </c:pt>
                <c:pt idx="22">
                  <c:v>5.3999999999999999E-2</c:v>
                </c:pt>
                <c:pt idx="23">
                  <c:v>5.6000000000000001E-2</c:v>
                </c:pt>
                <c:pt idx="24">
                  <c:v>5.8000000000000003E-2</c:v>
                </c:pt>
                <c:pt idx="25">
                  <c:v>0.06</c:v>
                </c:pt>
                <c:pt idx="26">
                  <c:v>6.2E-2</c:v>
                </c:pt>
                <c:pt idx="27">
                  <c:v>6.4000000000000001E-2</c:v>
                </c:pt>
                <c:pt idx="28">
                  <c:v>6.6000000000000003E-2</c:v>
                </c:pt>
                <c:pt idx="29">
                  <c:v>6.8000000000000005E-2</c:v>
                </c:pt>
                <c:pt idx="30">
                  <c:v>7.0000000000000007E-2</c:v>
                </c:pt>
                <c:pt idx="31">
                  <c:v>7.1999999999999995E-2</c:v>
                </c:pt>
                <c:pt idx="32">
                  <c:v>7.3999999999999996E-2</c:v>
                </c:pt>
                <c:pt idx="33">
                  <c:v>7.5999999999999998E-2</c:v>
                </c:pt>
                <c:pt idx="34">
                  <c:v>7.8E-2</c:v>
                </c:pt>
                <c:pt idx="35">
                  <c:v>0.08</c:v>
                </c:pt>
                <c:pt idx="36">
                  <c:v>8.2000000000000003E-2</c:v>
                </c:pt>
                <c:pt idx="37">
                  <c:v>8.4000000000000005E-2</c:v>
                </c:pt>
                <c:pt idx="38">
                  <c:v>8.5999999999999993E-2</c:v>
                </c:pt>
                <c:pt idx="39">
                  <c:v>8.7999999999999995E-2</c:v>
                </c:pt>
                <c:pt idx="40">
                  <c:v>0.09</c:v>
                </c:pt>
                <c:pt idx="41">
                  <c:v>9.1999999999999998E-2</c:v>
                </c:pt>
                <c:pt idx="42">
                  <c:v>9.4E-2</c:v>
                </c:pt>
                <c:pt idx="43">
                  <c:v>9.6000000000000002E-2</c:v>
                </c:pt>
                <c:pt idx="44">
                  <c:v>9.8000000000000004E-2</c:v>
                </c:pt>
                <c:pt idx="45">
                  <c:v>0.1</c:v>
                </c:pt>
                <c:pt idx="46">
                  <c:v>0.1</c:v>
                </c:pt>
                <c:pt idx="47">
                  <c:v>0.105</c:v>
                </c:pt>
                <c:pt idx="48">
                  <c:v>0.11</c:v>
                </c:pt>
                <c:pt idx="49">
                  <c:v>0.115</c:v>
                </c:pt>
                <c:pt idx="50">
                  <c:v>0.12</c:v>
                </c:pt>
                <c:pt idx="51">
                  <c:v>0.125</c:v>
                </c:pt>
                <c:pt idx="52">
                  <c:v>0.13</c:v>
                </c:pt>
                <c:pt idx="53">
                  <c:v>0.13500000000000001</c:v>
                </c:pt>
                <c:pt idx="54">
                  <c:v>0.14000000000000001</c:v>
                </c:pt>
                <c:pt idx="55">
                  <c:v>0.14499999999999999</c:v>
                </c:pt>
                <c:pt idx="56">
                  <c:v>0.15</c:v>
                </c:pt>
                <c:pt idx="57">
                  <c:v>0.155</c:v>
                </c:pt>
                <c:pt idx="58">
                  <c:v>0.16</c:v>
                </c:pt>
                <c:pt idx="59">
                  <c:v>0.16500000000000001</c:v>
                </c:pt>
                <c:pt idx="60">
                  <c:v>0.17</c:v>
                </c:pt>
                <c:pt idx="61">
                  <c:v>0.17499999999999999</c:v>
                </c:pt>
                <c:pt idx="62">
                  <c:v>0.18</c:v>
                </c:pt>
                <c:pt idx="63">
                  <c:v>0.185</c:v>
                </c:pt>
                <c:pt idx="64">
                  <c:v>0.19</c:v>
                </c:pt>
                <c:pt idx="65">
                  <c:v>0.19500000000000001</c:v>
                </c:pt>
                <c:pt idx="66">
                  <c:v>0.2</c:v>
                </c:pt>
                <c:pt idx="67">
                  <c:v>0.20499999999999999</c:v>
                </c:pt>
                <c:pt idx="68">
                  <c:v>0.21</c:v>
                </c:pt>
                <c:pt idx="69">
                  <c:v>0.215</c:v>
                </c:pt>
                <c:pt idx="70">
                  <c:v>0.22</c:v>
                </c:pt>
                <c:pt idx="71">
                  <c:v>0.22500000000000001</c:v>
                </c:pt>
                <c:pt idx="72">
                  <c:v>0.23</c:v>
                </c:pt>
                <c:pt idx="73">
                  <c:v>0.23499999999999999</c:v>
                </c:pt>
                <c:pt idx="74">
                  <c:v>0.24</c:v>
                </c:pt>
                <c:pt idx="75">
                  <c:v>0.245</c:v>
                </c:pt>
                <c:pt idx="76">
                  <c:v>0.25</c:v>
                </c:pt>
                <c:pt idx="77">
                  <c:v>0.255</c:v>
                </c:pt>
                <c:pt idx="78">
                  <c:v>0.26</c:v>
                </c:pt>
                <c:pt idx="79">
                  <c:v>0.26500000000000001</c:v>
                </c:pt>
                <c:pt idx="80">
                  <c:v>0.27</c:v>
                </c:pt>
                <c:pt idx="81">
                  <c:v>0.27500000000000002</c:v>
                </c:pt>
                <c:pt idx="82">
                  <c:v>0.28000000000000003</c:v>
                </c:pt>
                <c:pt idx="83">
                  <c:v>0.28499999999999998</c:v>
                </c:pt>
                <c:pt idx="84">
                  <c:v>0.28999999999999998</c:v>
                </c:pt>
                <c:pt idx="85">
                  <c:v>0.29499999999999998</c:v>
                </c:pt>
                <c:pt idx="86">
                  <c:v>0.3</c:v>
                </c:pt>
                <c:pt idx="87">
                  <c:v>0.30499999999999999</c:v>
                </c:pt>
                <c:pt idx="88">
                  <c:v>0.31</c:v>
                </c:pt>
                <c:pt idx="89">
                  <c:v>0.315</c:v>
                </c:pt>
                <c:pt idx="90">
                  <c:v>0.32</c:v>
                </c:pt>
                <c:pt idx="91">
                  <c:v>0.32500000000000001</c:v>
                </c:pt>
                <c:pt idx="92">
                  <c:v>0.33</c:v>
                </c:pt>
                <c:pt idx="93">
                  <c:v>0.33500000000000002</c:v>
                </c:pt>
                <c:pt idx="94">
                  <c:v>0.34</c:v>
                </c:pt>
                <c:pt idx="95">
                  <c:v>0.34499999999999997</c:v>
                </c:pt>
              </c:numCache>
            </c:numRef>
          </c:xVal>
          <c:yVal>
            <c:numRef>
              <c:f>'Chart Data'!$AX$2:$AX$97</c:f>
              <c:numCache>
                <c:formatCode>0</c:formatCode>
                <c:ptCount val="96"/>
                <c:pt idx="0">
                  <c:v>1.7940031794399999E-2</c:v>
                </c:pt>
                <c:pt idx="1">
                  <c:v>2.60116005149E-2</c:v>
                </c:pt>
                <c:pt idx="2">
                  <c:v>3.5781754872700001E-2</c:v>
                </c:pt>
                <c:pt idx="3">
                  <c:v>4.7228404577799997E-2</c:v>
                </c:pt>
                <c:pt idx="4">
                  <c:v>6.03693855749E-2</c:v>
                </c:pt>
                <c:pt idx="5">
                  <c:v>7.5186199415100005E-2</c:v>
                </c:pt>
                <c:pt idx="6">
                  <c:v>9.1388774226000002E-2</c:v>
                </c:pt>
                <c:pt idx="7">
                  <c:v>0.10851472244099999</c:v>
                </c:pt>
                <c:pt idx="8">
                  <c:v>0.12621907415299999</c:v>
                </c:pt>
                <c:pt idx="9">
                  <c:v>0.14472409823400001</c:v>
                </c:pt>
                <c:pt idx="10">
                  <c:v>0.170506899643</c:v>
                </c:pt>
                <c:pt idx="11">
                  <c:v>0.19431585702500001</c:v>
                </c:pt>
                <c:pt idx="12">
                  <c:v>0.22097102198400001</c:v>
                </c:pt>
                <c:pt idx="13">
                  <c:v>0.253471805276</c:v>
                </c:pt>
                <c:pt idx="14">
                  <c:v>0.28885309926500002</c:v>
                </c:pt>
                <c:pt idx="15">
                  <c:v>0.33181008123299999</c:v>
                </c:pt>
                <c:pt idx="16">
                  <c:v>0.37797455131800001</c:v>
                </c:pt>
                <c:pt idx="17">
                  <c:v>0.40216217435899998</c:v>
                </c:pt>
                <c:pt idx="18">
                  <c:v>0.447987984251</c:v>
                </c:pt>
                <c:pt idx="19">
                  <c:v>0.47775327189400002</c:v>
                </c:pt>
                <c:pt idx="20">
                  <c:v>0.49322397900100001</c:v>
                </c:pt>
                <c:pt idx="21">
                  <c:v>0.54795029268600004</c:v>
                </c:pt>
                <c:pt idx="22">
                  <c:v>0.60405560094499999</c:v>
                </c:pt>
                <c:pt idx="23">
                  <c:v>0.69526737390299997</c:v>
                </c:pt>
                <c:pt idx="24">
                  <c:v>0.79759049924299996</c:v>
                </c:pt>
                <c:pt idx="25">
                  <c:v>0.84057169949900001</c:v>
                </c:pt>
                <c:pt idx="26">
                  <c:v>0.94030797469600003</c:v>
                </c:pt>
                <c:pt idx="27">
                  <c:v>1.03213877822</c:v>
                </c:pt>
                <c:pt idx="28">
                  <c:v>1.0434924061499999</c:v>
                </c:pt>
                <c:pt idx="29">
                  <c:v>1.14972188823</c:v>
                </c:pt>
                <c:pt idx="30">
                  <c:v>1.2607485952799999</c:v>
                </c:pt>
                <c:pt idx="31">
                  <c:v>1.2815498161900001</c:v>
                </c:pt>
                <c:pt idx="32">
                  <c:v>1.35567574428</c:v>
                </c:pt>
                <c:pt idx="33">
                  <c:v>1.53584463572</c:v>
                </c:pt>
                <c:pt idx="34">
                  <c:v>1.6230813174600001</c:v>
                </c:pt>
                <c:pt idx="35">
                  <c:v>1.6603888235299999</c:v>
                </c:pt>
                <c:pt idx="36">
                  <c:v>1.7339646208499999</c:v>
                </c:pt>
                <c:pt idx="37">
                  <c:v>1.9093882229700001</c:v>
                </c:pt>
                <c:pt idx="38">
                  <c:v>2.1091323820799999</c:v>
                </c:pt>
                <c:pt idx="39">
                  <c:v>2.2687246325700001</c:v>
                </c:pt>
                <c:pt idx="40">
                  <c:v>2.4231836172799999</c:v>
                </c:pt>
                <c:pt idx="41">
                  <c:v>2.59797582732</c:v>
                </c:pt>
                <c:pt idx="42">
                  <c:v>2.7935529028300001</c:v>
                </c:pt>
                <c:pt idx="43">
                  <c:v>2.9720997159000002</c:v>
                </c:pt>
                <c:pt idx="44">
                  <c:v>3.1335442682300001</c:v>
                </c:pt>
                <c:pt idx="45">
                  <c:v>3.29297731079</c:v>
                </c:pt>
                <c:pt idx="46">
                  <c:v>3.29297731079</c:v>
                </c:pt>
                <c:pt idx="47">
                  <c:v>3.4842874899199998</c:v>
                </c:pt>
                <c:pt idx="48">
                  <c:v>3.38297453235</c:v>
                </c:pt>
                <c:pt idx="49">
                  <c:v>3.69458889654</c:v>
                </c:pt>
                <c:pt idx="50">
                  <c:v>4.2186339289200001</c:v>
                </c:pt>
                <c:pt idx="51">
                  <c:v>5.25145627719</c:v>
                </c:pt>
                <c:pt idx="52">
                  <c:v>6.1417175033499998</c:v>
                </c:pt>
                <c:pt idx="53">
                  <c:v>7.0929478752100001</c:v>
                </c:pt>
                <c:pt idx="54">
                  <c:v>7.8243374240000003</c:v>
                </c:pt>
                <c:pt idx="55">
                  <c:v>7.9146950908599996</c:v>
                </c:pt>
                <c:pt idx="56">
                  <c:v>7.8457473752300002</c:v>
                </c:pt>
                <c:pt idx="57">
                  <c:v>8.2540292129400008</c:v>
                </c:pt>
                <c:pt idx="58">
                  <c:v>8.7512015473600009</c:v>
                </c:pt>
                <c:pt idx="59">
                  <c:v>9.0295213035999993</c:v>
                </c:pt>
                <c:pt idx="60">
                  <c:v>9.6719518348599998</c:v>
                </c:pt>
                <c:pt idx="61">
                  <c:v>11.5417005514</c:v>
                </c:pt>
                <c:pt idx="62">
                  <c:v>12.628878393999999</c:v>
                </c:pt>
                <c:pt idx="63">
                  <c:v>12.9009080893</c:v>
                </c:pt>
                <c:pt idx="64">
                  <c:v>12.710568743</c:v>
                </c:pt>
                <c:pt idx="65">
                  <c:v>13.0047977264</c:v>
                </c:pt>
                <c:pt idx="66">
                  <c:v>13.760265795</c:v>
                </c:pt>
                <c:pt idx="67">
                  <c:v>15.735781615</c:v>
                </c:pt>
                <c:pt idx="68">
                  <c:v>17.355877155200002</c:v>
                </c:pt>
                <c:pt idx="69">
                  <c:v>18.7105341583</c:v>
                </c:pt>
                <c:pt idx="70">
                  <c:v>19.828528003599999</c:v>
                </c:pt>
                <c:pt idx="71">
                  <c:v>20.734495582099999</c:v>
                </c:pt>
                <c:pt idx="72">
                  <c:v>21.342616086</c:v>
                </c:pt>
                <c:pt idx="73">
                  <c:v>22.510898103900001</c:v>
                </c:pt>
                <c:pt idx="74">
                  <c:v>25.7761888647</c:v>
                </c:pt>
                <c:pt idx="75">
                  <c:v>31.132273159099999</c:v>
                </c:pt>
                <c:pt idx="76">
                  <c:v>36.482532510699997</c:v>
                </c:pt>
                <c:pt idx="77">
                  <c:v>41.345566671100002</c:v>
                </c:pt>
                <c:pt idx="78">
                  <c:v>44.764375319300001</c:v>
                </c:pt>
                <c:pt idx="79">
                  <c:v>46.210990952300001</c:v>
                </c:pt>
                <c:pt idx="80">
                  <c:v>45.650063831099999</c:v>
                </c:pt>
                <c:pt idx="81">
                  <c:v>43.336047488600002</c:v>
                </c:pt>
                <c:pt idx="82">
                  <c:v>39.706641862600002</c:v>
                </c:pt>
                <c:pt idx="83">
                  <c:v>37.304053547599999</c:v>
                </c:pt>
                <c:pt idx="84">
                  <c:v>36.749069804299999</c:v>
                </c:pt>
                <c:pt idx="85">
                  <c:v>36.479759518800002</c:v>
                </c:pt>
                <c:pt idx="86">
                  <c:v>36.148862015500001</c:v>
                </c:pt>
                <c:pt idx="87">
                  <c:v>35.729889224899999</c:v>
                </c:pt>
                <c:pt idx="88">
                  <c:v>35.805281244100001</c:v>
                </c:pt>
                <c:pt idx="89">
                  <c:v>37.8695871639</c:v>
                </c:pt>
                <c:pt idx="90">
                  <c:v>39.885378452700003</c:v>
                </c:pt>
                <c:pt idx="91">
                  <c:v>41.715978894899997</c:v>
                </c:pt>
                <c:pt idx="92">
                  <c:v>43.312534987200003</c:v>
                </c:pt>
                <c:pt idx="93">
                  <c:v>44.678640407000003</c:v>
                </c:pt>
                <c:pt idx="94">
                  <c:v>45.874292834199998</c:v>
                </c:pt>
                <c:pt idx="95">
                  <c:v>46.953858595100002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18-0C9E-495C-B6D4-3BAE447447CC}"/>
            </c:ext>
          </c:extLst>
        </c:ser>
        <c:ser>
          <c:idx val="25"/>
          <c:order val="25"/>
          <c:tx>
            <c:v>T1 = 0.112 s</c:v>
          </c:tx>
          <c:spPr>
            <a:ln w="16193">
              <a:solidFill>
                <a:srgbClr val="272523"/>
              </a:solidFill>
              <a:prstDash val="solid"/>
            </a:ln>
          </c:spPr>
          <c:xVal>
            <c:numRef>
              <c:f>'Chart Data'!$AY$2:$AY$3</c:f>
              <c:numCache>
                <c:formatCode>General</c:formatCode>
                <c:ptCount val="2"/>
                <c:pt idx="0">
                  <c:v>0.111887414852</c:v>
                </c:pt>
                <c:pt idx="1">
                  <c:v>0.111887414852</c:v>
                </c:pt>
              </c:numCache>
            </c:numRef>
          </c:xVal>
          <c:yVal>
            <c:numRef>
              <c:f>'Chart Data'!$AZ$2:$AZ$3</c:f>
              <c:numCache>
                <c:formatCode>0</c:formatCode>
                <c:ptCount val="2"/>
                <c:pt idx="0">
                  <c:v>0</c:v>
                </c:pt>
                <c:pt idx="1">
                  <c:v>50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19-0C9E-495C-B6D4-3BAE447447CC}"/>
            </c:ext>
          </c:extLst>
        </c:ser>
        <c:ser>
          <c:idx val="26"/>
          <c:order val="26"/>
          <c:tx>
            <c:v>Teff = 0.241 s</c:v>
          </c:tx>
          <c:spPr>
            <a:ln w="20955">
              <a:solidFill>
                <a:srgbClr val="B7684B"/>
              </a:solidFill>
              <a:prstDash val="solid"/>
            </a:ln>
          </c:spPr>
          <c:xVal>
            <c:numRef>
              <c:f>'Chart Data'!$BA$2:$BA$3</c:f>
              <c:numCache>
                <c:formatCode>General</c:formatCode>
                <c:ptCount val="2"/>
                <c:pt idx="0">
                  <c:v>0.24138247991199999</c:v>
                </c:pt>
                <c:pt idx="1">
                  <c:v>0.24138247991199999</c:v>
                </c:pt>
              </c:numCache>
            </c:numRef>
          </c:xVal>
          <c:yVal>
            <c:numRef>
              <c:f>'Chart Data'!$BB$2:$BB$3</c:f>
              <c:numCache>
                <c:formatCode>0</c:formatCode>
                <c:ptCount val="2"/>
                <c:pt idx="0">
                  <c:v>0</c:v>
                </c:pt>
                <c:pt idx="1">
                  <c:v>50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1A-0C9E-495C-B6D4-3BAE447447C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50"/>
          <c:min val="0"/>
        </c:scaling>
        <c:delete val="0"/>
        <c:axPos val="l"/>
        <c:majorGridlines>
          <c:spPr>
            <a:ln w="9525">
              <a:solidFill>
                <a:srgbClr val="DDD9D4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lang="en-GB" sz="1200">
                    <a:solidFill>
                      <a:srgbClr val="272523"/>
                    </a:solidFill>
                    <a:latin typeface="Calibri"/>
                    <a:ea typeface="Calibri"/>
                    <a:cs typeface="Calibri"/>
                  </a:rPr>
                  <a:t>Scaled spectral displacement Sd (mm)</a:t>
                </a:r>
              </a:p>
            </c:rich>
          </c:tx>
          <c:overlay val="0"/>
        </c:title>
        <c:numFmt formatCode="0" sourceLinked="1"/>
        <c:majorTickMark val="none"/>
        <c:minorTickMark val="none"/>
        <c:tickLblPos val="nextTo"/>
        <c:spPr>
          <a:ln w="9525">
            <a:solidFill>
              <a:srgbClr val="918B85"/>
            </a:solidFill>
            <a:prstDash val="solid"/>
          </a:ln>
        </c:spPr>
        <c:txPr>
          <a:bodyPr anchorCtr="1"/>
          <a:lstStyle/>
          <a:p>
            <a:pPr>
              <a:defRPr sz="975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endParaRPr lang="en-US"/>
          </a:p>
        </c:txPr>
        <c:crossAx val="48650112"/>
        <c:crosses val="autoZero"/>
        <c:crossBetween val="midCat"/>
        <c:majorUnit val="10"/>
      </c:valAx>
      <c:valAx>
        <c:axId val="48650112"/>
        <c:scaling>
          <c:orientation val="minMax"/>
          <c:max val="0.35"/>
          <c:min val="0"/>
        </c:scaling>
        <c:delete val="0"/>
        <c:axPos val="b"/>
        <c:title>
          <c:tx>
            <c:rich>
              <a:bodyPr/>
              <a:lstStyle/>
              <a:p>
                <a:r>
                  <a:rPr lang="en-GB" sz="1200">
                    <a:solidFill>
                      <a:srgbClr val="272523"/>
                    </a:solidFill>
                    <a:latin typeface="Calibri"/>
                    <a:ea typeface="Calibri"/>
                    <a:cs typeface="Calibri"/>
                  </a:rPr>
                  <a:t>Oscillator period T (s) — target range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918B85"/>
            </a:solidFill>
            <a:prstDash val="solid"/>
          </a:ln>
        </c:spPr>
        <c:txPr>
          <a:bodyPr anchorCtr="1"/>
          <a:lstStyle/>
          <a:p>
            <a:pPr>
              <a:defRPr sz="975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endParaRPr lang="en-US"/>
          </a:p>
        </c:txPr>
        <c:crossAx val="48672768"/>
        <c:crosses val="autoZero"/>
        <c:crossBetween val="midCat"/>
        <c:majorUnit val="0.05"/>
      </c:valAx>
      <c:spPr>
        <a:solidFill>
          <a:srgbClr val="FFFFFF"/>
        </a:solidFill>
        <a:ln w="0">
          <a:noFill/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  <a:prstDash val="solid"/>
    </a:ln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scatterChart>
        <c:scatterStyle val="lineMarker"/>
        <c:varyColors val="1"/>
        <c:ser>
          <c:idx val="0"/>
          <c:order val="0"/>
          <c:tx>
            <c:v>Method 1 · T_B = 0.240 s</c:v>
          </c:tx>
          <c:spPr>
            <a:ln w="20003">
              <a:solidFill>
                <a:srgbClr val="276B8E"/>
              </a:solidFill>
              <a:prstDash val="solid"/>
            </a:ln>
          </c:spPr>
          <c:xVal>
            <c:numRef>
              <c:f>'Chart Data'!$A$2:$A$72</c:f>
              <c:numCache>
                <c:formatCode>General</c:formatCode>
                <c:ptCount val="71"/>
                <c:pt idx="0">
                  <c:v>0</c:v>
                </c:pt>
                <c:pt idx="1">
                  <c:v>5.0000000000000001E-3</c:v>
                </c:pt>
                <c:pt idx="2">
                  <c:v>0.01</c:v>
                </c:pt>
                <c:pt idx="3">
                  <c:v>1.4999999999999999E-2</c:v>
                </c:pt>
                <c:pt idx="4">
                  <c:v>0.02</c:v>
                </c:pt>
                <c:pt idx="5">
                  <c:v>2.5000000000000001E-2</c:v>
                </c:pt>
                <c:pt idx="6">
                  <c:v>0.03</c:v>
                </c:pt>
                <c:pt idx="7">
                  <c:v>3.5000000000000003E-2</c:v>
                </c:pt>
                <c:pt idx="8">
                  <c:v>0.04</c:v>
                </c:pt>
                <c:pt idx="9">
                  <c:v>4.4999999999999998E-2</c:v>
                </c:pt>
                <c:pt idx="10">
                  <c:v>0.05</c:v>
                </c:pt>
                <c:pt idx="11">
                  <c:v>5.5E-2</c:v>
                </c:pt>
                <c:pt idx="12">
                  <c:v>0.06</c:v>
                </c:pt>
                <c:pt idx="13">
                  <c:v>6.5000000000000002E-2</c:v>
                </c:pt>
                <c:pt idx="14">
                  <c:v>7.0000000000000007E-2</c:v>
                </c:pt>
                <c:pt idx="15">
                  <c:v>7.4999999999999997E-2</c:v>
                </c:pt>
                <c:pt idx="16">
                  <c:v>0.08</c:v>
                </c:pt>
                <c:pt idx="17">
                  <c:v>8.5000000000000006E-2</c:v>
                </c:pt>
                <c:pt idx="18">
                  <c:v>0.09</c:v>
                </c:pt>
                <c:pt idx="19">
                  <c:v>9.5000000000000001E-2</c:v>
                </c:pt>
                <c:pt idx="20">
                  <c:v>0.1</c:v>
                </c:pt>
                <c:pt idx="21">
                  <c:v>0.105</c:v>
                </c:pt>
                <c:pt idx="22">
                  <c:v>0.11</c:v>
                </c:pt>
                <c:pt idx="23">
                  <c:v>0.115</c:v>
                </c:pt>
                <c:pt idx="24">
                  <c:v>0.12</c:v>
                </c:pt>
                <c:pt idx="25">
                  <c:v>0.125</c:v>
                </c:pt>
                <c:pt idx="26">
                  <c:v>0.13</c:v>
                </c:pt>
                <c:pt idx="27">
                  <c:v>0.13500000000000001</c:v>
                </c:pt>
                <c:pt idx="28">
                  <c:v>0.14000000000000001</c:v>
                </c:pt>
                <c:pt idx="29">
                  <c:v>0.14499999999999999</c:v>
                </c:pt>
                <c:pt idx="30">
                  <c:v>0.15</c:v>
                </c:pt>
                <c:pt idx="31">
                  <c:v>0.155</c:v>
                </c:pt>
                <c:pt idx="32">
                  <c:v>0.16</c:v>
                </c:pt>
                <c:pt idx="33">
                  <c:v>0.16500000000000001</c:v>
                </c:pt>
                <c:pt idx="34">
                  <c:v>0.17</c:v>
                </c:pt>
                <c:pt idx="35">
                  <c:v>0.17499999999999999</c:v>
                </c:pt>
                <c:pt idx="36">
                  <c:v>0.18</c:v>
                </c:pt>
                <c:pt idx="37">
                  <c:v>0.185</c:v>
                </c:pt>
                <c:pt idx="38">
                  <c:v>0.19</c:v>
                </c:pt>
                <c:pt idx="39">
                  <c:v>0.19500000000000001</c:v>
                </c:pt>
                <c:pt idx="40">
                  <c:v>0.2</c:v>
                </c:pt>
                <c:pt idx="41">
                  <c:v>0.20499999999999999</c:v>
                </c:pt>
                <c:pt idx="42">
                  <c:v>0.21</c:v>
                </c:pt>
                <c:pt idx="43">
                  <c:v>0.215</c:v>
                </c:pt>
                <c:pt idx="44">
                  <c:v>0.22</c:v>
                </c:pt>
                <c:pt idx="45">
                  <c:v>0.22500000000000001</c:v>
                </c:pt>
                <c:pt idx="46">
                  <c:v>0.23</c:v>
                </c:pt>
                <c:pt idx="47">
                  <c:v>0.23499999999999999</c:v>
                </c:pt>
                <c:pt idx="48">
                  <c:v>0.24</c:v>
                </c:pt>
                <c:pt idx="49">
                  <c:v>0.245</c:v>
                </c:pt>
                <c:pt idx="50">
                  <c:v>0.25</c:v>
                </c:pt>
                <c:pt idx="51">
                  <c:v>0.255</c:v>
                </c:pt>
                <c:pt idx="52">
                  <c:v>0.26</c:v>
                </c:pt>
                <c:pt idx="53">
                  <c:v>0.26500000000000001</c:v>
                </c:pt>
                <c:pt idx="54">
                  <c:v>0.27</c:v>
                </c:pt>
                <c:pt idx="55">
                  <c:v>0.27500000000000002</c:v>
                </c:pt>
                <c:pt idx="56">
                  <c:v>0.28000000000000003</c:v>
                </c:pt>
                <c:pt idx="57">
                  <c:v>0.28499999999999998</c:v>
                </c:pt>
                <c:pt idx="58">
                  <c:v>0.28999999999999998</c:v>
                </c:pt>
                <c:pt idx="59">
                  <c:v>0.29499999999999998</c:v>
                </c:pt>
                <c:pt idx="60">
                  <c:v>0.3</c:v>
                </c:pt>
                <c:pt idx="61">
                  <c:v>0.30499999999999999</c:v>
                </c:pt>
                <c:pt idx="62">
                  <c:v>0.31</c:v>
                </c:pt>
                <c:pt idx="63">
                  <c:v>0.315</c:v>
                </c:pt>
                <c:pt idx="64">
                  <c:v>0.32</c:v>
                </c:pt>
                <c:pt idx="65">
                  <c:v>0.32500000000000001</c:v>
                </c:pt>
                <c:pt idx="66">
                  <c:v>0.33</c:v>
                </c:pt>
                <c:pt idx="67">
                  <c:v>0.33500000000000002</c:v>
                </c:pt>
                <c:pt idx="68">
                  <c:v>0.34</c:v>
                </c:pt>
                <c:pt idx="69">
                  <c:v>0.34499999999999997</c:v>
                </c:pt>
                <c:pt idx="70">
                  <c:v>0.35</c:v>
                </c:pt>
              </c:numCache>
            </c:numRef>
          </c:xVal>
          <c:yVal>
            <c:numRef>
              <c:f>'Chart Data'!$B$2:$B$72</c:f>
              <c:numCache>
                <c:formatCode>0.00</c:formatCode>
                <c:ptCount val="71"/>
                <c:pt idx="0">
                  <c:v>0</c:v>
                </c:pt>
                <c:pt idx="1">
                  <c:v>9.0494625339999999E-4</c:v>
                </c:pt>
                <c:pt idx="2">
                  <c:v>1.7365791429999999E-3</c:v>
                </c:pt>
                <c:pt idx="3">
                  <c:v>2.4275247190000001E-3</c:v>
                </c:pt>
                <c:pt idx="4">
                  <c:v>2.9218066790000002E-3</c:v>
                </c:pt>
                <c:pt idx="5">
                  <c:v>3.1793812380000001E-3</c:v>
                </c:pt>
                <c:pt idx="6">
                  <c:v>3.1793812380000001E-3</c:v>
                </c:pt>
                <c:pt idx="7">
                  <c:v>2.9218066790000002E-3</c:v>
                </c:pt>
                <c:pt idx="8">
                  <c:v>2.4275247190000001E-3</c:v>
                </c:pt>
                <c:pt idx="9">
                  <c:v>1.7365791429999999E-3</c:v>
                </c:pt>
                <c:pt idx="10">
                  <c:v>9.0494625339999999E-4</c:v>
                </c:pt>
                <c:pt idx="11">
                  <c:v>3.9336580229999999E-19</c:v>
                </c:pt>
                <c:pt idx="12">
                  <c:v>-9.0494625339999999E-4</c:v>
                </c:pt>
                <c:pt idx="13">
                  <c:v>-1.7365791429999999E-3</c:v>
                </c:pt>
                <c:pt idx="14">
                  <c:v>-2.4275247190000001E-3</c:v>
                </c:pt>
                <c:pt idx="15">
                  <c:v>-2.9218066790000002E-3</c:v>
                </c:pt>
                <c:pt idx="16">
                  <c:v>-3.1793812380000001E-3</c:v>
                </c:pt>
                <c:pt idx="17">
                  <c:v>-3.1793812380000001E-3</c:v>
                </c:pt>
                <c:pt idx="18">
                  <c:v>-2.9218066790000002E-3</c:v>
                </c:pt>
                <c:pt idx="19">
                  <c:v>-2.4275247190000001E-3</c:v>
                </c:pt>
                <c:pt idx="20">
                  <c:v>-1.7365791429999999E-3</c:v>
                </c:pt>
                <c:pt idx="21">
                  <c:v>-9.0494625339999999E-4</c:v>
                </c:pt>
                <c:pt idx="22">
                  <c:v>-7.8673160459999997E-19</c:v>
                </c:pt>
                <c:pt idx="23">
                  <c:v>1.7781978590000001E-2</c:v>
                </c:pt>
                <c:pt idx="24">
                  <c:v>3.5259702609999999E-2</c:v>
                </c:pt>
                <c:pt idx="25">
                  <c:v>5.2134123329999997E-2</c:v>
                </c:pt>
                <c:pt idx="26">
                  <c:v>6.8116514749999996E-2</c:v>
                </c:pt>
                <c:pt idx="27">
                  <c:v>8.2933413720000002E-2</c:v>
                </c:pt>
                <c:pt idx="28">
                  <c:v>9.6331298979999994E-2</c:v>
                </c:pt>
                <c:pt idx="29">
                  <c:v>0.10808092900000001</c:v>
                </c:pt>
                <c:pt idx="30">
                  <c:v>0.11798126439999999</c:v>
                </c:pt>
                <c:pt idx="31">
                  <c:v>0.12586290759999999</c:v>
                </c:pt>
                <c:pt idx="32">
                  <c:v>0.13159100160000001</c:v>
                </c:pt>
                <c:pt idx="33">
                  <c:v>0.13506753699999999</c:v>
                </c:pt>
                <c:pt idx="34">
                  <c:v>0.13623302949999999</c:v>
                </c:pt>
                <c:pt idx="35">
                  <c:v>0.13506753699999999</c:v>
                </c:pt>
                <c:pt idx="36">
                  <c:v>0.13159100160000001</c:v>
                </c:pt>
                <c:pt idx="37">
                  <c:v>0.12586290759999999</c:v>
                </c:pt>
                <c:pt idx="38">
                  <c:v>0.11798126439999999</c:v>
                </c:pt>
                <c:pt idx="39">
                  <c:v>0.10808092900000001</c:v>
                </c:pt>
                <c:pt idx="40">
                  <c:v>9.6331298979999994E-2</c:v>
                </c:pt>
                <c:pt idx="41">
                  <c:v>8.2933413720000002E-2</c:v>
                </c:pt>
                <c:pt idx="42">
                  <c:v>6.8116514749999996E-2</c:v>
                </c:pt>
                <c:pt idx="43">
                  <c:v>5.2134123329999997E-2</c:v>
                </c:pt>
                <c:pt idx="44">
                  <c:v>3.5259702609999999E-2</c:v>
                </c:pt>
                <c:pt idx="45">
                  <c:v>1.7781978590000001E-2</c:v>
                </c:pt>
                <c:pt idx="46">
                  <c:v>1.668373435E-17</c:v>
                </c:pt>
                <c:pt idx="47">
                  <c:v>-1.7781978590000001E-2</c:v>
                </c:pt>
                <c:pt idx="48">
                  <c:v>-3.5259702609999999E-2</c:v>
                </c:pt>
                <c:pt idx="49">
                  <c:v>-5.2134123329999997E-2</c:v>
                </c:pt>
                <c:pt idx="50">
                  <c:v>-6.8116514749999996E-2</c:v>
                </c:pt>
                <c:pt idx="51">
                  <c:v>-8.2933413720000002E-2</c:v>
                </c:pt>
                <c:pt idx="52">
                  <c:v>-9.6331298979999994E-2</c:v>
                </c:pt>
                <c:pt idx="53">
                  <c:v>-0.10808092900000001</c:v>
                </c:pt>
                <c:pt idx="54">
                  <c:v>-0.11798126439999999</c:v>
                </c:pt>
                <c:pt idx="55">
                  <c:v>-0.12586290759999999</c:v>
                </c:pt>
                <c:pt idx="56">
                  <c:v>-0.13159100160000001</c:v>
                </c:pt>
                <c:pt idx="57">
                  <c:v>-0.13506753699999999</c:v>
                </c:pt>
                <c:pt idx="58">
                  <c:v>-0.13623302949999999</c:v>
                </c:pt>
                <c:pt idx="59">
                  <c:v>-0.13506753699999999</c:v>
                </c:pt>
                <c:pt idx="60">
                  <c:v>-0.13159100160000001</c:v>
                </c:pt>
                <c:pt idx="61">
                  <c:v>-0.12586290759999999</c:v>
                </c:pt>
                <c:pt idx="62">
                  <c:v>-0.11798126439999999</c:v>
                </c:pt>
                <c:pt idx="63">
                  <c:v>-0.10808092900000001</c:v>
                </c:pt>
                <c:pt idx="64">
                  <c:v>-9.6331298979999994E-2</c:v>
                </c:pt>
                <c:pt idx="65">
                  <c:v>-8.2933413720000002E-2</c:v>
                </c:pt>
                <c:pt idx="66">
                  <c:v>-6.8116514749999996E-2</c:v>
                </c:pt>
                <c:pt idx="67">
                  <c:v>-5.2134123329999997E-2</c:v>
                </c:pt>
                <c:pt idx="68">
                  <c:v>-3.5259702609999999E-2</c:v>
                </c:pt>
                <c:pt idx="69">
                  <c:v>-1.7781978590000001E-2</c:v>
                </c:pt>
                <c:pt idx="70">
                  <c:v>-3.3367468699999999E-17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B790-4F79-8E89-4528F6F5DF47}"/>
            </c:ext>
          </c:extLst>
        </c:ser>
        <c:ser>
          <c:idx val="1"/>
          <c:order val="1"/>
          <c:tx>
            <c:v>Method 2 · T_B = 0.260 s</c:v>
          </c:tx>
          <c:spPr>
            <a:ln w="20003">
              <a:solidFill>
                <a:srgbClr val="E07A2D"/>
              </a:solidFill>
              <a:prstDash val="solid"/>
            </a:ln>
          </c:spPr>
          <c:xVal>
            <c:numRef>
              <c:f>'Chart Data'!$C$2:$C$76</c:f>
              <c:numCache>
                <c:formatCode>General</c:formatCode>
                <c:ptCount val="75"/>
                <c:pt idx="0">
                  <c:v>0</c:v>
                </c:pt>
                <c:pt idx="1">
                  <c:v>5.0000000000000001E-3</c:v>
                </c:pt>
                <c:pt idx="2">
                  <c:v>0.01</c:v>
                </c:pt>
                <c:pt idx="3">
                  <c:v>1.4999999999999999E-2</c:v>
                </c:pt>
                <c:pt idx="4">
                  <c:v>0.02</c:v>
                </c:pt>
                <c:pt idx="5">
                  <c:v>2.5000000000000001E-2</c:v>
                </c:pt>
                <c:pt idx="6">
                  <c:v>0.03</c:v>
                </c:pt>
                <c:pt idx="7">
                  <c:v>3.5000000000000003E-2</c:v>
                </c:pt>
                <c:pt idx="8">
                  <c:v>0.04</c:v>
                </c:pt>
                <c:pt idx="9">
                  <c:v>4.4999999999999998E-2</c:v>
                </c:pt>
                <c:pt idx="10">
                  <c:v>0.05</c:v>
                </c:pt>
                <c:pt idx="11">
                  <c:v>5.5E-2</c:v>
                </c:pt>
                <c:pt idx="12">
                  <c:v>0.06</c:v>
                </c:pt>
                <c:pt idx="13">
                  <c:v>6.5000000000000002E-2</c:v>
                </c:pt>
                <c:pt idx="14">
                  <c:v>7.0000000000000007E-2</c:v>
                </c:pt>
                <c:pt idx="15">
                  <c:v>7.4999999999999997E-2</c:v>
                </c:pt>
                <c:pt idx="16">
                  <c:v>0.08</c:v>
                </c:pt>
                <c:pt idx="17">
                  <c:v>8.5000000000000006E-2</c:v>
                </c:pt>
                <c:pt idx="18">
                  <c:v>0.09</c:v>
                </c:pt>
                <c:pt idx="19">
                  <c:v>9.5000000000000001E-2</c:v>
                </c:pt>
                <c:pt idx="20">
                  <c:v>0.1</c:v>
                </c:pt>
                <c:pt idx="21">
                  <c:v>0.105</c:v>
                </c:pt>
                <c:pt idx="22">
                  <c:v>0.11</c:v>
                </c:pt>
                <c:pt idx="23">
                  <c:v>0.115</c:v>
                </c:pt>
                <c:pt idx="24">
                  <c:v>0.12</c:v>
                </c:pt>
                <c:pt idx="25">
                  <c:v>0.125</c:v>
                </c:pt>
                <c:pt idx="26">
                  <c:v>0.13</c:v>
                </c:pt>
                <c:pt idx="27">
                  <c:v>0.13500000000000001</c:v>
                </c:pt>
                <c:pt idx="28">
                  <c:v>0.14000000000000001</c:v>
                </c:pt>
                <c:pt idx="29">
                  <c:v>0.14499999999999999</c:v>
                </c:pt>
                <c:pt idx="30">
                  <c:v>0.15</c:v>
                </c:pt>
                <c:pt idx="31">
                  <c:v>0.155</c:v>
                </c:pt>
                <c:pt idx="32">
                  <c:v>0.16</c:v>
                </c:pt>
                <c:pt idx="33">
                  <c:v>0.16500000000000001</c:v>
                </c:pt>
                <c:pt idx="34">
                  <c:v>0.17</c:v>
                </c:pt>
                <c:pt idx="35">
                  <c:v>0.17499999999999999</c:v>
                </c:pt>
                <c:pt idx="36">
                  <c:v>0.18</c:v>
                </c:pt>
                <c:pt idx="37">
                  <c:v>0.185</c:v>
                </c:pt>
                <c:pt idx="38">
                  <c:v>0.19</c:v>
                </c:pt>
                <c:pt idx="39">
                  <c:v>0.19500000000000001</c:v>
                </c:pt>
                <c:pt idx="40">
                  <c:v>0.2</c:v>
                </c:pt>
                <c:pt idx="41">
                  <c:v>0.20499999999999999</c:v>
                </c:pt>
                <c:pt idx="42">
                  <c:v>0.21</c:v>
                </c:pt>
                <c:pt idx="43">
                  <c:v>0.215</c:v>
                </c:pt>
                <c:pt idx="44">
                  <c:v>0.22</c:v>
                </c:pt>
                <c:pt idx="45">
                  <c:v>0.22500000000000001</c:v>
                </c:pt>
                <c:pt idx="46">
                  <c:v>0.23</c:v>
                </c:pt>
                <c:pt idx="47">
                  <c:v>0.23499999999999999</c:v>
                </c:pt>
                <c:pt idx="48">
                  <c:v>0.24</c:v>
                </c:pt>
                <c:pt idx="49">
                  <c:v>0.245</c:v>
                </c:pt>
                <c:pt idx="50">
                  <c:v>0.25</c:v>
                </c:pt>
                <c:pt idx="51">
                  <c:v>0.255</c:v>
                </c:pt>
                <c:pt idx="52">
                  <c:v>0.26</c:v>
                </c:pt>
                <c:pt idx="53">
                  <c:v>0.26500000000000001</c:v>
                </c:pt>
                <c:pt idx="54">
                  <c:v>0.27</c:v>
                </c:pt>
                <c:pt idx="55">
                  <c:v>0.27500000000000002</c:v>
                </c:pt>
                <c:pt idx="56">
                  <c:v>0.28000000000000003</c:v>
                </c:pt>
                <c:pt idx="57">
                  <c:v>0.28499999999999998</c:v>
                </c:pt>
                <c:pt idx="58">
                  <c:v>0.28999999999999998</c:v>
                </c:pt>
                <c:pt idx="59">
                  <c:v>0.29499999999999998</c:v>
                </c:pt>
                <c:pt idx="60">
                  <c:v>0.3</c:v>
                </c:pt>
                <c:pt idx="61">
                  <c:v>0.30499999999999999</c:v>
                </c:pt>
                <c:pt idx="62">
                  <c:v>0.31</c:v>
                </c:pt>
                <c:pt idx="63">
                  <c:v>0.315</c:v>
                </c:pt>
                <c:pt idx="64">
                  <c:v>0.32</c:v>
                </c:pt>
                <c:pt idx="65">
                  <c:v>0.32500000000000001</c:v>
                </c:pt>
                <c:pt idx="66">
                  <c:v>0.33</c:v>
                </c:pt>
                <c:pt idx="67">
                  <c:v>0.33500000000000002</c:v>
                </c:pt>
                <c:pt idx="68">
                  <c:v>0.34</c:v>
                </c:pt>
                <c:pt idx="69">
                  <c:v>0.34499999999999997</c:v>
                </c:pt>
                <c:pt idx="70">
                  <c:v>0.35</c:v>
                </c:pt>
                <c:pt idx="71">
                  <c:v>0.35499999999999998</c:v>
                </c:pt>
                <c:pt idx="72">
                  <c:v>0.36</c:v>
                </c:pt>
                <c:pt idx="73">
                  <c:v>0.36499999999999999</c:v>
                </c:pt>
                <c:pt idx="74">
                  <c:v>0.37</c:v>
                </c:pt>
              </c:numCache>
            </c:numRef>
          </c:xVal>
          <c:yVal>
            <c:numRef>
              <c:f>'Chart Data'!$D$2:$D$76</c:f>
              <c:numCache>
                <c:formatCode>0.00</c:formatCode>
                <c:ptCount val="75"/>
                <c:pt idx="0">
                  <c:v>0</c:v>
                </c:pt>
                <c:pt idx="1">
                  <c:v>2.3737191049999998E-3</c:v>
                </c:pt>
                <c:pt idx="2">
                  <c:v>4.555133605E-3</c:v>
                </c:pt>
                <c:pt idx="3">
                  <c:v>6.3675182710000002E-3</c:v>
                </c:pt>
                <c:pt idx="4">
                  <c:v>7.6640444759999999E-3</c:v>
                </c:pt>
                <c:pt idx="5">
                  <c:v>8.3396753770000002E-3</c:v>
                </c:pt>
                <c:pt idx="6">
                  <c:v>8.3396753770000002E-3</c:v>
                </c:pt>
                <c:pt idx="7">
                  <c:v>7.6640444759999999E-3</c:v>
                </c:pt>
                <c:pt idx="8">
                  <c:v>6.3675182710000002E-3</c:v>
                </c:pt>
                <c:pt idx="9">
                  <c:v>4.555133605E-3</c:v>
                </c:pt>
                <c:pt idx="10">
                  <c:v>2.3737191049999998E-3</c:v>
                </c:pt>
                <c:pt idx="11">
                  <c:v>1.031818096E-18</c:v>
                </c:pt>
                <c:pt idx="12">
                  <c:v>-2.3737191049999998E-3</c:v>
                </c:pt>
                <c:pt idx="13">
                  <c:v>-4.555133605E-3</c:v>
                </c:pt>
                <c:pt idx="14">
                  <c:v>-6.3675182710000002E-3</c:v>
                </c:pt>
                <c:pt idx="15">
                  <c:v>-7.6640444759999999E-3</c:v>
                </c:pt>
                <c:pt idx="16">
                  <c:v>-8.3396753770000002E-3</c:v>
                </c:pt>
                <c:pt idx="17">
                  <c:v>-8.3396753770000002E-3</c:v>
                </c:pt>
                <c:pt idx="18">
                  <c:v>-7.6640444759999999E-3</c:v>
                </c:pt>
                <c:pt idx="19">
                  <c:v>-6.3675182710000002E-3</c:v>
                </c:pt>
                <c:pt idx="20">
                  <c:v>-4.555133605E-3</c:v>
                </c:pt>
                <c:pt idx="21">
                  <c:v>-2.3737191049999998E-3</c:v>
                </c:pt>
                <c:pt idx="22">
                  <c:v>-2.0636361919999999E-18</c:v>
                </c:pt>
                <c:pt idx="23">
                  <c:v>1.6247606259999998E-2</c:v>
                </c:pt>
                <c:pt idx="24">
                  <c:v>3.2258285839999998E-2</c:v>
                </c:pt>
                <c:pt idx="25">
                  <c:v>4.7798566969999998E-2</c:v>
                </c:pt>
                <c:pt idx="26">
                  <c:v>6.2641837359999994E-2</c:v>
                </c:pt>
                <c:pt idx="27">
                  <c:v>7.6571648699999995E-2</c:v>
                </c:pt>
                <c:pt idx="28">
                  <c:v>8.9384872980000002E-2</c:v>
                </c:pt>
                <c:pt idx="29">
                  <c:v>0.10089466449999999</c:v>
                </c:pt>
                <c:pt idx="30">
                  <c:v>0.11093318470000001</c:v>
                </c:pt>
                <c:pt idx="31">
                  <c:v>0.11935404920000001</c:v>
                </c:pt>
                <c:pt idx="32">
                  <c:v>0.1260344629</c:v>
                </c:pt>
                <c:pt idx="33">
                  <c:v>0.13087701039999999</c:v>
                </c:pt>
                <c:pt idx="34">
                  <c:v>0.1338110763</c:v>
                </c:pt>
                <c:pt idx="35">
                  <c:v>0.13479387540000001</c:v>
                </c:pt>
                <c:pt idx="36">
                  <c:v>0.1338110763</c:v>
                </c:pt>
                <c:pt idx="37">
                  <c:v>0.13087701039999999</c:v>
                </c:pt>
                <c:pt idx="38">
                  <c:v>0.1260344629</c:v>
                </c:pt>
                <c:pt idx="39">
                  <c:v>0.11935404920000001</c:v>
                </c:pt>
                <c:pt idx="40">
                  <c:v>0.11093318470000001</c:v>
                </c:pt>
                <c:pt idx="41">
                  <c:v>0.10089466449999999</c:v>
                </c:pt>
                <c:pt idx="42">
                  <c:v>8.9384872980000002E-2</c:v>
                </c:pt>
                <c:pt idx="43">
                  <c:v>7.6571648699999995E-2</c:v>
                </c:pt>
                <c:pt idx="44">
                  <c:v>6.2641837359999994E-2</c:v>
                </c:pt>
                <c:pt idx="45">
                  <c:v>4.7798566969999998E-2</c:v>
                </c:pt>
                <c:pt idx="46">
                  <c:v>3.2258285839999998E-2</c:v>
                </c:pt>
                <c:pt idx="47">
                  <c:v>1.6247606259999998E-2</c:v>
                </c:pt>
                <c:pt idx="48">
                  <c:v>1.6507488810000001E-17</c:v>
                </c:pt>
                <c:pt idx="49">
                  <c:v>-1.6247606259999998E-2</c:v>
                </c:pt>
                <c:pt idx="50">
                  <c:v>-3.2258285839999998E-2</c:v>
                </c:pt>
                <c:pt idx="51">
                  <c:v>-4.7798566969999998E-2</c:v>
                </c:pt>
                <c:pt idx="52">
                  <c:v>-6.2641837359999994E-2</c:v>
                </c:pt>
                <c:pt idx="53">
                  <c:v>-7.6571648699999995E-2</c:v>
                </c:pt>
                <c:pt idx="54">
                  <c:v>-8.9384872980000002E-2</c:v>
                </c:pt>
                <c:pt idx="55">
                  <c:v>-0.10089466449999999</c:v>
                </c:pt>
                <c:pt idx="56">
                  <c:v>-0.11093318470000001</c:v>
                </c:pt>
                <c:pt idx="57">
                  <c:v>-0.11935404920000001</c:v>
                </c:pt>
                <c:pt idx="58">
                  <c:v>-0.1260344629</c:v>
                </c:pt>
                <c:pt idx="59">
                  <c:v>-0.13087701039999999</c:v>
                </c:pt>
                <c:pt idx="60">
                  <c:v>-0.1338110763</c:v>
                </c:pt>
                <c:pt idx="61">
                  <c:v>-0.13479387540000001</c:v>
                </c:pt>
                <c:pt idx="62">
                  <c:v>-0.1338110763</c:v>
                </c:pt>
                <c:pt idx="63">
                  <c:v>-0.13087701039999999</c:v>
                </c:pt>
                <c:pt idx="64">
                  <c:v>-0.1260344629</c:v>
                </c:pt>
                <c:pt idx="65">
                  <c:v>-0.11935404920000001</c:v>
                </c:pt>
                <c:pt idx="66">
                  <c:v>-0.11093318470000001</c:v>
                </c:pt>
                <c:pt idx="67">
                  <c:v>-0.10089466449999999</c:v>
                </c:pt>
                <c:pt idx="68">
                  <c:v>-8.9384872980000002E-2</c:v>
                </c:pt>
                <c:pt idx="69">
                  <c:v>-7.6571648699999995E-2</c:v>
                </c:pt>
                <c:pt idx="70">
                  <c:v>-6.2641837359999994E-2</c:v>
                </c:pt>
                <c:pt idx="71">
                  <c:v>-4.7798566969999998E-2</c:v>
                </c:pt>
                <c:pt idx="72">
                  <c:v>-3.2258285839999998E-2</c:v>
                </c:pt>
                <c:pt idx="73">
                  <c:v>-1.6247606259999998E-2</c:v>
                </c:pt>
                <c:pt idx="74">
                  <c:v>-3.3014977620000002E-17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B790-4F79-8E89-4528F6F5DF47}"/>
            </c:ext>
          </c:extLst>
        </c:ser>
        <c:ser>
          <c:idx val="2"/>
          <c:order val="2"/>
          <c:tx>
            <c:v>Method 3 · T_B = 0.135 s</c:v>
          </c:tx>
          <c:spPr>
            <a:ln w="20003">
              <a:solidFill>
                <a:srgbClr val="3E8C61"/>
              </a:solidFill>
              <a:prstDash val="solid"/>
            </a:ln>
          </c:spPr>
          <c:xVal>
            <c:numRef>
              <c:f>'Chart Data'!$E$2:$E$51</c:f>
              <c:numCache>
                <c:formatCode>General</c:formatCode>
                <c:ptCount val="50"/>
                <c:pt idx="0">
                  <c:v>0</c:v>
                </c:pt>
                <c:pt idx="1">
                  <c:v>5.0000000000000001E-3</c:v>
                </c:pt>
                <c:pt idx="2">
                  <c:v>0.01</c:v>
                </c:pt>
                <c:pt idx="3">
                  <c:v>1.4999999999999999E-2</c:v>
                </c:pt>
                <c:pt idx="4">
                  <c:v>0.02</c:v>
                </c:pt>
                <c:pt idx="5">
                  <c:v>2.5000000000000001E-2</c:v>
                </c:pt>
                <c:pt idx="6">
                  <c:v>0.03</c:v>
                </c:pt>
                <c:pt idx="7">
                  <c:v>3.5000000000000003E-2</c:v>
                </c:pt>
                <c:pt idx="8">
                  <c:v>0.04</c:v>
                </c:pt>
                <c:pt idx="9">
                  <c:v>4.4999999999999998E-2</c:v>
                </c:pt>
                <c:pt idx="10">
                  <c:v>0.05</c:v>
                </c:pt>
                <c:pt idx="11">
                  <c:v>5.5E-2</c:v>
                </c:pt>
                <c:pt idx="12">
                  <c:v>0.06</c:v>
                </c:pt>
                <c:pt idx="13">
                  <c:v>6.5000000000000002E-2</c:v>
                </c:pt>
                <c:pt idx="14">
                  <c:v>7.0000000000000007E-2</c:v>
                </c:pt>
                <c:pt idx="15">
                  <c:v>7.4999999999999997E-2</c:v>
                </c:pt>
                <c:pt idx="16">
                  <c:v>0.08</c:v>
                </c:pt>
                <c:pt idx="17">
                  <c:v>8.5000000000000006E-2</c:v>
                </c:pt>
                <c:pt idx="18">
                  <c:v>0.09</c:v>
                </c:pt>
                <c:pt idx="19">
                  <c:v>9.5000000000000001E-2</c:v>
                </c:pt>
                <c:pt idx="20">
                  <c:v>0.1</c:v>
                </c:pt>
                <c:pt idx="21">
                  <c:v>0.105</c:v>
                </c:pt>
                <c:pt idx="22">
                  <c:v>0.11</c:v>
                </c:pt>
                <c:pt idx="23">
                  <c:v>0.115</c:v>
                </c:pt>
                <c:pt idx="24">
                  <c:v>0.12</c:v>
                </c:pt>
                <c:pt idx="25">
                  <c:v>0.125</c:v>
                </c:pt>
                <c:pt idx="26">
                  <c:v>0.13</c:v>
                </c:pt>
                <c:pt idx="27">
                  <c:v>0.13500000000000001</c:v>
                </c:pt>
                <c:pt idx="28">
                  <c:v>0.14000000000000001</c:v>
                </c:pt>
                <c:pt idx="29">
                  <c:v>0.14499999999999999</c:v>
                </c:pt>
                <c:pt idx="30">
                  <c:v>0.15</c:v>
                </c:pt>
                <c:pt idx="31">
                  <c:v>0.155</c:v>
                </c:pt>
                <c:pt idx="32">
                  <c:v>0.16</c:v>
                </c:pt>
                <c:pt idx="33">
                  <c:v>0.16500000000000001</c:v>
                </c:pt>
                <c:pt idx="34">
                  <c:v>0.17</c:v>
                </c:pt>
                <c:pt idx="35">
                  <c:v>0.17499999999999999</c:v>
                </c:pt>
                <c:pt idx="36">
                  <c:v>0.18</c:v>
                </c:pt>
                <c:pt idx="37">
                  <c:v>0.185</c:v>
                </c:pt>
                <c:pt idx="38">
                  <c:v>0.19</c:v>
                </c:pt>
                <c:pt idx="39">
                  <c:v>0.19500000000000001</c:v>
                </c:pt>
                <c:pt idx="40">
                  <c:v>0.2</c:v>
                </c:pt>
                <c:pt idx="41">
                  <c:v>0.20499999999999999</c:v>
                </c:pt>
                <c:pt idx="42">
                  <c:v>0.21</c:v>
                </c:pt>
                <c:pt idx="43">
                  <c:v>0.215</c:v>
                </c:pt>
                <c:pt idx="44">
                  <c:v>0.22</c:v>
                </c:pt>
                <c:pt idx="45">
                  <c:v>0.22500000000000001</c:v>
                </c:pt>
                <c:pt idx="46">
                  <c:v>0.23</c:v>
                </c:pt>
                <c:pt idx="47">
                  <c:v>0.23499999999999999</c:v>
                </c:pt>
                <c:pt idx="48">
                  <c:v>0.24</c:v>
                </c:pt>
                <c:pt idx="49">
                  <c:v>0.245</c:v>
                </c:pt>
              </c:numCache>
            </c:numRef>
          </c:xVal>
          <c:yVal>
            <c:numRef>
              <c:f>'Chart Data'!$F$2:$F$51</c:f>
              <c:numCache>
                <c:formatCode>0.00</c:formatCode>
                <c:ptCount val="50"/>
                <c:pt idx="0">
                  <c:v>0</c:v>
                </c:pt>
                <c:pt idx="1">
                  <c:v>2.270029154E-3</c:v>
                </c:pt>
                <c:pt idx="2">
                  <c:v>4.3561540459999999E-3</c:v>
                </c:pt>
                <c:pt idx="3">
                  <c:v>6.0893692439999998E-3</c:v>
                </c:pt>
                <c:pt idx="4">
                  <c:v>7.3292599610000004E-3</c:v>
                </c:pt>
                <c:pt idx="5">
                  <c:v>7.9753776250000002E-3</c:v>
                </c:pt>
                <c:pt idx="6">
                  <c:v>7.9753776250000002E-3</c:v>
                </c:pt>
                <c:pt idx="7">
                  <c:v>7.3292599610000004E-3</c:v>
                </c:pt>
                <c:pt idx="8">
                  <c:v>6.0893692439999998E-3</c:v>
                </c:pt>
                <c:pt idx="9">
                  <c:v>4.3561540459999999E-3</c:v>
                </c:pt>
                <c:pt idx="10">
                  <c:v>2.270029154E-3</c:v>
                </c:pt>
                <c:pt idx="11">
                  <c:v>9.867457167E-19</c:v>
                </c:pt>
                <c:pt idx="12">
                  <c:v>-2.270029154E-3</c:v>
                </c:pt>
                <c:pt idx="13">
                  <c:v>-4.3561540459999999E-3</c:v>
                </c:pt>
                <c:pt idx="14">
                  <c:v>-6.0893692439999998E-3</c:v>
                </c:pt>
                <c:pt idx="15">
                  <c:v>-7.3292599610000004E-3</c:v>
                </c:pt>
                <c:pt idx="16">
                  <c:v>-7.9753776250000002E-3</c:v>
                </c:pt>
                <c:pt idx="17">
                  <c:v>-7.9753776250000002E-3</c:v>
                </c:pt>
                <c:pt idx="18">
                  <c:v>-7.3292599610000004E-3</c:v>
                </c:pt>
                <c:pt idx="19">
                  <c:v>-6.0893692439999998E-3</c:v>
                </c:pt>
                <c:pt idx="20">
                  <c:v>-4.3561540459999999E-3</c:v>
                </c:pt>
                <c:pt idx="21">
                  <c:v>-2.270029154E-3</c:v>
                </c:pt>
                <c:pt idx="22">
                  <c:v>-1.9734914330000001E-18</c:v>
                </c:pt>
                <c:pt idx="23">
                  <c:v>1.3018760129999999E-2</c:v>
                </c:pt>
                <c:pt idx="24">
                  <c:v>2.533567552E-2</c:v>
                </c:pt>
                <c:pt idx="25">
                  <c:v>3.62867381E-2</c:v>
                </c:pt>
                <c:pt idx="26">
                  <c:v>4.5281573229999997E-2</c:v>
                </c:pt>
                <c:pt idx="27">
                  <c:v>5.1835267019999999E-2</c:v>
                </c:pt>
                <c:pt idx="28">
                  <c:v>5.5594508149999999E-2</c:v>
                </c:pt>
                <c:pt idx="29">
                  <c:v>5.6356634959999999E-2</c:v>
                </c:pt>
                <c:pt idx="30">
                  <c:v>5.4080560989999998E-2</c:v>
                </c:pt>
                <c:pt idx="31">
                  <c:v>4.8888989979999999E-2</c:v>
                </c:pt>
                <c:pt idx="32">
                  <c:v>4.1061800869999998E-2</c:v>
                </c:pt>
                <c:pt idx="33">
                  <c:v>3.1020959439999999E-2</c:v>
                </c:pt>
                <c:pt idx="34">
                  <c:v>1.930777006E-2</c:v>
                </c:pt>
                <c:pt idx="35">
                  <c:v>6.5536937959999996E-3</c:v>
                </c:pt>
                <c:pt idx="36">
                  <c:v>-6.5536937959999996E-3</c:v>
                </c:pt>
                <c:pt idx="37">
                  <c:v>-1.930777006E-2</c:v>
                </c:pt>
                <c:pt idx="38">
                  <c:v>-3.1020959439999999E-2</c:v>
                </c:pt>
                <c:pt idx="39">
                  <c:v>-4.1061800869999998E-2</c:v>
                </c:pt>
                <c:pt idx="40">
                  <c:v>-4.8888989979999999E-2</c:v>
                </c:pt>
                <c:pt idx="41">
                  <c:v>-5.4080560989999998E-2</c:v>
                </c:pt>
                <c:pt idx="42">
                  <c:v>-5.6356634959999999E-2</c:v>
                </c:pt>
                <c:pt idx="43">
                  <c:v>-5.5594508149999999E-2</c:v>
                </c:pt>
                <c:pt idx="44">
                  <c:v>-5.1835267019999999E-2</c:v>
                </c:pt>
                <c:pt idx="45">
                  <c:v>-4.5281573229999997E-2</c:v>
                </c:pt>
                <c:pt idx="46">
                  <c:v>-3.62867381E-2</c:v>
                </c:pt>
                <c:pt idx="47">
                  <c:v>-2.533567552E-2</c:v>
                </c:pt>
                <c:pt idx="48">
                  <c:v>-1.3018760129999999E-2</c:v>
                </c:pt>
                <c:pt idx="49">
                  <c:v>-1.382678726E-17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B790-4F79-8E89-4528F6F5DF47}"/>
            </c:ext>
          </c:extLst>
        </c:ser>
        <c:ser>
          <c:idx val="3"/>
          <c:order val="3"/>
          <c:tx>
            <c:v>Method 4 · T_B = 0.260 s</c:v>
          </c:tx>
          <c:spPr>
            <a:ln w="20003">
              <a:solidFill>
                <a:srgbClr val="A14D8D"/>
              </a:solidFill>
              <a:prstDash val="solid"/>
            </a:ln>
          </c:spPr>
          <c:xVal>
            <c:numRef>
              <c:f>'Chart Data'!$G$2:$G$76</c:f>
              <c:numCache>
                <c:formatCode>General</c:formatCode>
                <c:ptCount val="75"/>
                <c:pt idx="0">
                  <c:v>0</c:v>
                </c:pt>
                <c:pt idx="1">
                  <c:v>5.0000000000000001E-3</c:v>
                </c:pt>
                <c:pt idx="2">
                  <c:v>0.01</c:v>
                </c:pt>
                <c:pt idx="3">
                  <c:v>1.4999999999999999E-2</c:v>
                </c:pt>
                <c:pt idx="4">
                  <c:v>0.02</c:v>
                </c:pt>
                <c:pt idx="5">
                  <c:v>2.5000000000000001E-2</c:v>
                </c:pt>
                <c:pt idx="6">
                  <c:v>0.03</c:v>
                </c:pt>
                <c:pt idx="7">
                  <c:v>3.5000000000000003E-2</c:v>
                </c:pt>
                <c:pt idx="8">
                  <c:v>0.04</c:v>
                </c:pt>
                <c:pt idx="9">
                  <c:v>4.4999999999999998E-2</c:v>
                </c:pt>
                <c:pt idx="10">
                  <c:v>0.05</c:v>
                </c:pt>
                <c:pt idx="11">
                  <c:v>5.5E-2</c:v>
                </c:pt>
                <c:pt idx="12">
                  <c:v>0.06</c:v>
                </c:pt>
                <c:pt idx="13">
                  <c:v>6.5000000000000002E-2</c:v>
                </c:pt>
                <c:pt idx="14">
                  <c:v>7.0000000000000007E-2</c:v>
                </c:pt>
                <c:pt idx="15">
                  <c:v>7.4999999999999997E-2</c:v>
                </c:pt>
                <c:pt idx="16">
                  <c:v>0.08</c:v>
                </c:pt>
                <c:pt idx="17">
                  <c:v>8.5000000000000006E-2</c:v>
                </c:pt>
                <c:pt idx="18">
                  <c:v>0.09</c:v>
                </c:pt>
                <c:pt idx="19">
                  <c:v>9.5000000000000001E-2</c:v>
                </c:pt>
                <c:pt idx="20">
                  <c:v>0.1</c:v>
                </c:pt>
                <c:pt idx="21">
                  <c:v>0.105</c:v>
                </c:pt>
                <c:pt idx="22">
                  <c:v>0.11</c:v>
                </c:pt>
                <c:pt idx="23">
                  <c:v>0.115</c:v>
                </c:pt>
                <c:pt idx="24">
                  <c:v>0.12</c:v>
                </c:pt>
                <c:pt idx="25">
                  <c:v>0.125</c:v>
                </c:pt>
                <c:pt idx="26">
                  <c:v>0.13</c:v>
                </c:pt>
                <c:pt idx="27">
                  <c:v>0.13500000000000001</c:v>
                </c:pt>
                <c:pt idx="28">
                  <c:v>0.14000000000000001</c:v>
                </c:pt>
                <c:pt idx="29">
                  <c:v>0.14499999999999999</c:v>
                </c:pt>
                <c:pt idx="30">
                  <c:v>0.15</c:v>
                </c:pt>
                <c:pt idx="31">
                  <c:v>0.155</c:v>
                </c:pt>
                <c:pt idx="32">
                  <c:v>0.16</c:v>
                </c:pt>
                <c:pt idx="33">
                  <c:v>0.16500000000000001</c:v>
                </c:pt>
                <c:pt idx="34">
                  <c:v>0.17</c:v>
                </c:pt>
                <c:pt idx="35">
                  <c:v>0.17499999999999999</c:v>
                </c:pt>
                <c:pt idx="36">
                  <c:v>0.18</c:v>
                </c:pt>
                <c:pt idx="37">
                  <c:v>0.185</c:v>
                </c:pt>
                <c:pt idx="38">
                  <c:v>0.19</c:v>
                </c:pt>
                <c:pt idx="39">
                  <c:v>0.19500000000000001</c:v>
                </c:pt>
                <c:pt idx="40">
                  <c:v>0.2</c:v>
                </c:pt>
                <c:pt idx="41">
                  <c:v>0.20499999999999999</c:v>
                </c:pt>
                <c:pt idx="42">
                  <c:v>0.21</c:v>
                </c:pt>
                <c:pt idx="43">
                  <c:v>0.215</c:v>
                </c:pt>
                <c:pt idx="44">
                  <c:v>0.22</c:v>
                </c:pt>
                <c:pt idx="45">
                  <c:v>0.22500000000000001</c:v>
                </c:pt>
                <c:pt idx="46">
                  <c:v>0.23</c:v>
                </c:pt>
                <c:pt idx="47">
                  <c:v>0.23499999999999999</c:v>
                </c:pt>
                <c:pt idx="48">
                  <c:v>0.24</c:v>
                </c:pt>
                <c:pt idx="49">
                  <c:v>0.245</c:v>
                </c:pt>
                <c:pt idx="50">
                  <c:v>0.25</c:v>
                </c:pt>
                <c:pt idx="51">
                  <c:v>0.255</c:v>
                </c:pt>
                <c:pt idx="52">
                  <c:v>0.26</c:v>
                </c:pt>
                <c:pt idx="53">
                  <c:v>0.26500000000000001</c:v>
                </c:pt>
                <c:pt idx="54">
                  <c:v>0.27</c:v>
                </c:pt>
                <c:pt idx="55">
                  <c:v>0.27500000000000002</c:v>
                </c:pt>
                <c:pt idx="56">
                  <c:v>0.28000000000000003</c:v>
                </c:pt>
                <c:pt idx="57">
                  <c:v>0.28499999999999998</c:v>
                </c:pt>
                <c:pt idx="58">
                  <c:v>0.28999999999999998</c:v>
                </c:pt>
                <c:pt idx="59">
                  <c:v>0.29499999999999998</c:v>
                </c:pt>
                <c:pt idx="60">
                  <c:v>0.3</c:v>
                </c:pt>
                <c:pt idx="61">
                  <c:v>0.30499999999999999</c:v>
                </c:pt>
                <c:pt idx="62">
                  <c:v>0.31</c:v>
                </c:pt>
                <c:pt idx="63">
                  <c:v>0.315</c:v>
                </c:pt>
                <c:pt idx="64">
                  <c:v>0.32</c:v>
                </c:pt>
                <c:pt idx="65">
                  <c:v>0.32500000000000001</c:v>
                </c:pt>
                <c:pt idx="66">
                  <c:v>0.33</c:v>
                </c:pt>
                <c:pt idx="67">
                  <c:v>0.33500000000000002</c:v>
                </c:pt>
                <c:pt idx="68">
                  <c:v>0.34</c:v>
                </c:pt>
                <c:pt idx="69">
                  <c:v>0.34499999999999997</c:v>
                </c:pt>
                <c:pt idx="70">
                  <c:v>0.35</c:v>
                </c:pt>
                <c:pt idx="71">
                  <c:v>0.35499999999999998</c:v>
                </c:pt>
                <c:pt idx="72">
                  <c:v>0.36</c:v>
                </c:pt>
                <c:pt idx="73">
                  <c:v>0.36499999999999999</c:v>
                </c:pt>
                <c:pt idx="74">
                  <c:v>0.37</c:v>
                </c:pt>
              </c:numCache>
            </c:numRef>
          </c:xVal>
          <c:yVal>
            <c:numRef>
              <c:f>'Chart Data'!$H$2:$H$76</c:f>
              <c:numCache>
                <c:formatCode>0.00</c:formatCode>
                <c:ptCount val="75"/>
                <c:pt idx="0">
                  <c:v>0</c:v>
                </c:pt>
                <c:pt idx="1">
                  <c:v>4.5879706449999998E-3</c:v>
                </c:pt>
                <c:pt idx="2">
                  <c:v>8.8042511939999991E-3</c:v>
                </c:pt>
                <c:pt idx="3">
                  <c:v>1.2307263670000001E-2</c:v>
                </c:pt>
                <c:pt idx="4">
                  <c:v>1.481321484E-2</c:v>
                </c:pt>
                <c:pt idx="5">
                  <c:v>1.6119087439999999E-2</c:v>
                </c:pt>
                <c:pt idx="6">
                  <c:v>1.6119087439999999E-2</c:v>
                </c:pt>
                <c:pt idx="7">
                  <c:v>1.481321484E-2</c:v>
                </c:pt>
                <c:pt idx="8">
                  <c:v>1.2307263670000001E-2</c:v>
                </c:pt>
                <c:pt idx="9">
                  <c:v>8.8042511939999991E-3</c:v>
                </c:pt>
                <c:pt idx="10">
                  <c:v>4.5879706449999998E-3</c:v>
                </c:pt>
                <c:pt idx="11">
                  <c:v>1.994318167E-18</c:v>
                </c:pt>
                <c:pt idx="12">
                  <c:v>-4.5879706449999998E-3</c:v>
                </c:pt>
                <c:pt idx="13">
                  <c:v>-8.8042511939999991E-3</c:v>
                </c:pt>
                <c:pt idx="14">
                  <c:v>-1.2307263670000001E-2</c:v>
                </c:pt>
                <c:pt idx="15">
                  <c:v>-1.481321484E-2</c:v>
                </c:pt>
                <c:pt idx="16">
                  <c:v>-1.6119087439999999E-2</c:v>
                </c:pt>
                <c:pt idx="17">
                  <c:v>-1.6119087439999999E-2</c:v>
                </c:pt>
                <c:pt idx="18">
                  <c:v>-1.481321484E-2</c:v>
                </c:pt>
                <c:pt idx="19">
                  <c:v>-1.2307263670000001E-2</c:v>
                </c:pt>
                <c:pt idx="20">
                  <c:v>-8.8042511939999991E-3</c:v>
                </c:pt>
                <c:pt idx="21">
                  <c:v>-4.5879706449999998E-3</c:v>
                </c:pt>
                <c:pt idx="22">
                  <c:v>-3.9886363349999999E-18</c:v>
                </c:pt>
                <c:pt idx="23">
                  <c:v>1.3902474999999999E-2</c:v>
                </c:pt>
                <c:pt idx="24">
                  <c:v>2.7602220609999999E-2</c:v>
                </c:pt>
                <c:pt idx="25">
                  <c:v>4.0899463689999999E-2</c:v>
                </c:pt>
                <c:pt idx="26">
                  <c:v>5.3600300490000002E-2</c:v>
                </c:pt>
                <c:pt idx="27">
                  <c:v>6.5519524209999999E-2</c:v>
                </c:pt>
                <c:pt idx="28">
                  <c:v>7.6483325729999996E-2</c:v>
                </c:pt>
                <c:pt idx="29">
                  <c:v>8.6331828129999996E-2</c:v>
                </c:pt>
                <c:pt idx="30">
                  <c:v>9.492141808E-2</c:v>
                </c:pt>
                <c:pt idx="31">
                  <c:v>0.10212684</c:v>
                </c:pt>
                <c:pt idx="32">
                  <c:v>0.1078430226</c:v>
                </c:pt>
                <c:pt idx="33">
                  <c:v>0.1119866112</c:v>
                </c:pt>
                <c:pt idx="34">
                  <c:v>0.11449718270000001</c:v>
                </c:pt>
                <c:pt idx="35">
                  <c:v>0.1153381275</c:v>
                </c:pt>
                <c:pt idx="36">
                  <c:v>0.11449718270000001</c:v>
                </c:pt>
                <c:pt idx="37">
                  <c:v>0.1119866112</c:v>
                </c:pt>
                <c:pt idx="38">
                  <c:v>0.1078430226</c:v>
                </c:pt>
                <c:pt idx="39">
                  <c:v>0.10212684</c:v>
                </c:pt>
                <c:pt idx="40">
                  <c:v>9.492141808E-2</c:v>
                </c:pt>
                <c:pt idx="41">
                  <c:v>8.6331828129999996E-2</c:v>
                </c:pt>
                <c:pt idx="42">
                  <c:v>7.6483325729999996E-2</c:v>
                </c:pt>
                <c:pt idx="43">
                  <c:v>6.5519524209999999E-2</c:v>
                </c:pt>
                <c:pt idx="44">
                  <c:v>5.3600300490000002E-2</c:v>
                </c:pt>
                <c:pt idx="45">
                  <c:v>4.0899463689999999E-2</c:v>
                </c:pt>
                <c:pt idx="46">
                  <c:v>2.7602220609999999E-2</c:v>
                </c:pt>
                <c:pt idx="47">
                  <c:v>1.3902474999999999E-2</c:v>
                </c:pt>
                <c:pt idx="48">
                  <c:v>1.4124846870000001E-17</c:v>
                </c:pt>
                <c:pt idx="49">
                  <c:v>-1.3902474999999999E-2</c:v>
                </c:pt>
                <c:pt idx="50">
                  <c:v>-2.7602220609999999E-2</c:v>
                </c:pt>
                <c:pt idx="51">
                  <c:v>-4.0899463689999999E-2</c:v>
                </c:pt>
                <c:pt idx="52">
                  <c:v>-5.3600300490000002E-2</c:v>
                </c:pt>
                <c:pt idx="53">
                  <c:v>-6.5519524209999999E-2</c:v>
                </c:pt>
                <c:pt idx="54">
                  <c:v>-7.6483325729999996E-2</c:v>
                </c:pt>
                <c:pt idx="55">
                  <c:v>-8.6331828129999996E-2</c:v>
                </c:pt>
                <c:pt idx="56">
                  <c:v>-9.492141808E-2</c:v>
                </c:pt>
                <c:pt idx="57">
                  <c:v>-0.10212684</c:v>
                </c:pt>
                <c:pt idx="58">
                  <c:v>-0.1078430226</c:v>
                </c:pt>
                <c:pt idx="59">
                  <c:v>-0.1119866112</c:v>
                </c:pt>
                <c:pt idx="60">
                  <c:v>-0.11449718270000001</c:v>
                </c:pt>
                <c:pt idx="61">
                  <c:v>-0.1153381275</c:v>
                </c:pt>
                <c:pt idx="62">
                  <c:v>-0.11449718270000001</c:v>
                </c:pt>
                <c:pt idx="63">
                  <c:v>-0.1119866112</c:v>
                </c:pt>
                <c:pt idx="64">
                  <c:v>-0.1078430226</c:v>
                </c:pt>
                <c:pt idx="65">
                  <c:v>-0.10212684</c:v>
                </c:pt>
                <c:pt idx="66">
                  <c:v>-9.492141808E-2</c:v>
                </c:pt>
                <c:pt idx="67">
                  <c:v>-8.6331828129999996E-2</c:v>
                </c:pt>
                <c:pt idx="68">
                  <c:v>-7.6483325729999996E-2</c:v>
                </c:pt>
                <c:pt idx="69">
                  <c:v>-6.5519524209999999E-2</c:v>
                </c:pt>
                <c:pt idx="70">
                  <c:v>-5.3600300490000002E-2</c:v>
                </c:pt>
                <c:pt idx="71">
                  <c:v>-4.0899463689999999E-2</c:v>
                </c:pt>
                <c:pt idx="72">
                  <c:v>-2.7602220609999999E-2</c:v>
                </c:pt>
                <c:pt idx="73">
                  <c:v>-1.3902474999999999E-2</c:v>
                </c:pt>
                <c:pt idx="74">
                  <c:v>-2.8249693740000001E-17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3-B790-4F79-8E89-4528F6F5DF4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0.16"/>
          <c:min val="-0.16"/>
        </c:scaling>
        <c:delete val="0"/>
        <c:axPos val="l"/>
        <c:majorGridlines>
          <c:spPr>
            <a:ln w="9525">
              <a:solidFill>
                <a:srgbClr val="DDD9D4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lang="en-GB" sz="1200">
                    <a:solidFill>
                      <a:srgbClr val="272523"/>
                    </a:solidFill>
                    <a:latin typeface="Calibri"/>
                    <a:ea typeface="Calibri"/>
                    <a:cs typeface="Calibri"/>
                  </a:rPr>
                  <a:t>Applied table velocity (m/s)</a:t>
                </a:r>
              </a:p>
            </c:rich>
          </c:tx>
          <c:overlay val="0"/>
        </c:title>
        <c:numFmt formatCode="0.00" sourceLinked="1"/>
        <c:majorTickMark val="none"/>
        <c:minorTickMark val="none"/>
        <c:tickLblPos val="nextTo"/>
        <c:spPr>
          <a:ln w="9525">
            <a:solidFill>
              <a:srgbClr val="918B85"/>
            </a:solidFill>
            <a:prstDash val="solid"/>
          </a:ln>
        </c:spPr>
        <c:txPr>
          <a:bodyPr anchorCtr="1"/>
          <a:lstStyle/>
          <a:p>
            <a:pPr>
              <a:defRPr sz="975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endParaRPr lang="en-US"/>
          </a:p>
        </c:txPr>
        <c:crossAx val="48650112"/>
        <c:crosses val="autoZero"/>
        <c:crossBetween val="midCat"/>
        <c:majorUnit val="0.08"/>
      </c:valAx>
      <c:valAx>
        <c:axId val="48650112"/>
        <c:scaling>
          <c:orientation val="minMax"/>
          <c:max val="0.37"/>
          <c:min val="0"/>
        </c:scaling>
        <c:delete val="0"/>
        <c:axPos val="b"/>
        <c:title>
          <c:tx>
            <c:rich>
              <a:bodyPr/>
              <a:lstStyle/>
              <a:p>
                <a:r>
                  <a:rPr lang="en-GB" sz="1200">
                    <a:solidFill>
                      <a:srgbClr val="272523"/>
                    </a:solidFill>
                    <a:latin typeface="Calibri"/>
                    <a:ea typeface="Calibri"/>
                    <a:cs typeface="Calibri"/>
                  </a:rPr>
                  <a:t>Time (s)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918B85"/>
            </a:solidFill>
            <a:prstDash val="solid"/>
          </a:ln>
        </c:spPr>
        <c:txPr>
          <a:bodyPr anchorCtr="1"/>
          <a:lstStyle/>
          <a:p>
            <a:pPr>
              <a:defRPr sz="975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endParaRPr lang="en-US"/>
          </a:p>
        </c:txPr>
        <c:crossAx val="48672768"/>
        <c:crosses val="autoZero"/>
        <c:crossBetween val="midCat"/>
        <c:majorUnit val="0.05"/>
      </c:valAx>
      <c:spPr>
        <a:solidFill>
          <a:srgbClr val="FFFFFF"/>
        </a:solidFill>
        <a:ln w="0">
          <a:noFill/>
          <a:prstDash val="solid"/>
        </a:ln>
      </c:spPr>
    </c:plotArea>
    <c:legend>
      <c:legendPos val="b"/>
      <c:overlay val="0"/>
      <c:txPr>
        <a:bodyPr anchorCtr="1"/>
        <a:lstStyle/>
        <a:p>
          <a:pPr>
            <a:defRPr sz="1050">
              <a:solidFill>
                <a:srgbClr val="272523"/>
              </a:solidFill>
              <a:latin typeface="Calibri"/>
              <a:ea typeface="Calibri"/>
              <a:cs typeface="Calibri"/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FFFFF"/>
    </a:solidFill>
    <a:ln w="0">
      <a:noFill/>
      <a:prstDash val="solid"/>
    </a:ln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scatterChart>
        <c:scatterStyle val="lineMarker"/>
        <c:varyColors val="1"/>
        <c:ser>
          <c:idx val="0"/>
          <c:order val="0"/>
          <c:tx>
            <c:v>Method 1</c:v>
          </c:tx>
          <c:spPr>
            <a:ln w="19050">
              <a:solidFill>
                <a:srgbClr val="276B8E"/>
              </a:solidFill>
              <a:prstDash val="solid"/>
            </a:ln>
          </c:spPr>
          <c:marker>
            <c:symbol val="circle"/>
            <c:size val="6"/>
            <c:spPr>
              <a:solidFill>
                <a:srgbClr val="276B8E"/>
              </a:solidFill>
            </c:spPr>
          </c:marker>
          <c:xVal>
            <c:numRef>
              <c:f>'Chart Data'!$A$2:$A$5</c:f>
              <c:numCache>
                <c:formatCode>General</c:formatCode>
                <c:ptCount val="4"/>
                <c:pt idx="0">
                  <c:v>22</c:v>
                </c:pt>
                <c:pt idx="1">
                  <c:v>23</c:v>
                </c:pt>
                <c:pt idx="2">
                  <c:v>24</c:v>
                </c:pt>
                <c:pt idx="3">
                  <c:v>25</c:v>
                </c:pt>
              </c:numCache>
            </c:numRef>
          </c:xVal>
          <c:yVal>
            <c:numRef>
              <c:f>'Chart Data'!$B$2:$B$5</c:f>
              <c:numCache>
                <c:formatCode>0</c:formatCode>
                <c:ptCount val="4"/>
                <c:pt idx="0">
                  <c:v>3.3132000000000001</c:v>
                </c:pt>
                <c:pt idx="1">
                  <c:v>24.0228</c:v>
                </c:pt>
                <c:pt idx="2">
                  <c:v>31.823</c:v>
                </c:pt>
                <c:pt idx="3">
                  <c:v>34.137099999999997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05F7-4E0A-9DFC-DC71056A5B6D}"/>
            </c:ext>
          </c:extLst>
        </c:ser>
        <c:ser>
          <c:idx val="1"/>
          <c:order val="1"/>
          <c:tx>
            <c:v>Method 2</c:v>
          </c:tx>
          <c:spPr>
            <a:ln w="19050">
              <a:solidFill>
                <a:srgbClr val="E07A2D"/>
              </a:solidFill>
              <a:prstDash val="solid"/>
            </a:ln>
          </c:spPr>
          <c:marker>
            <c:symbol val="circle"/>
            <c:size val="6"/>
            <c:spPr>
              <a:solidFill>
                <a:srgbClr val="E07A2D"/>
              </a:solidFill>
            </c:spPr>
          </c:marker>
          <c:xVal>
            <c:numRef>
              <c:f>'Chart Data'!$C$2:$C$5</c:f>
              <c:numCache>
                <c:formatCode>General</c:formatCode>
                <c:ptCount val="4"/>
                <c:pt idx="0">
                  <c:v>22</c:v>
                </c:pt>
                <c:pt idx="1">
                  <c:v>23</c:v>
                </c:pt>
                <c:pt idx="2">
                  <c:v>24</c:v>
                </c:pt>
                <c:pt idx="3">
                  <c:v>25</c:v>
                </c:pt>
              </c:numCache>
            </c:numRef>
          </c:xVal>
          <c:yVal>
            <c:numRef>
              <c:f>'Chart Data'!$D$2:$D$5</c:f>
              <c:numCache>
                <c:formatCode>0</c:formatCode>
                <c:ptCount val="4"/>
                <c:pt idx="0">
                  <c:v>2.4738000000000002</c:v>
                </c:pt>
                <c:pt idx="1">
                  <c:v>12.1028</c:v>
                </c:pt>
                <c:pt idx="2">
                  <c:v>32.7545</c:v>
                </c:pt>
                <c:pt idx="3">
                  <c:v>41.014000000000003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05F7-4E0A-9DFC-DC71056A5B6D}"/>
            </c:ext>
          </c:extLst>
        </c:ser>
        <c:ser>
          <c:idx val="2"/>
          <c:order val="2"/>
          <c:tx>
            <c:v>Method 3</c:v>
          </c:tx>
          <c:spPr>
            <a:ln w="19050">
              <a:solidFill>
                <a:srgbClr val="3E8C61"/>
              </a:solidFill>
              <a:prstDash val="solid"/>
            </a:ln>
          </c:spPr>
          <c:marker>
            <c:symbol val="circle"/>
            <c:size val="6"/>
            <c:spPr>
              <a:solidFill>
                <a:srgbClr val="3E8C61"/>
              </a:solidFill>
            </c:spPr>
          </c:marker>
          <c:xVal>
            <c:numRef>
              <c:f>'Chart Data'!$E$2:$E$5</c:f>
              <c:numCache>
                <c:formatCode>General</c:formatCode>
                <c:ptCount val="4"/>
                <c:pt idx="0">
                  <c:v>22</c:v>
                </c:pt>
                <c:pt idx="1">
                  <c:v>23</c:v>
                </c:pt>
                <c:pt idx="2">
                  <c:v>24</c:v>
                </c:pt>
                <c:pt idx="3">
                  <c:v>25</c:v>
                </c:pt>
              </c:numCache>
            </c:numRef>
          </c:xVal>
          <c:yVal>
            <c:numRef>
              <c:f>'Chart Data'!$F$2:$F$5</c:f>
              <c:numCache>
                <c:formatCode>0</c:formatCode>
                <c:ptCount val="4"/>
                <c:pt idx="0">
                  <c:v>3.5840999999999998</c:v>
                </c:pt>
                <c:pt idx="1">
                  <c:v>5.8417000000000003</c:v>
                </c:pt>
                <c:pt idx="2">
                  <c:v>7.4077000000000002</c:v>
                </c:pt>
                <c:pt idx="3">
                  <c:v>9.9228000000000005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05F7-4E0A-9DFC-DC71056A5B6D}"/>
            </c:ext>
          </c:extLst>
        </c:ser>
        <c:ser>
          <c:idx val="3"/>
          <c:order val="3"/>
          <c:tx>
            <c:v>Method 4</c:v>
          </c:tx>
          <c:spPr>
            <a:ln w="19050">
              <a:solidFill>
                <a:srgbClr val="A14D8D"/>
              </a:solidFill>
              <a:prstDash val="solid"/>
            </a:ln>
          </c:spPr>
          <c:marker>
            <c:symbol val="circle"/>
            <c:size val="6"/>
            <c:spPr>
              <a:solidFill>
                <a:srgbClr val="A14D8D"/>
              </a:solidFill>
            </c:spPr>
          </c:marker>
          <c:xVal>
            <c:numRef>
              <c:f>'Chart Data'!$G$2:$G$5</c:f>
              <c:numCache>
                <c:formatCode>General</c:formatCode>
                <c:ptCount val="4"/>
                <c:pt idx="0">
                  <c:v>22</c:v>
                </c:pt>
                <c:pt idx="1">
                  <c:v>23</c:v>
                </c:pt>
                <c:pt idx="2">
                  <c:v>24</c:v>
                </c:pt>
                <c:pt idx="3">
                  <c:v>25</c:v>
                </c:pt>
              </c:numCache>
            </c:numRef>
          </c:xVal>
          <c:yVal>
            <c:numRef>
              <c:f>'Chart Data'!$H$2:$H$5</c:f>
              <c:numCache>
                <c:formatCode>0</c:formatCode>
                <c:ptCount val="4"/>
                <c:pt idx="0">
                  <c:v>2.25</c:v>
                </c:pt>
                <c:pt idx="1">
                  <c:v>5.3268000000000004</c:v>
                </c:pt>
                <c:pt idx="2">
                  <c:v>28.242599999999999</c:v>
                </c:pt>
                <c:pt idx="3">
                  <c:v>36.305399999999999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3-05F7-4E0A-9DFC-DC71056A5B6D}"/>
            </c:ext>
          </c:extLst>
        </c:ser>
        <c:ser>
          <c:idx val="4"/>
          <c:order val="4"/>
          <c:tx>
            <c:v>US-1 Test 9</c:v>
          </c:tx>
          <c:spPr>
            <a:ln w="17145">
              <a:solidFill>
                <a:srgbClr val="272523"/>
              </a:solidFill>
              <a:prstDash val="dash"/>
            </a:ln>
          </c:spPr>
          <c:marker>
            <c:symbol val="diamond"/>
            <c:size val="8"/>
            <c:spPr>
              <a:solidFill>
                <a:srgbClr val="272523"/>
              </a:solidFill>
            </c:spPr>
          </c:marker>
          <c:xVal>
            <c:numRef>
              <c:f>'Chart Data'!$I$2:$I$4</c:f>
              <c:numCache>
                <c:formatCode>General</c:formatCode>
                <c:ptCount val="3"/>
                <c:pt idx="0">
                  <c:v>22</c:v>
                </c:pt>
                <c:pt idx="1">
                  <c:v>23</c:v>
                </c:pt>
                <c:pt idx="2">
                  <c:v>24</c:v>
                </c:pt>
              </c:numCache>
            </c:numRef>
          </c:xVal>
          <c:yVal>
            <c:numRef>
              <c:f>'Chart Data'!$J$2:$J$4</c:f>
              <c:numCache>
                <c:formatCode>0</c:formatCode>
                <c:ptCount val="3"/>
                <c:pt idx="0">
                  <c:v>3.6473</c:v>
                </c:pt>
                <c:pt idx="1">
                  <c:v>13.153600000000001</c:v>
                </c:pt>
                <c:pt idx="2">
                  <c:v>29.482800000000001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4-05F7-4E0A-9DFC-DC71056A5B6D}"/>
            </c:ext>
          </c:extLst>
        </c:ser>
        <c:ser>
          <c:idx val="5"/>
          <c:order val="5"/>
          <c:tx>
            <c:v>US-2 Test 12</c:v>
          </c:tx>
          <c:spPr>
            <a:ln w="19050">
              <a:solidFill>
                <a:srgbClr val="8A5A44"/>
              </a:solidFill>
              <a:prstDash val="dot"/>
            </a:ln>
          </c:spPr>
          <c:marker>
            <c:symbol val="triangle"/>
            <c:size val="8"/>
            <c:spPr>
              <a:solidFill>
                <a:srgbClr val="8A5A44"/>
              </a:solidFill>
            </c:spPr>
          </c:marker>
          <c:xVal>
            <c:numRef>
              <c:f>'Chart Data'!$K$2:$K$5</c:f>
              <c:numCache>
                <c:formatCode>General</c:formatCode>
                <c:ptCount val="4"/>
                <c:pt idx="0">
                  <c:v>22</c:v>
                </c:pt>
                <c:pt idx="1">
                  <c:v>23</c:v>
                </c:pt>
                <c:pt idx="2">
                  <c:v>24</c:v>
                </c:pt>
                <c:pt idx="3">
                  <c:v>25</c:v>
                </c:pt>
              </c:numCache>
            </c:numRef>
          </c:xVal>
          <c:yVal>
            <c:numRef>
              <c:f>'Chart Data'!$L$2:$L$5</c:f>
              <c:numCache>
                <c:formatCode>0</c:formatCode>
                <c:ptCount val="4"/>
                <c:pt idx="0">
                  <c:v>2.3847</c:v>
                </c:pt>
                <c:pt idx="1">
                  <c:v>5.2645</c:v>
                </c:pt>
                <c:pt idx="2">
                  <c:v>7.5808</c:v>
                </c:pt>
                <c:pt idx="3">
                  <c:v>31.1419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5-05F7-4E0A-9DFC-DC71056A5B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45"/>
          <c:min val="0"/>
        </c:scaling>
        <c:delete val="0"/>
        <c:axPos val="l"/>
        <c:majorGridlines>
          <c:spPr>
            <a:ln w="9525">
              <a:solidFill>
                <a:srgbClr val="DDD9D4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lang="en-GB" sz="1050">
                    <a:solidFill>
                      <a:srgbClr val="272523"/>
                    </a:solidFill>
                    <a:latin typeface="Calibri"/>
                    <a:ea typeface="Calibri"/>
                    <a:cs typeface="Calibri"/>
                  </a:rPr>
                  <a:t>Peak relative OOP displacement (mm)</a:t>
                </a:r>
              </a:p>
            </c:rich>
          </c:tx>
          <c:overlay val="0"/>
        </c:title>
        <c:numFmt formatCode="0" sourceLinked="1"/>
        <c:majorTickMark val="none"/>
        <c:minorTickMark val="none"/>
        <c:tickLblPos val="nextTo"/>
        <c:spPr>
          <a:ln w="9525">
            <a:solidFill>
              <a:srgbClr val="918B85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endParaRPr lang="en-US"/>
          </a:p>
        </c:txPr>
        <c:crossAx val="48650112"/>
        <c:crosses val="autoZero"/>
        <c:crossBetween val="midCat"/>
        <c:majorUnit val="10"/>
      </c:valAx>
      <c:valAx>
        <c:axId val="48650112"/>
        <c:scaling>
          <c:orientation val="minMax"/>
          <c:max val="25"/>
          <c:min val="22"/>
        </c:scaling>
        <c:delete val="0"/>
        <c:axPos val="b"/>
        <c:title>
          <c:tx>
            <c:rich>
              <a:bodyPr/>
              <a:lstStyle/>
              <a:p>
                <a:r>
                  <a:rPr lang="en-GB" sz="1050">
                    <a:solidFill>
                      <a:srgbClr val="272523"/>
                    </a:solidFill>
                    <a:latin typeface="Calibri"/>
                    <a:ea typeface="Calibri"/>
                    <a:cs typeface="Calibri"/>
                  </a:rPr>
                  <a:t>FR76 sequence run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918B85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endParaRPr lang="en-US"/>
          </a:p>
        </c:txPr>
        <c:crossAx val="48672768"/>
        <c:crosses val="autoZero"/>
        <c:crossBetween val="midCat"/>
        <c:majorUnit val="1"/>
      </c:valAx>
      <c:spPr>
        <a:solidFill>
          <a:srgbClr val="FFFFFF"/>
        </a:solidFill>
        <a:ln w="0">
          <a:noFill/>
          <a:prstDash val="solid"/>
        </a:ln>
      </c:spPr>
    </c:plotArea>
    <c:legend>
      <c:legendPos val="b"/>
      <c:overlay val="0"/>
      <c:txPr>
        <a:bodyPr anchorCtr="1"/>
        <a:lstStyle/>
        <a:p>
          <a:pPr>
            <a:defRPr sz="750">
              <a:solidFill>
                <a:srgbClr val="272523"/>
              </a:solidFill>
              <a:latin typeface="Calibri"/>
              <a:ea typeface="Calibri"/>
              <a:cs typeface="Calibri"/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FFFFF"/>
    </a:solidFill>
    <a:ln w="0">
      <a:noFill/>
      <a:prstDash val="solid"/>
    </a:ln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scatterChart>
        <c:scatterStyle val="lineMarker"/>
        <c:varyColors val="1"/>
        <c:ser>
          <c:idx val="0"/>
          <c:order val="0"/>
          <c:tx>
            <c:v>Method 1</c:v>
          </c:tx>
          <c:spPr>
            <a:ln w="19050">
              <a:solidFill>
                <a:srgbClr val="276B8E"/>
              </a:solidFill>
              <a:prstDash val="solid"/>
            </a:ln>
          </c:spPr>
          <c:marker>
            <c:symbol val="circle"/>
            <c:size val="6"/>
            <c:spPr>
              <a:solidFill>
                <a:srgbClr val="276B8E"/>
              </a:solidFill>
            </c:spPr>
          </c:marker>
          <c:xVal>
            <c:numRef>
              <c:f>'Chart Data'!$A$2:$A$5</c:f>
              <c:numCache>
                <c:formatCode>General</c:formatCode>
                <c:ptCount val="4"/>
                <c:pt idx="0">
                  <c:v>22</c:v>
                </c:pt>
                <c:pt idx="1">
                  <c:v>23</c:v>
                </c:pt>
                <c:pt idx="2">
                  <c:v>24</c:v>
                </c:pt>
                <c:pt idx="3">
                  <c:v>25</c:v>
                </c:pt>
              </c:numCache>
            </c:numRef>
          </c:xVal>
          <c:yVal>
            <c:numRef>
              <c:f>'Chart Data'!$B$2:$B$5</c:f>
              <c:numCache>
                <c:formatCode>0</c:formatCode>
                <c:ptCount val="4"/>
                <c:pt idx="0">
                  <c:v>17.7439</c:v>
                </c:pt>
                <c:pt idx="1">
                  <c:v>29.058599999999998</c:v>
                </c:pt>
                <c:pt idx="2">
                  <c:v>31.8247</c:v>
                </c:pt>
                <c:pt idx="3">
                  <c:v>36.527000000000001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479F-47B9-914A-27E4832D1C01}"/>
            </c:ext>
          </c:extLst>
        </c:ser>
        <c:ser>
          <c:idx val="1"/>
          <c:order val="1"/>
          <c:tx>
            <c:v>Method 2</c:v>
          </c:tx>
          <c:spPr>
            <a:ln w="19050">
              <a:solidFill>
                <a:srgbClr val="E07A2D"/>
              </a:solidFill>
              <a:prstDash val="solid"/>
            </a:ln>
          </c:spPr>
          <c:marker>
            <c:symbol val="circle"/>
            <c:size val="6"/>
            <c:spPr>
              <a:solidFill>
                <a:srgbClr val="E07A2D"/>
              </a:solidFill>
            </c:spPr>
          </c:marker>
          <c:xVal>
            <c:numRef>
              <c:f>'Chart Data'!$C$2:$C$5</c:f>
              <c:numCache>
                <c:formatCode>General</c:formatCode>
                <c:ptCount val="4"/>
                <c:pt idx="0">
                  <c:v>22</c:v>
                </c:pt>
                <c:pt idx="1">
                  <c:v>23</c:v>
                </c:pt>
                <c:pt idx="2">
                  <c:v>24</c:v>
                </c:pt>
                <c:pt idx="3">
                  <c:v>25</c:v>
                </c:pt>
              </c:numCache>
            </c:numRef>
          </c:xVal>
          <c:yVal>
            <c:numRef>
              <c:f>'Chart Data'!$D$2:$D$5</c:f>
              <c:numCache>
                <c:formatCode>0</c:formatCode>
                <c:ptCount val="4"/>
                <c:pt idx="0">
                  <c:v>18.450199999999999</c:v>
                </c:pt>
                <c:pt idx="1">
                  <c:v>26.5624</c:v>
                </c:pt>
                <c:pt idx="2">
                  <c:v>38.025599999999997</c:v>
                </c:pt>
                <c:pt idx="3">
                  <c:v>32.524999999999999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479F-47B9-914A-27E4832D1C01}"/>
            </c:ext>
          </c:extLst>
        </c:ser>
        <c:ser>
          <c:idx val="2"/>
          <c:order val="2"/>
          <c:tx>
            <c:v>Method 3</c:v>
          </c:tx>
          <c:spPr>
            <a:ln w="19050">
              <a:solidFill>
                <a:srgbClr val="3E8C61"/>
              </a:solidFill>
              <a:prstDash val="solid"/>
            </a:ln>
          </c:spPr>
          <c:marker>
            <c:symbol val="circle"/>
            <c:size val="6"/>
            <c:spPr>
              <a:solidFill>
                <a:srgbClr val="3E8C61"/>
              </a:solidFill>
            </c:spPr>
          </c:marker>
          <c:xVal>
            <c:numRef>
              <c:f>'Chart Data'!$E$2:$E$5</c:f>
              <c:numCache>
                <c:formatCode>General</c:formatCode>
                <c:ptCount val="4"/>
                <c:pt idx="0">
                  <c:v>22</c:v>
                </c:pt>
                <c:pt idx="1">
                  <c:v>23</c:v>
                </c:pt>
                <c:pt idx="2">
                  <c:v>24</c:v>
                </c:pt>
                <c:pt idx="3">
                  <c:v>25</c:v>
                </c:pt>
              </c:numCache>
            </c:numRef>
          </c:xVal>
          <c:yVal>
            <c:numRef>
              <c:f>'Chart Data'!$F$2:$F$5</c:f>
              <c:numCache>
                <c:formatCode>0</c:formatCode>
                <c:ptCount val="4"/>
                <c:pt idx="0">
                  <c:v>21.337900000000001</c:v>
                </c:pt>
                <c:pt idx="1">
                  <c:v>20.085799999999999</c:v>
                </c:pt>
                <c:pt idx="2">
                  <c:v>25.586099999999998</c:v>
                </c:pt>
                <c:pt idx="3">
                  <c:v>22.994900000000001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479F-47B9-914A-27E4832D1C01}"/>
            </c:ext>
          </c:extLst>
        </c:ser>
        <c:ser>
          <c:idx val="3"/>
          <c:order val="3"/>
          <c:tx>
            <c:v>Method 4</c:v>
          </c:tx>
          <c:spPr>
            <a:ln w="19050">
              <a:solidFill>
                <a:srgbClr val="A14D8D"/>
              </a:solidFill>
              <a:prstDash val="solid"/>
            </a:ln>
          </c:spPr>
          <c:marker>
            <c:symbol val="circle"/>
            <c:size val="6"/>
            <c:spPr>
              <a:solidFill>
                <a:srgbClr val="A14D8D"/>
              </a:solidFill>
            </c:spPr>
          </c:marker>
          <c:xVal>
            <c:numRef>
              <c:f>'Chart Data'!$G$2:$G$5</c:f>
              <c:numCache>
                <c:formatCode>General</c:formatCode>
                <c:ptCount val="4"/>
                <c:pt idx="0">
                  <c:v>22</c:v>
                </c:pt>
                <c:pt idx="1">
                  <c:v>23</c:v>
                </c:pt>
                <c:pt idx="2">
                  <c:v>24</c:v>
                </c:pt>
                <c:pt idx="3">
                  <c:v>25</c:v>
                </c:pt>
              </c:numCache>
            </c:numRef>
          </c:xVal>
          <c:yVal>
            <c:numRef>
              <c:f>'Chart Data'!$H$2:$H$5</c:f>
              <c:numCache>
                <c:formatCode>0</c:formatCode>
                <c:ptCount val="4"/>
                <c:pt idx="0">
                  <c:v>20.998799999999999</c:v>
                </c:pt>
                <c:pt idx="1">
                  <c:v>21.817299999999999</c:v>
                </c:pt>
                <c:pt idx="2">
                  <c:v>37.979999999999997</c:v>
                </c:pt>
                <c:pt idx="3">
                  <c:v>39.845599999999997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3-479F-47B9-914A-27E4832D1C01}"/>
            </c:ext>
          </c:extLst>
        </c:ser>
        <c:ser>
          <c:idx val="4"/>
          <c:order val="4"/>
          <c:tx>
            <c:v>US-1 Test 9</c:v>
          </c:tx>
          <c:spPr>
            <a:ln w="17145">
              <a:solidFill>
                <a:srgbClr val="272523"/>
              </a:solidFill>
              <a:prstDash val="dash"/>
            </a:ln>
          </c:spPr>
          <c:marker>
            <c:symbol val="diamond"/>
            <c:size val="8"/>
            <c:spPr>
              <a:solidFill>
                <a:srgbClr val="272523"/>
              </a:solidFill>
            </c:spPr>
          </c:marker>
          <c:xVal>
            <c:numRef>
              <c:f>'Chart Data'!$I$2:$I$4</c:f>
              <c:numCache>
                <c:formatCode>General</c:formatCode>
                <c:ptCount val="3"/>
                <c:pt idx="0">
                  <c:v>22</c:v>
                </c:pt>
                <c:pt idx="1">
                  <c:v>23</c:v>
                </c:pt>
                <c:pt idx="2">
                  <c:v>24</c:v>
                </c:pt>
              </c:numCache>
            </c:numRef>
          </c:xVal>
          <c:yVal>
            <c:numRef>
              <c:f>'Chart Data'!$J$2:$J$4</c:f>
              <c:numCache>
                <c:formatCode>0</c:formatCode>
                <c:ptCount val="3"/>
                <c:pt idx="0">
                  <c:v>20.326599999999999</c:v>
                </c:pt>
                <c:pt idx="1">
                  <c:v>27.041</c:v>
                </c:pt>
                <c:pt idx="2">
                  <c:v>29.5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4-479F-47B9-914A-27E4832D1C01}"/>
            </c:ext>
          </c:extLst>
        </c:ser>
        <c:ser>
          <c:idx val="5"/>
          <c:order val="5"/>
          <c:tx>
            <c:v>US-2 Test 12</c:v>
          </c:tx>
          <c:spPr>
            <a:ln w="19050">
              <a:solidFill>
                <a:srgbClr val="8A5A44"/>
              </a:solidFill>
              <a:prstDash val="dot"/>
            </a:ln>
          </c:spPr>
          <c:marker>
            <c:symbol val="triangle"/>
            <c:size val="8"/>
            <c:spPr>
              <a:solidFill>
                <a:srgbClr val="8A5A44"/>
              </a:solidFill>
            </c:spPr>
          </c:marker>
          <c:xVal>
            <c:numRef>
              <c:f>'Chart Data'!$K$2:$K$5</c:f>
              <c:numCache>
                <c:formatCode>General</c:formatCode>
                <c:ptCount val="4"/>
                <c:pt idx="0">
                  <c:v>22</c:v>
                </c:pt>
                <c:pt idx="1">
                  <c:v>23</c:v>
                </c:pt>
                <c:pt idx="2">
                  <c:v>24</c:v>
                </c:pt>
                <c:pt idx="3">
                  <c:v>25</c:v>
                </c:pt>
              </c:numCache>
            </c:numRef>
          </c:xVal>
          <c:yVal>
            <c:numRef>
              <c:f>'Chart Data'!$L$2:$L$5</c:f>
              <c:numCache>
                <c:formatCode>0</c:formatCode>
                <c:ptCount val="4"/>
                <c:pt idx="0">
                  <c:v>21.191400000000002</c:v>
                </c:pt>
                <c:pt idx="1">
                  <c:v>27.865200000000002</c:v>
                </c:pt>
                <c:pt idx="2">
                  <c:v>29.990200000000002</c:v>
                </c:pt>
                <c:pt idx="3">
                  <c:v>38.072200000000002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5-479F-47B9-914A-27E4832D1C0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45"/>
          <c:min val="0"/>
        </c:scaling>
        <c:delete val="0"/>
        <c:axPos val="l"/>
        <c:majorGridlines>
          <c:spPr>
            <a:ln w="9525">
              <a:solidFill>
                <a:srgbClr val="DDD9D4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lang="en-GB" sz="1050">
                    <a:solidFill>
                      <a:srgbClr val="272523"/>
                    </a:solidFill>
                    <a:latin typeface="Calibri"/>
                    <a:ea typeface="Calibri"/>
                    <a:cs typeface="Calibri"/>
                  </a:rPr>
                  <a:t>Peak experiment-equivalent base shear (kN)</a:t>
                </a:r>
              </a:p>
            </c:rich>
          </c:tx>
          <c:overlay val="0"/>
        </c:title>
        <c:numFmt formatCode="0" sourceLinked="1"/>
        <c:majorTickMark val="none"/>
        <c:minorTickMark val="none"/>
        <c:tickLblPos val="nextTo"/>
        <c:spPr>
          <a:ln w="9525">
            <a:solidFill>
              <a:srgbClr val="918B85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endParaRPr lang="en-US"/>
          </a:p>
        </c:txPr>
        <c:crossAx val="48650112"/>
        <c:crosses val="autoZero"/>
        <c:crossBetween val="midCat"/>
        <c:majorUnit val="10"/>
      </c:valAx>
      <c:valAx>
        <c:axId val="48650112"/>
        <c:scaling>
          <c:orientation val="minMax"/>
          <c:max val="25"/>
          <c:min val="22"/>
        </c:scaling>
        <c:delete val="0"/>
        <c:axPos val="b"/>
        <c:title>
          <c:tx>
            <c:rich>
              <a:bodyPr/>
              <a:lstStyle/>
              <a:p>
                <a:r>
                  <a:rPr lang="en-GB" sz="1050">
                    <a:solidFill>
                      <a:srgbClr val="272523"/>
                    </a:solidFill>
                    <a:latin typeface="Calibri"/>
                    <a:ea typeface="Calibri"/>
                    <a:cs typeface="Calibri"/>
                  </a:rPr>
                  <a:t>FR76 sequence run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918B85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endParaRPr lang="en-US"/>
          </a:p>
        </c:txPr>
        <c:crossAx val="48672768"/>
        <c:crosses val="autoZero"/>
        <c:crossBetween val="midCat"/>
        <c:majorUnit val="1"/>
      </c:valAx>
      <c:spPr>
        <a:solidFill>
          <a:srgbClr val="FFFFFF"/>
        </a:solidFill>
        <a:ln w="0">
          <a:noFill/>
          <a:prstDash val="solid"/>
        </a:ln>
      </c:spPr>
    </c:plotArea>
    <c:legend>
      <c:legendPos val="b"/>
      <c:overlay val="0"/>
      <c:txPr>
        <a:bodyPr anchorCtr="1"/>
        <a:lstStyle/>
        <a:p>
          <a:pPr>
            <a:defRPr sz="750">
              <a:solidFill>
                <a:srgbClr val="272523"/>
              </a:solidFill>
              <a:latin typeface="Calibri"/>
              <a:ea typeface="Calibri"/>
              <a:cs typeface="Calibri"/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FFFFF"/>
    </a:solidFill>
    <a:ln w="0">
      <a:noFill/>
      <a:prstDash val="solid"/>
    </a:ln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scatterChart>
        <c:scatterStyle val="lineMarker"/>
        <c:varyColors val="1"/>
        <c:ser>
          <c:idx val="0"/>
          <c:order val="0"/>
          <c:tx>
            <c:v>US-1 Test 9</c:v>
          </c:tx>
          <c:spPr>
            <a:ln w="28575">
              <a:solidFill>
                <a:srgbClr val="B7684B"/>
              </a:solidFill>
              <a:prstDash val="solid"/>
            </a:ln>
          </c:spPr>
          <c:marker>
            <c:symbol val="diamond"/>
            <c:size val="8"/>
            <c:spPr>
              <a:solidFill>
                <a:srgbClr val="B7684B"/>
              </a:solidFill>
            </c:spPr>
          </c:marker>
          <c:xVal>
            <c:numRef>
              <c:f>'Chart Data'!$A$2:$A$5</c:f>
              <c:numCache>
                <c:formatCode>General</c:formatCode>
                <c:ptCount val="4"/>
                <c:pt idx="0">
                  <c:v>21</c:v>
                </c:pt>
                <c:pt idx="1">
                  <c:v>22</c:v>
                </c:pt>
                <c:pt idx="2">
                  <c:v>23</c:v>
                </c:pt>
                <c:pt idx="3">
                  <c:v>24</c:v>
                </c:pt>
              </c:numCache>
            </c:numRef>
          </c:xVal>
          <c:yVal>
            <c:numRef>
              <c:f>'Chart Data'!$B$2:$B$5</c:f>
              <c:numCache>
                <c:formatCode>General</c:formatCode>
                <c:ptCount val="4"/>
                <c:pt idx="0">
                  <c:v>2.7679999999999998</c:v>
                </c:pt>
                <c:pt idx="1">
                  <c:v>2.5329999999999999</c:v>
                </c:pt>
                <c:pt idx="2">
                  <c:v>2.4169999999999998</c:v>
                </c:pt>
                <c:pt idx="3">
                  <c:v>6.0339999999999998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A8A0-4077-A620-241674CD8D36}"/>
            </c:ext>
          </c:extLst>
        </c:ser>
        <c:ser>
          <c:idx val="1"/>
          <c:order val="1"/>
          <c:tx>
            <c:v>US-2 Test 12</c:v>
          </c:tx>
          <c:spPr>
            <a:ln w="28575">
              <a:solidFill>
                <a:srgbClr val="276B8E"/>
              </a:solidFill>
              <a:prstDash val="solid"/>
            </a:ln>
          </c:spPr>
          <c:marker>
            <c:symbol val="triangle"/>
            <c:size val="8"/>
            <c:spPr>
              <a:solidFill>
                <a:srgbClr val="276B8E"/>
              </a:solidFill>
            </c:spPr>
          </c:marker>
          <c:xVal>
            <c:numRef>
              <c:f>'Chart Data'!$C$2:$C$6</c:f>
              <c:numCache>
                <c:formatCode>General</c:formatCode>
                <c:ptCount val="5"/>
                <c:pt idx="0">
                  <c:v>21</c:v>
                </c:pt>
                <c:pt idx="1">
                  <c:v>22</c:v>
                </c:pt>
                <c:pt idx="2">
                  <c:v>23</c:v>
                </c:pt>
                <c:pt idx="3">
                  <c:v>24</c:v>
                </c:pt>
                <c:pt idx="4">
                  <c:v>25</c:v>
                </c:pt>
              </c:numCache>
            </c:numRef>
          </c:xVal>
          <c:yVal>
            <c:numRef>
              <c:f>'Chart Data'!$D$2:$D$6</c:f>
              <c:numCache>
                <c:formatCode>General</c:formatCode>
                <c:ptCount val="5"/>
                <c:pt idx="0">
                  <c:v>1.2230000000000001</c:v>
                </c:pt>
                <c:pt idx="1">
                  <c:v>1.0225</c:v>
                </c:pt>
                <c:pt idx="2">
                  <c:v>0.38500000000000001</c:v>
                </c:pt>
                <c:pt idx="3">
                  <c:v>0.94399999999999995</c:v>
                </c:pt>
                <c:pt idx="4">
                  <c:v>2.2879999999999998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A8A0-4077-A620-241674CD8D3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7"/>
          <c:min val="0"/>
        </c:scaling>
        <c:delete val="0"/>
        <c:axPos val="l"/>
        <c:majorGridlines>
          <c:spPr>
            <a:ln w="9525">
              <a:solidFill>
                <a:srgbClr val="DDD9D4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sz="1275">
                    <a:solidFill>
                      <a:srgbClr val="272523"/>
                    </a:solidFill>
                    <a:latin typeface="Calibri"/>
                    <a:ea typeface="Calibri"/>
                    <a:cs typeface="Calibri"/>
                  </a:rPr>
                  <a:t>Settled residual tilt Y (degrees)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918B85"/>
            </a:solidFill>
            <a:prstDash val="solid"/>
          </a:ln>
        </c:spPr>
        <c:txPr>
          <a:bodyPr anchorCtr="1"/>
          <a:lstStyle/>
          <a:p>
            <a:pPr>
              <a:defRPr sz="1125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endParaRPr lang="en-US"/>
          </a:p>
        </c:txPr>
        <c:crossAx val="48650112"/>
        <c:crosses val="autoZero"/>
        <c:crossBetween val="midCat"/>
        <c:majorUnit val="1"/>
      </c:valAx>
      <c:valAx>
        <c:axId val="48650112"/>
        <c:scaling>
          <c:orientation val="minMax"/>
          <c:max val="25"/>
          <c:min val="21"/>
        </c:scaling>
        <c:delete val="0"/>
        <c:axPos val="b"/>
        <c:title>
          <c:tx>
            <c:rich>
              <a:bodyPr/>
              <a:lstStyle/>
              <a:p>
                <a:r>
                  <a:rPr sz="1275">
                    <a:solidFill>
                      <a:srgbClr val="272523"/>
                    </a:solidFill>
                    <a:latin typeface="Calibri"/>
                    <a:ea typeface="Calibri"/>
                    <a:cs typeface="Calibri"/>
                  </a:rPr>
                  <a:t>FR76 sequence run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918B85"/>
            </a:solidFill>
            <a:prstDash val="solid"/>
          </a:ln>
        </c:spPr>
        <c:txPr>
          <a:bodyPr anchorCtr="1"/>
          <a:lstStyle/>
          <a:p>
            <a:pPr>
              <a:defRPr sz="120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endParaRPr lang="en-US"/>
          </a:p>
        </c:txPr>
        <c:crossAx val="48672768"/>
        <c:crosses val="autoZero"/>
        <c:crossBetween val="midCat"/>
        <c:majorUnit val="1"/>
      </c:valAx>
      <c:spPr>
        <a:solidFill>
          <a:srgbClr val="FFFFFF"/>
        </a:solidFill>
        <a:ln w="0">
          <a:noFill/>
          <a:prstDash val="solid"/>
        </a:ln>
      </c:spPr>
    </c:plotArea>
    <c:legend>
      <c:legendPos val="b"/>
      <c:overlay val="0"/>
      <c:txPr>
        <a:bodyPr anchorCtr="1"/>
        <a:lstStyle/>
        <a:p>
          <a:pPr>
            <a:defRPr sz="975">
              <a:solidFill>
                <a:srgbClr val="272523"/>
              </a:solidFill>
              <a:latin typeface="Calibri"/>
              <a:ea typeface="Calibri"/>
              <a:cs typeface="Calibri"/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FFFFF"/>
    </a:solidFill>
    <a:ln w="0">
      <a:noFill/>
      <a:prstDash val="solid"/>
    </a:ln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update focuses on the four Route 2 carrier and target combinations. Each sequence starts from the same Strategy F Run 21 save and carries the damage state forward through FR76 Runs 22–25.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Wave A is common to all four methods and targets scale × Sd(T1), where T1 is about 0.1119 s. Methods 1 and 2 use fixed target points at T1 and Teff, with Teff about 0.2414 s. Methods 3 and 4 use the precomputed capacity-proxy target d* and T* for each intensity. Method 1 carries Wave B at Teff; Method 2 uses the FR76 predominant period </a:t>
            </a:r>
            <a:r>
              <a:rPr dirty="0" err="1"/>
              <a:t>Tp</a:t>
            </a:r>
            <a:r>
              <a:rPr dirty="0"/>
              <a:t> = 0.260 s; Method 3 carries Wave B at T*; Method 4 uses Tp. The amplitude fit changes the two input velocity amplitudes while the carrier periods remain prescribed. The adaptive schedule is precomputed and independent of the preceding 3DEC response.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All 25 lines are the 5%-damped displacement spectra for the run's ground-motion record multiplied by that run's protocol scale. T1 = 0.111887 s and Teff = 0.241382 s are the fixed periods from the wall's bilinear pushover idealisation and are reused for every run. For each run, the ordinate read at T1 sets the Wave A spectral-displacement target, and the ordinate read at Teff sets Method 1's Wave B target. The chart zooms the period axis to 0–0.35 s to make both fixed target periods legible. The lines are grouped by record; repeated curves have different protocol scales.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value d*=3.423165 mm is read from Claude outputs/casm_step1_targets.csv for Run 22, FR76 at scale 1.00. The calculation uses the actual pushover force-displacement backbone and the 5%-damped FR76 spectrum. At d=3.423165 mm the cracked backbone gives F=12.360003 kN, hence F/d=3.610694 kN/mm. With m_eff=1635 kg, the secant-period calculation gives T*=0.133703694 s. Linear interpolation of the FR76 spectrum at that period gives Sd=3.423165 mm, so scale × Sd(Tsec(d)) equals d. The script numerically scans and interpolates the first stable crossing. The target schedule's cracked-backbone state is property-based damage memory: it switches after an earlier scheduled d* crossed dy; it does not read the measured Run 21 or Run 22 3DEC response. Method 3 uses this T* as its Wave B carrier before snapping to the 0.135 s time-grid period.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Each series is read from the corresponding Run22_FR76_s1p00_*_vel.txt table saved in route2_four_methods and imported by the 3DEC Itasca Python script. These are the applied boundary/table velocities at the native 0.005 s sample interval, not wall response velocities. The common Wave A carrier is 0.110 s on the input grid. Wave B grid periods are 0.240 s, 0.260 s, 0.135 s, and 0.260 s for Methods 1–4. The carrier periods are set by each method; the joint spectral fit adjusts the component velocities.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Metrics use the three experimental comparisons available for US-1 Test 9, Runs 22–24. Method 2 has the lowest mean absolute percentage error in peak relative OOP displacement at 17.1%. Method 1 has the lowest mean absolute percentage error in peak base shear at 9.3%. Run 25 is shown for the model sequence only because no US-1 Test 9 experiment exists for that run. The four methods used the common Strategy F Run 21 starting state. All 16 signal fits report fit_converged=False at the 2% tolerance, so the method ranking is preliminary.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a visual focus transition from the preceding all-method comparison. Methods 1, 3 and 4 use one pale grey with partial transparency; Method 2 retains its orange emphasis, and the US-1 experiment remains black. The underlying data are unchanged. Method 2 has the lowest mean absolute peak relative OOP displacement error at 17.1%, while Method 1 has the lowest mean absolute peak base-shear error at 9.3%. All 16 spectral fits missed the 2% convergence tolerance, so these rankings remain preliminary.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cstav is the direct model support reaction from the base and joist supports; the existing source plots it as a grey context trace. The experimental base shear is derived from accelerometer inertia (Moshfeghi et al. 2024, Eq. 2), not cstav. It uses the three sensor-point absolute accelerations at z=0.60, 1.26, and 2.06 m, weighted by tributary masses 408.52, 320.66, and 404.13 kg. The model side reconstructs those absolute accelerations by differentiating absolute out-of-plane velocities, resampling at 0.5 ms, and applying a 50 Hz low-pass filter. The processed test formula combines table acceleration and wall accelerometer channels to get absolute acceleration. The factor lambda=2.317348 is applied to both sides to reproduce the factor embedded in the processed tests; its origin is unknown and remains a question. Curves are start-zeroed, sign-aligned, and plotted against relative OOP displacement at 2.06 m. The reported model-to-test peak base-shear errors use the experimental-derived sum(m*a) quantity, not cstav.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Method 1 uses the per-method plot generated from the project copy of Claude outputs/baseshear_exp_from_model.py. The script sums tributary masses at sensors 15–17 using ρ = 1,619 kg/m³ and applies MASS_SCALE = 2.317348 to both the model and experimental sides. The source figure retains both US-1 Test 9 and US-2 Test 12, plus the support reaction traces. The displayed mean base-shear peak error is specific to US-1 Test 9, Runs 22–24; a separate slide scores US-2 over Runs 22–25.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Method 2 uses the per-method plot generated from the project copy of Claude outputs/baseshear_exp_from_model.py. The script sums tributary masses at sensors 15–17 using ρ = 1,619 kg/m³ and applies MASS_SCALE = 2.317348 to both the model and experimental sides. The source figure retains both US-1 Test 9 and US-2 Test 12, plus the support reaction traces. The displayed mean base-shear peak error is specific to US-1 Test 9, Runs 22–24; a separate slide scores US-2 over Runs 22–25.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Method 3 uses the per-method plot generated from the project copy of Claude outputs/baseshear_exp_from_model.py. The script sums tributary masses at sensors 15–17 using ρ = 1,619 kg/m³ and applies MASS_SCALE = 2.317348 to both the model and experimental sides. The source figure retains both US-1 Test 9 and US-2 Test 12, plus the support reaction traces. The displayed mean base-shear peak error is specific to US-1 Test 9, Runs 22–24; a separate slide scores US-2 over Runs 22–25.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Method 4 uses the per-method plot generated from the project copy of Claude outputs/baseshear_exp_from_model.py. The script sums tributary masses at sensors 15–17 using ρ = 1,619 kg/m³ and applies MASS_SCALE = 2.317348 to both the model and experimental sides. The source figure retains both US-1 Test 9 and US-2 Test 12, plus the support reaction traces. The displayed mean base-shear peak error is specific to US-1 Test 9, Runs 22–24; a separate slide scores US-2 over Runs 22–25.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US-2 Test 12 workbooks were post-processed with the same start-zero peak definition used for US-1: U_avg converted from metres to millimetres, and processed base_shear_kN zeroed at each run start. The four method response peaks are compared with the four Test 12 observations, Runs 22–25; these sequences all start from the common US-1 Strategy F Run 21 model state. US-2 peaks are 2.385, 5.264, 7.581, and 31.142 mm displacement, with 21.191, 27.865, 29.990, and 38.072 kN base shear. US-2 Run 24 displacement is 7.58 mm against US-1's 29.48 mm, while Test 12 then reaches 31.14 mm at Run 25. Mean absolute percentage errors over Runs 22–25: Method 3 is lowest for displacement (32.9%) and Method 1 is lowest for base shear (7.7%). The 32.9% displacement error is still substantial: Method 3 matches US-2 Runs 23–24 closely, but its Run 25 model displacement is only 9.92 mm and it misses the large excursion. Methods 1, 2, and 4 instead produce large model excursions by Run 24. These results show different timing of the transition and specimen-specific sensitivity, not a universal winner.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US-1 and US-2 tiltmeter residuals are recomputed with the same rule from EXP_DATA/US1_Tilt_values.csv and EXP_DATA/US2_Tilt_values.csv: use accelerometer swing to identify shaking events, then take the settled median after each event relative to the median of the first five samples. US-1 Runs 21–24 = 2.768, 2.533, 2.417, and 6.034 degrees; Run 24 is +3.266 degrees relative to Run 21. US-2 Runs 21–25 = 1.223, 1.0225, 0.385, 0.944, and 2.288 degrees; Run 25 is +1.065 degrees relative to Run 21. The within-shaking inclinometer peaks clip near ±25.75 degrees, so settled readings are shown. This slide compares the two experimental instruments only; it does not plot the model's local-chord tilt proxy.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headline US-1 metrics compare Runs 22–24: Method 2 has the lowest mean absolute OOP error at 17.1%, and Method 1 the lowest mean absolute base-shear peak error at 9.3%. The separate US-2 score over Runs 22–25 gives Method 3 the lowest OOP MAPE at 32.9% and Method 1 the lowest base-shear MAPE at 7.7%. Method 3 predicts only 9.92 mm at US-2 Run 25 versus the measured 31.14 mm. This indicates no universal winner and a specimen-sensitive transition. All 16 spectral fits missed the 2% convergence tolerance. The next step is to improve the joint two-wave fit and investigate the Run 25 transition.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9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ver-title">
            <a:extLst>
              <a:ext uri="{FF2B5EF4-FFF2-40B4-BE49-F238E27FC236}">
                <a16:creationId xmlns:a16="http://schemas.microsoft.com/office/drawing/2014/main" id="{CE5A44E5-1FC6-4AD0-A54F-A0965C28B0B0}"/>
              </a:ext>
            </a:extLst>
          </p:cNvPr>
          <p:cNvSpPr>
            <a:spLocks noGrp="1"/>
          </p:cNvSpPr>
          <p:nvPr/>
        </p:nvSpPr>
        <p:spPr>
          <a:xfrm>
            <a:off x="800100" y="1685925"/>
            <a:ext cx="9810750" cy="1657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375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375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Adaptive sinusoidal spectral matching</a:t>
            </a:r>
          </a:p>
          <a:p>
            <a:pPr algn="l">
              <a:lnSpc>
                <a:spcPct val="95000"/>
              </a:lnSpc>
              <a:buNone/>
              <a:defRPr sz="375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375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for out-of-plane masonry walls</a:t>
            </a:r>
          </a:p>
        </p:txBody>
      </p:sp>
      <p:sp>
        <p:nvSpPr>
          <p:cNvPr id="2" name="cover-subtitle">
            <a:extLst>
              <a:ext uri="{FF2B5EF4-FFF2-40B4-BE49-F238E27FC236}">
                <a16:creationId xmlns:a16="http://schemas.microsoft.com/office/drawing/2014/main" id="{D4C6EAA9-B96F-4066-A68C-D3B9FADBB402}"/>
              </a:ext>
            </a:extLst>
          </p:cNvPr>
          <p:cNvSpPr>
            <a:spLocks noGrp="1"/>
          </p:cNvSpPr>
          <p:nvPr/>
        </p:nvSpPr>
        <p:spPr>
          <a:xfrm>
            <a:off x="838200" y="3486150"/>
            <a:ext cx="9525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875" b="0" i="0">
                <a:solidFill>
                  <a:srgbClr val="D7D2CE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D7D2CE"/>
                </a:solidFill>
                <a:latin typeface="Calibri"/>
                <a:ea typeface="Calibri"/>
                <a:cs typeface="Calibri"/>
              </a:rPr>
              <a:t>Four Route 2 methods tested from the common Strategy F Run 21 state</a:t>
            </a:r>
          </a:p>
        </p:txBody>
      </p:sp>
      <p:sp>
        <p:nvSpPr>
          <p:cNvPr id="3" name="cover-meta">
            <a:extLst>
              <a:ext uri="{FF2B5EF4-FFF2-40B4-BE49-F238E27FC236}">
                <a16:creationId xmlns:a16="http://schemas.microsoft.com/office/drawing/2014/main" id="{6B669940-D4B6-4D0F-9D6E-0E55B449E115}"/>
              </a:ext>
            </a:extLst>
          </p:cNvPr>
          <p:cNvSpPr>
            <a:spLocks noGrp="1"/>
          </p:cNvSpPr>
          <p:nvPr/>
        </p:nvSpPr>
        <p:spPr>
          <a:xfrm>
            <a:off x="838200" y="5124450"/>
            <a:ext cx="8572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0" i="0">
                <a:solidFill>
                  <a:srgbClr val="C4BFBB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C4BFBB"/>
                </a:solidFill>
                <a:latin typeface="Calibri"/>
                <a:ea typeface="Calibri"/>
                <a:cs typeface="Calibri"/>
              </a:rPr>
              <a:t>Progress meeting, Hanze SAFEGo US-1 + US-2, 5 October 2026</a:t>
            </a:r>
          </a:p>
        </p:txBody>
      </p:sp>
      <p:sp>
        <p:nvSpPr>
          <p:cNvPr id="4" name="cover-terracotta-circle">
            <a:extLst>
              <a:ext uri="{FF2B5EF4-FFF2-40B4-BE49-F238E27FC236}">
                <a16:creationId xmlns:a16="http://schemas.microsoft.com/office/drawing/2014/main" id="{13633B06-BE9C-40C9-9D86-E77BAFB7C08D}"/>
              </a:ext>
            </a:extLst>
          </p:cNvPr>
          <p:cNvSpPr>
            <a:spLocks noGrp="1"/>
          </p:cNvSpPr>
          <p:nvPr/>
        </p:nvSpPr>
        <p:spPr>
          <a:xfrm>
            <a:off x="10239375" y="4324350"/>
            <a:ext cx="1952625" cy="1952625"/>
          </a:xfrm>
          <a:prstGeom prst="ellipse">
            <a:avLst/>
          </a:prstGeom>
          <a:solidFill>
            <a:srgbClr val="B7684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84061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lide-number-circle-1">
            <a:extLst>
              <a:ext uri="{FF2B5EF4-FFF2-40B4-BE49-F238E27FC236}">
                <a16:creationId xmlns:a16="http://schemas.microsoft.com/office/drawing/2014/main" id="{FA9A0B8C-57DB-4177-BB50-6CBF0207802C}"/>
              </a:ext>
            </a:extLst>
          </p:cNvPr>
          <p:cNvSpPr>
            <a:spLocks noGrp="1"/>
          </p:cNvSpPr>
          <p:nvPr/>
        </p:nvSpPr>
        <p:spPr>
          <a:xfrm>
            <a:off x="495300" y="352425"/>
            <a:ext cx="400050" cy="400050"/>
          </a:xfrm>
          <a:prstGeom prst="ellipse">
            <a:avLst/>
          </a:prstGeom>
          <a:solidFill>
            <a:srgbClr val="B7684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slide-number-1">
            <a:extLst>
              <a:ext uri="{FF2B5EF4-FFF2-40B4-BE49-F238E27FC236}">
                <a16:creationId xmlns:a16="http://schemas.microsoft.com/office/drawing/2014/main" id="{4698F85B-2676-45D7-BC17-1EC2070B7E94}"/>
              </a:ext>
            </a:extLst>
          </p:cNvPr>
          <p:cNvSpPr>
            <a:spLocks noGrp="1"/>
          </p:cNvSpPr>
          <p:nvPr/>
        </p:nvSpPr>
        <p:spPr>
          <a:xfrm>
            <a:off x="495300" y="352425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3" name="slide-title-1">
            <a:extLst>
              <a:ext uri="{FF2B5EF4-FFF2-40B4-BE49-F238E27FC236}">
                <a16:creationId xmlns:a16="http://schemas.microsoft.com/office/drawing/2014/main" id="{F98B5690-3C3C-4D35-A4EE-C82B61E8FBA5}"/>
              </a:ext>
            </a:extLst>
          </p:cNvPr>
          <p:cNvSpPr>
            <a:spLocks noGrp="1"/>
          </p:cNvSpPr>
          <p:nvPr/>
        </p:nvSpPr>
        <p:spPr>
          <a:xfrm>
            <a:off x="1066800" y="285750"/>
            <a:ext cx="10572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Four Route 2 methods</a:t>
            </a:r>
          </a:p>
        </p:txBody>
      </p:sp>
      <p:sp>
        <p:nvSpPr>
          <p:cNvPr id="4" name="slide-subtitle-1">
            <a:extLst>
              <a:ext uri="{FF2B5EF4-FFF2-40B4-BE49-F238E27FC236}">
                <a16:creationId xmlns:a16="http://schemas.microsoft.com/office/drawing/2014/main" id="{F695F645-863E-492D-A677-624D1C03E3A6}"/>
              </a:ext>
            </a:extLst>
          </p:cNvPr>
          <p:cNvSpPr>
            <a:spLocks noGrp="1"/>
          </p:cNvSpPr>
          <p:nvPr/>
        </p:nvSpPr>
        <p:spPr>
          <a:xfrm>
            <a:off x="1066800" y="838200"/>
            <a:ext cx="1047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Two target rules crossed with two Wave B carrier periods</a:t>
            </a:r>
          </a:p>
        </p:txBody>
      </p:sp>
      <p:sp>
        <p:nvSpPr>
          <p:cNvPr id="5" name="method-1-surface">
            <a:extLst>
              <a:ext uri="{FF2B5EF4-FFF2-40B4-BE49-F238E27FC236}">
                <a16:creationId xmlns:a16="http://schemas.microsoft.com/office/drawing/2014/main" id="{8F661C4D-F40F-4C59-A217-A9AA290C6384}"/>
              </a:ext>
            </a:extLst>
          </p:cNvPr>
          <p:cNvSpPr>
            <a:spLocks noGrp="1"/>
          </p:cNvSpPr>
          <p:nvPr/>
        </p:nvSpPr>
        <p:spPr>
          <a:xfrm>
            <a:off x="590550" y="1304925"/>
            <a:ext cx="5353050" cy="2000250"/>
          </a:xfrm>
          <a:prstGeom prst="rect">
            <a:avLst/>
          </a:prstGeom>
          <a:solidFill>
            <a:srgbClr val="F1EFEC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method-1-accent">
            <a:extLst>
              <a:ext uri="{FF2B5EF4-FFF2-40B4-BE49-F238E27FC236}">
                <a16:creationId xmlns:a16="http://schemas.microsoft.com/office/drawing/2014/main" id="{5609B19E-861E-4C9E-A62F-05BF225AC447}"/>
              </a:ext>
            </a:extLst>
          </p:cNvPr>
          <p:cNvSpPr>
            <a:spLocks noGrp="1"/>
          </p:cNvSpPr>
          <p:nvPr/>
        </p:nvSpPr>
        <p:spPr>
          <a:xfrm>
            <a:off x="590550" y="1304925"/>
            <a:ext cx="66675" cy="2000250"/>
          </a:xfrm>
          <a:prstGeom prst="rect">
            <a:avLst/>
          </a:prstGeom>
          <a:solidFill>
            <a:srgbClr val="276B8E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method-1-title">
            <a:extLst>
              <a:ext uri="{FF2B5EF4-FFF2-40B4-BE49-F238E27FC236}">
                <a16:creationId xmlns:a16="http://schemas.microsoft.com/office/drawing/2014/main" id="{CD533FD3-3E55-4D87-AA6D-818B5CEFDF21}"/>
              </a:ext>
            </a:extLst>
          </p:cNvPr>
          <p:cNvSpPr>
            <a:spLocks noGrp="1"/>
          </p:cNvSpPr>
          <p:nvPr/>
        </p:nvSpPr>
        <p:spPr>
          <a:xfrm>
            <a:off x="819150" y="1419225"/>
            <a:ext cx="1571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950" b="1" i="0">
                <a:solidFill>
                  <a:srgbClr val="276B8E"/>
                </a:solidFill>
                <a:latin typeface="Cambria"/>
                <a:ea typeface="Cambria"/>
                <a:cs typeface="Cambria"/>
              </a:defRPr>
            </a:pPr>
            <a:r>
              <a:rPr sz="1950" b="1" i="0">
                <a:solidFill>
                  <a:srgbClr val="276B8E"/>
                </a:solidFill>
                <a:latin typeface="Cambria"/>
                <a:ea typeface="Cambria"/>
                <a:cs typeface="Cambria"/>
              </a:rPr>
              <a:t>Method 1</a:t>
            </a:r>
          </a:p>
        </p:txBody>
      </p:sp>
      <p:sp>
        <p:nvSpPr>
          <p:cNvPr id="8" name="method-1-target">
            <a:extLst>
              <a:ext uri="{FF2B5EF4-FFF2-40B4-BE49-F238E27FC236}">
                <a16:creationId xmlns:a16="http://schemas.microsoft.com/office/drawing/2014/main" id="{BB8101A6-96D5-4725-B834-C8036D3F1E0F}"/>
              </a:ext>
            </a:extLst>
          </p:cNvPr>
          <p:cNvSpPr>
            <a:spLocks noGrp="1"/>
          </p:cNvSpPr>
          <p:nvPr/>
        </p:nvSpPr>
        <p:spPr>
          <a:xfrm>
            <a:off x="2514600" y="1428750"/>
            <a:ext cx="3200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B target: scale × Sd(Teff)</a:t>
            </a:r>
          </a:p>
        </p:txBody>
      </p:sp>
      <p:sp>
        <p:nvSpPr>
          <p:cNvPr id="9" name="method-1-carrier">
            <a:extLst>
              <a:ext uri="{FF2B5EF4-FFF2-40B4-BE49-F238E27FC236}">
                <a16:creationId xmlns:a16="http://schemas.microsoft.com/office/drawing/2014/main" id="{B31A3462-0ADB-4675-816B-0414AFCF637D}"/>
              </a:ext>
            </a:extLst>
          </p:cNvPr>
          <p:cNvSpPr>
            <a:spLocks noGrp="1"/>
          </p:cNvSpPr>
          <p:nvPr/>
        </p:nvSpPr>
        <p:spPr>
          <a:xfrm>
            <a:off x="2514600" y="1724025"/>
            <a:ext cx="3200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B carrier: Teff = 0.241 s</a:t>
            </a:r>
          </a:p>
        </p:txBody>
      </p:sp>
      <p:sp>
        <p:nvSpPr>
          <p:cNvPr id="10" name="method-1-axis-a">
            <a:extLst>
              <a:ext uri="{FF2B5EF4-FFF2-40B4-BE49-F238E27FC236}">
                <a16:creationId xmlns:a16="http://schemas.microsoft.com/office/drawing/2014/main" id="{499EBE5C-B601-4268-8855-CA9300EA5BE2}"/>
              </a:ext>
            </a:extLst>
          </p:cNvPr>
          <p:cNvSpPr>
            <a:spLocks noGrp="1"/>
          </p:cNvSpPr>
          <p:nvPr/>
        </p:nvSpPr>
        <p:spPr>
          <a:xfrm>
            <a:off x="819150" y="2638425"/>
            <a:ext cx="1809750" cy="0"/>
          </a:xfrm>
          <a:prstGeom prst="line">
            <a:avLst/>
          </a:prstGeom>
          <a:noFill/>
          <a:ln w="9525">
            <a:solidFill>
              <a:srgbClr val="AAA49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method-1-axis-b">
            <a:extLst>
              <a:ext uri="{FF2B5EF4-FFF2-40B4-BE49-F238E27FC236}">
                <a16:creationId xmlns:a16="http://schemas.microsoft.com/office/drawing/2014/main" id="{5D0A4FE5-BA76-4AE7-B3A6-68E641069F26}"/>
              </a:ext>
            </a:extLst>
          </p:cNvPr>
          <p:cNvSpPr>
            <a:spLocks noGrp="1"/>
          </p:cNvSpPr>
          <p:nvPr/>
        </p:nvSpPr>
        <p:spPr>
          <a:xfrm>
            <a:off x="3771900" y="2638425"/>
            <a:ext cx="1809750" cy="0"/>
          </a:xfrm>
          <a:prstGeom prst="line">
            <a:avLst/>
          </a:prstGeom>
          <a:noFill/>
          <a:ln w="9525">
            <a:solidFill>
              <a:srgbClr val="AAA49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method-1-wave-a">
            <a:extLst>
              <a:ext uri="{FF2B5EF4-FFF2-40B4-BE49-F238E27FC236}">
                <a16:creationId xmlns:a16="http://schemas.microsoft.com/office/drawing/2014/main" id="{EDB84152-B536-45D5-907C-A60D7C9B6CA3}"/>
              </a:ext>
            </a:extLst>
          </p:cNvPr>
          <p:cNvSpPr>
            <a:spLocks noGrp="1"/>
          </p:cNvSpPr>
          <p:nvPr/>
        </p:nvSpPr>
        <p:spPr>
          <a:xfrm>
            <a:off x="819150" y="2476500"/>
            <a:ext cx="1809750" cy="323850"/>
          </a:xfrm>
          <a:custGeom>
            <a:avLst/>
            <a:gdLst/>
            <a:ahLst/>
            <a:cxnLst/>
            <a:rect l="0" t="0" r="0" b="0"/>
            <a:pathLst>
              <a:path w="1809750" h="323850">
                <a:moveTo>
                  <a:pt x="0" y="161925"/>
                </a:moveTo>
                <a:lnTo>
                  <a:pt x="30163" y="123896"/>
                </a:lnTo>
                <a:lnTo>
                  <a:pt x="60325" y="89590"/>
                </a:lnTo>
                <a:lnTo>
                  <a:pt x="90488" y="62365"/>
                </a:lnTo>
                <a:lnTo>
                  <a:pt x="120650" y="44885"/>
                </a:lnTo>
                <a:lnTo>
                  <a:pt x="150813" y="38862"/>
                </a:lnTo>
                <a:lnTo>
                  <a:pt x="180975" y="44885"/>
                </a:lnTo>
                <a:lnTo>
                  <a:pt x="211138" y="62365"/>
                </a:lnTo>
                <a:lnTo>
                  <a:pt x="241300" y="89590"/>
                </a:lnTo>
                <a:lnTo>
                  <a:pt x="271463" y="123896"/>
                </a:lnTo>
                <a:lnTo>
                  <a:pt x="301625" y="161925"/>
                </a:lnTo>
                <a:lnTo>
                  <a:pt x="331788" y="199954"/>
                </a:lnTo>
                <a:lnTo>
                  <a:pt x="361950" y="234260"/>
                </a:lnTo>
                <a:lnTo>
                  <a:pt x="392113" y="261485"/>
                </a:lnTo>
                <a:lnTo>
                  <a:pt x="422275" y="278965"/>
                </a:lnTo>
                <a:lnTo>
                  <a:pt x="452438" y="284988"/>
                </a:lnTo>
                <a:lnTo>
                  <a:pt x="482600" y="278965"/>
                </a:lnTo>
                <a:lnTo>
                  <a:pt x="512763" y="261485"/>
                </a:lnTo>
                <a:lnTo>
                  <a:pt x="542925" y="234260"/>
                </a:lnTo>
                <a:lnTo>
                  <a:pt x="573088" y="199954"/>
                </a:lnTo>
                <a:lnTo>
                  <a:pt x="603250" y="161925"/>
                </a:lnTo>
                <a:lnTo>
                  <a:pt x="633413" y="123896"/>
                </a:lnTo>
                <a:lnTo>
                  <a:pt x="663575" y="89590"/>
                </a:lnTo>
                <a:lnTo>
                  <a:pt x="693738" y="62365"/>
                </a:lnTo>
                <a:lnTo>
                  <a:pt x="723900" y="44885"/>
                </a:lnTo>
                <a:lnTo>
                  <a:pt x="754063" y="38862"/>
                </a:lnTo>
                <a:lnTo>
                  <a:pt x="784225" y="44885"/>
                </a:lnTo>
                <a:lnTo>
                  <a:pt x="814388" y="62365"/>
                </a:lnTo>
                <a:lnTo>
                  <a:pt x="844550" y="89590"/>
                </a:lnTo>
                <a:lnTo>
                  <a:pt x="874713" y="123896"/>
                </a:lnTo>
                <a:lnTo>
                  <a:pt x="904875" y="161925"/>
                </a:lnTo>
                <a:lnTo>
                  <a:pt x="935038" y="199954"/>
                </a:lnTo>
                <a:lnTo>
                  <a:pt x="965200" y="234260"/>
                </a:lnTo>
                <a:lnTo>
                  <a:pt x="995363" y="261485"/>
                </a:lnTo>
                <a:lnTo>
                  <a:pt x="1025525" y="278965"/>
                </a:lnTo>
                <a:lnTo>
                  <a:pt x="1055688" y="284988"/>
                </a:lnTo>
                <a:lnTo>
                  <a:pt x="1085850" y="278965"/>
                </a:lnTo>
                <a:lnTo>
                  <a:pt x="1116013" y="261485"/>
                </a:lnTo>
                <a:lnTo>
                  <a:pt x="1146175" y="234260"/>
                </a:lnTo>
                <a:lnTo>
                  <a:pt x="1176338" y="199954"/>
                </a:lnTo>
                <a:lnTo>
                  <a:pt x="1206500" y="161925"/>
                </a:lnTo>
                <a:lnTo>
                  <a:pt x="1236663" y="123896"/>
                </a:lnTo>
                <a:lnTo>
                  <a:pt x="1266825" y="89590"/>
                </a:lnTo>
                <a:lnTo>
                  <a:pt x="1296988" y="62365"/>
                </a:lnTo>
                <a:lnTo>
                  <a:pt x="1327150" y="44885"/>
                </a:lnTo>
                <a:lnTo>
                  <a:pt x="1357313" y="38862"/>
                </a:lnTo>
                <a:lnTo>
                  <a:pt x="1387475" y="44885"/>
                </a:lnTo>
                <a:lnTo>
                  <a:pt x="1417638" y="62365"/>
                </a:lnTo>
                <a:lnTo>
                  <a:pt x="1447800" y="89590"/>
                </a:lnTo>
                <a:lnTo>
                  <a:pt x="1477963" y="123896"/>
                </a:lnTo>
                <a:lnTo>
                  <a:pt x="1508125" y="161925"/>
                </a:lnTo>
                <a:lnTo>
                  <a:pt x="1538288" y="199954"/>
                </a:lnTo>
                <a:lnTo>
                  <a:pt x="1568450" y="234260"/>
                </a:lnTo>
                <a:lnTo>
                  <a:pt x="1598613" y="261485"/>
                </a:lnTo>
                <a:lnTo>
                  <a:pt x="1628775" y="278965"/>
                </a:lnTo>
                <a:lnTo>
                  <a:pt x="1658938" y="284988"/>
                </a:lnTo>
                <a:lnTo>
                  <a:pt x="1689100" y="278965"/>
                </a:lnTo>
                <a:lnTo>
                  <a:pt x="1719263" y="261485"/>
                </a:lnTo>
                <a:lnTo>
                  <a:pt x="1749425" y="234260"/>
                </a:lnTo>
                <a:lnTo>
                  <a:pt x="1779588" y="199954"/>
                </a:lnTo>
                <a:lnTo>
                  <a:pt x="1809750" y="161925"/>
                </a:lnTo>
              </a:path>
            </a:pathLst>
          </a:custGeom>
          <a:noFill/>
          <a:ln w="22860">
            <a:solidFill>
              <a:srgbClr val="B7684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method-1-wave-b">
            <a:extLst>
              <a:ext uri="{FF2B5EF4-FFF2-40B4-BE49-F238E27FC236}">
                <a16:creationId xmlns:a16="http://schemas.microsoft.com/office/drawing/2014/main" id="{66C0A081-E3E5-4893-9764-E689608814E4}"/>
              </a:ext>
            </a:extLst>
          </p:cNvPr>
          <p:cNvSpPr>
            <a:spLocks noGrp="1"/>
          </p:cNvSpPr>
          <p:nvPr/>
        </p:nvSpPr>
        <p:spPr>
          <a:xfrm>
            <a:off x="3771900" y="2476500"/>
            <a:ext cx="1809750" cy="323850"/>
          </a:xfrm>
          <a:custGeom>
            <a:avLst/>
            <a:gdLst/>
            <a:ahLst/>
            <a:cxnLst/>
            <a:rect l="0" t="0" r="0" b="0"/>
            <a:pathLst>
              <a:path w="1809750" h="323850">
                <a:moveTo>
                  <a:pt x="0" y="161925"/>
                </a:moveTo>
                <a:lnTo>
                  <a:pt x="30163" y="144022"/>
                </a:lnTo>
                <a:lnTo>
                  <a:pt x="60325" y="126499"/>
                </a:lnTo>
                <a:lnTo>
                  <a:pt x="90488" y="109731"/>
                </a:lnTo>
                <a:lnTo>
                  <a:pt x="120650" y="94073"/>
                </a:lnTo>
                <a:lnTo>
                  <a:pt x="150813" y="79858"/>
                </a:lnTo>
                <a:lnTo>
                  <a:pt x="180975" y="67390"/>
                </a:lnTo>
                <a:lnTo>
                  <a:pt x="211138" y="56934"/>
                </a:lnTo>
                <a:lnTo>
                  <a:pt x="241300" y="48711"/>
                </a:lnTo>
                <a:lnTo>
                  <a:pt x="271463" y="42898"/>
                </a:lnTo>
                <a:lnTo>
                  <a:pt x="301625" y="39617"/>
                </a:lnTo>
                <a:lnTo>
                  <a:pt x="331788" y="38938"/>
                </a:lnTo>
                <a:lnTo>
                  <a:pt x="361950" y="40877"/>
                </a:lnTo>
                <a:lnTo>
                  <a:pt x="392113" y="45391"/>
                </a:lnTo>
                <a:lnTo>
                  <a:pt x="422275" y="52385"/>
                </a:lnTo>
                <a:lnTo>
                  <a:pt x="452438" y="61709"/>
                </a:lnTo>
                <a:lnTo>
                  <a:pt x="482600" y="73166"/>
                </a:lnTo>
                <a:lnTo>
                  <a:pt x="512763" y="86511"/>
                </a:lnTo>
                <a:lnTo>
                  <a:pt x="542925" y="101462"/>
                </a:lnTo>
                <a:lnTo>
                  <a:pt x="573088" y="117698"/>
                </a:lnTo>
                <a:lnTo>
                  <a:pt x="603250" y="134876"/>
                </a:lnTo>
                <a:lnTo>
                  <a:pt x="633413" y="152629"/>
                </a:lnTo>
                <a:lnTo>
                  <a:pt x="663575" y="170581"/>
                </a:lnTo>
                <a:lnTo>
                  <a:pt x="693738" y="188347"/>
                </a:lnTo>
                <a:lnTo>
                  <a:pt x="723900" y="205552"/>
                </a:lnTo>
                <a:lnTo>
                  <a:pt x="754063" y="221829"/>
                </a:lnTo>
                <a:lnTo>
                  <a:pt x="784225" y="236830"/>
                </a:lnTo>
                <a:lnTo>
                  <a:pt x="814388" y="250238"/>
                </a:lnTo>
                <a:lnTo>
                  <a:pt x="844550" y="261767"/>
                </a:lnTo>
                <a:lnTo>
                  <a:pt x="874713" y="271172"/>
                </a:lnTo>
                <a:lnTo>
                  <a:pt x="904875" y="278251"/>
                </a:lnTo>
                <a:lnTo>
                  <a:pt x="935038" y="282856"/>
                </a:lnTo>
                <a:lnTo>
                  <a:pt x="965200" y="284888"/>
                </a:lnTo>
                <a:lnTo>
                  <a:pt x="995363" y="284303"/>
                </a:lnTo>
                <a:lnTo>
                  <a:pt x="1025525" y="281114"/>
                </a:lnTo>
                <a:lnTo>
                  <a:pt x="1055688" y="275389"/>
                </a:lnTo>
                <a:lnTo>
                  <a:pt x="1085850" y="267250"/>
                </a:lnTo>
                <a:lnTo>
                  <a:pt x="1116013" y="256869"/>
                </a:lnTo>
                <a:lnTo>
                  <a:pt x="1146175" y="244469"/>
                </a:lnTo>
                <a:lnTo>
                  <a:pt x="1176338" y="230312"/>
                </a:lnTo>
                <a:lnTo>
                  <a:pt x="1206500" y="214700"/>
                </a:lnTo>
                <a:lnTo>
                  <a:pt x="1236663" y="197965"/>
                </a:lnTo>
                <a:lnTo>
                  <a:pt x="1266825" y="180463"/>
                </a:lnTo>
                <a:lnTo>
                  <a:pt x="1296988" y="162567"/>
                </a:lnTo>
                <a:lnTo>
                  <a:pt x="1327150" y="144657"/>
                </a:lnTo>
                <a:lnTo>
                  <a:pt x="1357313" y="127114"/>
                </a:lnTo>
                <a:lnTo>
                  <a:pt x="1387475" y="110312"/>
                </a:lnTo>
                <a:lnTo>
                  <a:pt x="1417638" y="94609"/>
                </a:lnTo>
                <a:lnTo>
                  <a:pt x="1447800" y="80338"/>
                </a:lnTo>
                <a:lnTo>
                  <a:pt x="1477963" y="67802"/>
                </a:lnTo>
                <a:lnTo>
                  <a:pt x="1508125" y="57270"/>
                </a:lnTo>
                <a:lnTo>
                  <a:pt x="1538288" y="48964"/>
                </a:lnTo>
                <a:lnTo>
                  <a:pt x="1568450" y="43062"/>
                </a:lnTo>
                <a:lnTo>
                  <a:pt x="1598613" y="39689"/>
                </a:lnTo>
                <a:lnTo>
                  <a:pt x="1628775" y="38917"/>
                </a:lnTo>
                <a:lnTo>
                  <a:pt x="1658938" y="40763"/>
                </a:lnTo>
                <a:lnTo>
                  <a:pt x="1689100" y="45186"/>
                </a:lnTo>
                <a:lnTo>
                  <a:pt x="1719263" y="52094"/>
                </a:lnTo>
                <a:lnTo>
                  <a:pt x="1749425" y="61338"/>
                </a:lnTo>
                <a:lnTo>
                  <a:pt x="1779588" y="72723"/>
                </a:lnTo>
                <a:lnTo>
                  <a:pt x="1809750" y="86005"/>
                </a:lnTo>
              </a:path>
            </a:pathLst>
          </a:custGeom>
          <a:noFill/>
          <a:ln w="22860">
            <a:solidFill>
              <a:srgbClr val="276B8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method-1-wave-a-label">
            <a:extLst>
              <a:ext uri="{FF2B5EF4-FFF2-40B4-BE49-F238E27FC236}">
                <a16:creationId xmlns:a16="http://schemas.microsoft.com/office/drawing/2014/main" id="{5CEFEC91-21C8-469D-B221-B954B5A744AB}"/>
              </a:ext>
            </a:extLst>
          </p:cNvPr>
          <p:cNvSpPr>
            <a:spLocks noGrp="1"/>
          </p:cNvSpPr>
          <p:nvPr/>
        </p:nvSpPr>
        <p:spPr>
          <a:xfrm>
            <a:off x="819150" y="2809875"/>
            <a:ext cx="200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Wave A · T1 = 0.112 s</a:t>
            </a:r>
          </a:p>
        </p:txBody>
      </p:sp>
      <p:sp>
        <p:nvSpPr>
          <p:cNvPr id="15" name="method-1-wave-b-label">
            <a:extLst>
              <a:ext uri="{FF2B5EF4-FFF2-40B4-BE49-F238E27FC236}">
                <a16:creationId xmlns:a16="http://schemas.microsoft.com/office/drawing/2014/main" id="{042FE6D2-640A-42C6-B4EA-452876B5664C}"/>
              </a:ext>
            </a:extLst>
          </p:cNvPr>
          <p:cNvSpPr>
            <a:spLocks noGrp="1"/>
          </p:cNvSpPr>
          <p:nvPr/>
        </p:nvSpPr>
        <p:spPr>
          <a:xfrm>
            <a:off x="3771900" y="2809875"/>
            <a:ext cx="2038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Wave B · carrier shown above</a:t>
            </a:r>
          </a:p>
        </p:txBody>
      </p:sp>
      <p:sp>
        <p:nvSpPr>
          <p:cNvPr id="16" name="method-2-surface">
            <a:extLst>
              <a:ext uri="{FF2B5EF4-FFF2-40B4-BE49-F238E27FC236}">
                <a16:creationId xmlns:a16="http://schemas.microsoft.com/office/drawing/2014/main" id="{3F1C4E50-B725-4197-A00D-471674A487FF}"/>
              </a:ext>
            </a:extLst>
          </p:cNvPr>
          <p:cNvSpPr>
            <a:spLocks noGrp="1"/>
          </p:cNvSpPr>
          <p:nvPr/>
        </p:nvSpPr>
        <p:spPr>
          <a:xfrm>
            <a:off x="6248400" y="1304925"/>
            <a:ext cx="5353050" cy="2000250"/>
          </a:xfrm>
          <a:prstGeom prst="rect">
            <a:avLst/>
          </a:prstGeom>
          <a:solidFill>
            <a:srgbClr val="F1EFEC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method-2-accent">
            <a:extLst>
              <a:ext uri="{FF2B5EF4-FFF2-40B4-BE49-F238E27FC236}">
                <a16:creationId xmlns:a16="http://schemas.microsoft.com/office/drawing/2014/main" id="{67073317-A0F3-4539-A75C-102A783B2259}"/>
              </a:ext>
            </a:extLst>
          </p:cNvPr>
          <p:cNvSpPr>
            <a:spLocks noGrp="1"/>
          </p:cNvSpPr>
          <p:nvPr/>
        </p:nvSpPr>
        <p:spPr>
          <a:xfrm>
            <a:off x="6248400" y="1304925"/>
            <a:ext cx="66675" cy="2000250"/>
          </a:xfrm>
          <a:prstGeom prst="rect">
            <a:avLst/>
          </a:prstGeom>
          <a:solidFill>
            <a:srgbClr val="E07A2D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method-2-title">
            <a:extLst>
              <a:ext uri="{FF2B5EF4-FFF2-40B4-BE49-F238E27FC236}">
                <a16:creationId xmlns:a16="http://schemas.microsoft.com/office/drawing/2014/main" id="{F7AEEB6B-7751-41B6-B4E4-8259679A8895}"/>
              </a:ext>
            </a:extLst>
          </p:cNvPr>
          <p:cNvSpPr>
            <a:spLocks noGrp="1"/>
          </p:cNvSpPr>
          <p:nvPr/>
        </p:nvSpPr>
        <p:spPr>
          <a:xfrm>
            <a:off x="6477000" y="1419225"/>
            <a:ext cx="1571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950" b="1" i="0">
                <a:solidFill>
                  <a:srgbClr val="E07A2D"/>
                </a:solidFill>
                <a:latin typeface="Cambria"/>
                <a:ea typeface="Cambria"/>
                <a:cs typeface="Cambria"/>
              </a:defRPr>
            </a:pPr>
            <a:r>
              <a:rPr sz="1950" b="1" i="0">
                <a:solidFill>
                  <a:srgbClr val="E07A2D"/>
                </a:solidFill>
                <a:latin typeface="Cambria"/>
                <a:ea typeface="Cambria"/>
                <a:cs typeface="Cambria"/>
              </a:rPr>
              <a:t>Method 2</a:t>
            </a:r>
          </a:p>
        </p:txBody>
      </p:sp>
      <p:sp>
        <p:nvSpPr>
          <p:cNvPr id="19" name="method-2-target">
            <a:extLst>
              <a:ext uri="{FF2B5EF4-FFF2-40B4-BE49-F238E27FC236}">
                <a16:creationId xmlns:a16="http://schemas.microsoft.com/office/drawing/2014/main" id="{04AF88C7-40FC-474A-84B6-F6A6AE5DD366}"/>
              </a:ext>
            </a:extLst>
          </p:cNvPr>
          <p:cNvSpPr>
            <a:spLocks noGrp="1"/>
          </p:cNvSpPr>
          <p:nvPr/>
        </p:nvSpPr>
        <p:spPr>
          <a:xfrm>
            <a:off x="8172450" y="1428750"/>
            <a:ext cx="3200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B target: scale × Sd(Teff)</a:t>
            </a:r>
          </a:p>
        </p:txBody>
      </p:sp>
      <p:sp>
        <p:nvSpPr>
          <p:cNvPr id="20" name="method-2-carrier">
            <a:extLst>
              <a:ext uri="{FF2B5EF4-FFF2-40B4-BE49-F238E27FC236}">
                <a16:creationId xmlns:a16="http://schemas.microsoft.com/office/drawing/2014/main" id="{6F10F4CF-3347-4420-9967-98872484F30B}"/>
              </a:ext>
            </a:extLst>
          </p:cNvPr>
          <p:cNvSpPr>
            <a:spLocks noGrp="1"/>
          </p:cNvSpPr>
          <p:nvPr/>
        </p:nvSpPr>
        <p:spPr>
          <a:xfrm>
            <a:off x="8172450" y="1724025"/>
            <a:ext cx="3200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B carrier: record Tp = 0.260 s</a:t>
            </a:r>
          </a:p>
        </p:txBody>
      </p:sp>
      <p:sp>
        <p:nvSpPr>
          <p:cNvPr id="21" name="method-2-axis-a">
            <a:extLst>
              <a:ext uri="{FF2B5EF4-FFF2-40B4-BE49-F238E27FC236}">
                <a16:creationId xmlns:a16="http://schemas.microsoft.com/office/drawing/2014/main" id="{A7F0E4F6-B08B-47C4-BCD7-FC66D1D8041F}"/>
              </a:ext>
            </a:extLst>
          </p:cNvPr>
          <p:cNvSpPr>
            <a:spLocks noGrp="1"/>
          </p:cNvSpPr>
          <p:nvPr/>
        </p:nvSpPr>
        <p:spPr>
          <a:xfrm>
            <a:off x="6477000" y="2638425"/>
            <a:ext cx="1809750" cy="0"/>
          </a:xfrm>
          <a:prstGeom prst="line">
            <a:avLst/>
          </a:prstGeom>
          <a:noFill/>
          <a:ln w="9525">
            <a:solidFill>
              <a:srgbClr val="AAA49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method-2-axis-b">
            <a:extLst>
              <a:ext uri="{FF2B5EF4-FFF2-40B4-BE49-F238E27FC236}">
                <a16:creationId xmlns:a16="http://schemas.microsoft.com/office/drawing/2014/main" id="{32C7C051-C179-424C-B425-03CE1D108147}"/>
              </a:ext>
            </a:extLst>
          </p:cNvPr>
          <p:cNvSpPr>
            <a:spLocks noGrp="1"/>
          </p:cNvSpPr>
          <p:nvPr/>
        </p:nvSpPr>
        <p:spPr>
          <a:xfrm>
            <a:off x="9429750" y="2638425"/>
            <a:ext cx="1809750" cy="0"/>
          </a:xfrm>
          <a:prstGeom prst="line">
            <a:avLst/>
          </a:prstGeom>
          <a:noFill/>
          <a:ln w="9525">
            <a:solidFill>
              <a:srgbClr val="AAA49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method-2-wave-a">
            <a:extLst>
              <a:ext uri="{FF2B5EF4-FFF2-40B4-BE49-F238E27FC236}">
                <a16:creationId xmlns:a16="http://schemas.microsoft.com/office/drawing/2014/main" id="{39839ABE-4195-400F-90BD-221CDF4DDA70}"/>
              </a:ext>
            </a:extLst>
          </p:cNvPr>
          <p:cNvSpPr>
            <a:spLocks noGrp="1"/>
          </p:cNvSpPr>
          <p:nvPr/>
        </p:nvSpPr>
        <p:spPr>
          <a:xfrm>
            <a:off x="6477000" y="2476500"/>
            <a:ext cx="1809750" cy="323850"/>
          </a:xfrm>
          <a:custGeom>
            <a:avLst/>
            <a:gdLst/>
            <a:ahLst/>
            <a:cxnLst/>
            <a:rect l="0" t="0" r="0" b="0"/>
            <a:pathLst>
              <a:path w="1809750" h="323850">
                <a:moveTo>
                  <a:pt x="0" y="161925"/>
                </a:moveTo>
                <a:lnTo>
                  <a:pt x="30163" y="123896"/>
                </a:lnTo>
                <a:lnTo>
                  <a:pt x="60325" y="89590"/>
                </a:lnTo>
                <a:lnTo>
                  <a:pt x="90488" y="62365"/>
                </a:lnTo>
                <a:lnTo>
                  <a:pt x="120650" y="44885"/>
                </a:lnTo>
                <a:lnTo>
                  <a:pt x="150813" y="38862"/>
                </a:lnTo>
                <a:lnTo>
                  <a:pt x="180975" y="44885"/>
                </a:lnTo>
                <a:lnTo>
                  <a:pt x="211138" y="62365"/>
                </a:lnTo>
                <a:lnTo>
                  <a:pt x="241300" y="89590"/>
                </a:lnTo>
                <a:lnTo>
                  <a:pt x="271463" y="123896"/>
                </a:lnTo>
                <a:lnTo>
                  <a:pt x="301625" y="161925"/>
                </a:lnTo>
                <a:lnTo>
                  <a:pt x="331788" y="199954"/>
                </a:lnTo>
                <a:lnTo>
                  <a:pt x="361950" y="234260"/>
                </a:lnTo>
                <a:lnTo>
                  <a:pt x="392113" y="261485"/>
                </a:lnTo>
                <a:lnTo>
                  <a:pt x="422275" y="278965"/>
                </a:lnTo>
                <a:lnTo>
                  <a:pt x="452438" y="284988"/>
                </a:lnTo>
                <a:lnTo>
                  <a:pt x="482600" y="278965"/>
                </a:lnTo>
                <a:lnTo>
                  <a:pt x="512763" y="261485"/>
                </a:lnTo>
                <a:lnTo>
                  <a:pt x="542925" y="234260"/>
                </a:lnTo>
                <a:lnTo>
                  <a:pt x="573088" y="199954"/>
                </a:lnTo>
                <a:lnTo>
                  <a:pt x="603250" y="161925"/>
                </a:lnTo>
                <a:lnTo>
                  <a:pt x="633413" y="123896"/>
                </a:lnTo>
                <a:lnTo>
                  <a:pt x="663575" y="89590"/>
                </a:lnTo>
                <a:lnTo>
                  <a:pt x="693738" y="62365"/>
                </a:lnTo>
                <a:lnTo>
                  <a:pt x="723900" y="44885"/>
                </a:lnTo>
                <a:lnTo>
                  <a:pt x="754063" y="38862"/>
                </a:lnTo>
                <a:lnTo>
                  <a:pt x="784225" y="44885"/>
                </a:lnTo>
                <a:lnTo>
                  <a:pt x="814388" y="62365"/>
                </a:lnTo>
                <a:lnTo>
                  <a:pt x="844550" y="89590"/>
                </a:lnTo>
                <a:lnTo>
                  <a:pt x="874713" y="123896"/>
                </a:lnTo>
                <a:lnTo>
                  <a:pt x="904875" y="161925"/>
                </a:lnTo>
                <a:lnTo>
                  <a:pt x="935038" y="199954"/>
                </a:lnTo>
                <a:lnTo>
                  <a:pt x="965200" y="234260"/>
                </a:lnTo>
                <a:lnTo>
                  <a:pt x="995363" y="261485"/>
                </a:lnTo>
                <a:lnTo>
                  <a:pt x="1025525" y="278965"/>
                </a:lnTo>
                <a:lnTo>
                  <a:pt x="1055688" y="284988"/>
                </a:lnTo>
                <a:lnTo>
                  <a:pt x="1085850" y="278965"/>
                </a:lnTo>
                <a:lnTo>
                  <a:pt x="1116013" y="261485"/>
                </a:lnTo>
                <a:lnTo>
                  <a:pt x="1146175" y="234260"/>
                </a:lnTo>
                <a:lnTo>
                  <a:pt x="1176338" y="199954"/>
                </a:lnTo>
                <a:lnTo>
                  <a:pt x="1206500" y="161925"/>
                </a:lnTo>
                <a:lnTo>
                  <a:pt x="1236663" y="123896"/>
                </a:lnTo>
                <a:lnTo>
                  <a:pt x="1266825" y="89590"/>
                </a:lnTo>
                <a:lnTo>
                  <a:pt x="1296988" y="62365"/>
                </a:lnTo>
                <a:lnTo>
                  <a:pt x="1327150" y="44885"/>
                </a:lnTo>
                <a:lnTo>
                  <a:pt x="1357313" y="38862"/>
                </a:lnTo>
                <a:lnTo>
                  <a:pt x="1387475" y="44885"/>
                </a:lnTo>
                <a:lnTo>
                  <a:pt x="1417638" y="62365"/>
                </a:lnTo>
                <a:lnTo>
                  <a:pt x="1447800" y="89590"/>
                </a:lnTo>
                <a:lnTo>
                  <a:pt x="1477963" y="123896"/>
                </a:lnTo>
                <a:lnTo>
                  <a:pt x="1508125" y="161925"/>
                </a:lnTo>
                <a:lnTo>
                  <a:pt x="1538288" y="199954"/>
                </a:lnTo>
                <a:lnTo>
                  <a:pt x="1568450" y="234260"/>
                </a:lnTo>
                <a:lnTo>
                  <a:pt x="1598613" y="261485"/>
                </a:lnTo>
                <a:lnTo>
                  <a:pt x="1628775" y="278965"/>
                </a:lnTo>
                <a:lnTo>
                  <a:pt x="1658938" y="284988"/>
                </a:lnTo>
                <a:lnTo>
                  <a:pt x="1689100" y="278965"/>
                </a:lnTo>
                <a:lnTo>
                  <a:pt x="1719263" y="261485"/>
                </a:lnTo>
                <a:lnTo>
                  <a:pt x="1749425" y="234260"/>
                </a:lnTo>
                <a:lnTo>
                  <a:pt x="1779588" y="199954"/>
                </a:lnTo>
                <a:lnTo>
                  <a:pt x="1809750" y="161925"/>
                </a:lnTo>
              </a:path>
            </a:pathLst>
          </a:custGeom>
          <a:noFill/>
          <a:ln w="22860">
            <a:solidFill>
              <a:srgbClr val="B7684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method-2-wave-b">
            <a:extLst>
              <a:ext uri="{FF2B5EF4-FFF2-40B4-BE49-F238E27FC236}">
                <a16:creationId xmlns:a16="http://schemas.microsoft.com/office/drawing/2014/main" id="{B2DF7718-DEBD-4AF8-96D1-E024C1700709}"/>
              </a:ext>
            </a:extLst>
          </p:cNvPr>
          <p:cNvSpPr>
            <a:spLocks noGrp="1"/>
          </p:cNvSpPr>
          <p:nvPr/>
        </p:nvSpPr>
        <p:spPr>
          <a:xfrm>
            <a:off x="9429750" y="2476500"/>
            <a:ext cx="1809750" cy="323850"/>
          </a:xfrm>
          <a:custGeom>
            <a:avLst/>
            <a:gdLst/>
            <a:ahLst/>
            <a:cxnLst/>
            <a:rect l="0" t="0" r="0" b="0"/>
            <a:pathLst>
              <a:path w="1809750" h="323850">
                <a:moveTo>
                  <a:pt x="0" y="161925"/>
                </a:moveTo>
                <a:lnTo>
                  <a:pt x="30163" y="145322"/>
                </a:lnTo>
                <a:lnTo>
                  <a:pt x="60325" y="129022"/>
                </a:lnTo>
                <a:lnTo>
                  <a:pt x="90488" y="113324"/>
                </a:lnTo>
                <a:lnTo>
                  <a:pt x="120650" y="98515"/>
                </a:lnTo>
                <a:lnTo>
                  <a:pt x="150813" y="84865"/>
                </a:lnTo>
                <a:lnTo>
                  <a:pt x="180975" y="72624"/>
                </a:lnTo>
                <a:lnTo>
                  <a:pt x="211138" y="62016"/>
                </a:lnTo>
                <a:lnTo>
                  <a:pt x="241300" y="53236"/>
                </a:lnTo>
                <a:lnTo>
                  <a:pt x="271463" y="46443"/>
                </a:lnTo>
                <a:lnTo>
                  <a:pt x="301625" y="41761"/>
                </a:lnTo>
                <a:lnTo>
                  <a:pt x="331788" y="39277"/>
                </a:lnTo>
                <a:lnTo>
                  <a:pt x="361950" y="39036"/>
                </a:lnTo>
                <a:lnTo>
                  <a:pt x="392113" y="41042"/>
                </a:lnTo>
                <a:lnTo>
                  <a:pt x="422275" y="45258"/>
                </a:lnTo>
                <a:lnTo>
                  <a:pt x="452438" y="51608"/>
                </a:lnTo>
                <a:lnTo>
                  <a:pt x="482600" y="59975"/>
                </a:lnTo>
                <a:lnTo>
                  <a:pt x="512763" y="70207"/>
                </a:lnTo>
                <a:lnTo>
                  <a:pt x="542925" y="82115"/>
                </a:lnTo>
                <a:lnTo>
                  <a:pt x="573088" y="95483"/>
                </a:lnTo>
                <a:lnTo>
                  <a:pt x="603250" y="110066"/>
                </a:lnTo>
                <a:lnTo>
                  <a:pt x="633413" y="125597"/>
                </a:lnTo>
                <a:lnTo>
                  <a:pt x="663575" y="141793"/>
                </a:lnTo>
                <a:lnTo>
                  <a:pt x="693738" y="158357"/>
                </a:lnTo>
                <a:lnTo>
                  <a:pt x="723900" y="174986"/>
                </a:lnTo>
                <a:lnTo>
                  <a:pt x="754063" y="191376"/>
                </a:lnTo>
                <a:lnTo>
                  <a:pt x="784225" y="207228"/>
                </a:lnTo>
                <a:lnTo>
                  <a:pt x="814388" y="222251"/>
                </a:lnTo>
                <a:lnTo>
                  <a:pt x="844550" y="236171"/>
                </a:lnTo>
                <a:lnTo>
                  <a:pt x="874713" y="248733"/>
                </a:lnTo>
                <a:lnTo>
                  <a:pt x="904875" y="259708"/>
                </a:lnTo>
                <a:lnTo>
                  <a:pt x="935038" y="268895"/>
                </a:lnTo>
                <a:lnTo>
                  <a:pt x="965200" y="276126"/>
                </a:lnTo>
                <a:lnTo>
                  <a:pt x="995363" y="281268"/>
                </a:lnTo>
                <a:lnTo>
                  <a:pt x="1025525" y="284228"/>
                </a:lnTo>
                <a:lnTo>
                  <a:pt x="1055688" y="284952"/>
                </a:lnTo>
                <a:lnTo>
                  <a:pt x="1085850" y="283426"/>
                </a:lnTo>
                <a:lnTo>
                  <a:pt x="1116013" y="279678"/>
                </a:lnTo>
                <a:lnTo>
                  <a:pt x="1146175" y="273777"/>
                </a:lnTo>
                <a:lnTo>
                  <a:pt x="1176338" y="265831"/>
                </a:lnTo>
                <a:lnTo>
                  <a:pt x="1206500" y="255984"/>
                </a:lnTo>
                <a:lnTo>
                  <a:pt x="1236663" y="244417"/>
                </a:lnTo>
                <a:lnTo>
                  <a:pt x="1266825" y="231342"/>
                </a:lnTo>
                <a:lnTo>
                  <a:pt x="1296988" y="216998"/>
                </a:lnTo>
                <a:lnTo>
                  <a:pt x="1327150" y="201647"/>
                </a:lnTo>
                <a:lnTo>
                  <a:pt x="1357313" y="185569"/>
                </a:lnTo>
                <a:lnTo>
                  <a:pt x="1387475" y="169058"/>
                </a:lnTo>
                <a:lnTo>
                  <a:pt x="1417638" y="152418"/>
                </a:lnTo>
                <a:lnTo>
                  <a:pt x="1447800" y="135951"/>
                </a:lnTo>
                <a:lnTo>
                  <a:pt x="1477963" y="119959"/>
                </a:lnTo>
                <a:lnTo>
                  <a:pt x="1508125" y="104735"/>
                </a:lnTo>
                <a:lnTo>
                  <a:pt x="1538288" y="90556"/>
                </a:lnTo>
                <a:lnTo>
                  <a:pt x="1568450" y="77683"/>
                </a:lnTo>
                <a:lnTo>
                  <a:pt x="1598613" y="66350"/>
                </a:lnTo>
                <a:lnTo>
                  <a:pt x="1628775" y="56764"/>
                </a:lnTo>
                <a:lnTo>
                  <a:pt x="1658938" y="49102"/>
                </a:lnTo>
                <a:lnTo>
                  <a:pt x="1689100" y="43503"/>
                </a:lnTo>
                <a:lnTo>
                  <a:pt x="1719263" y="40069"/>
                </a:lnTo>
                <a:lnTo>
                  <a:pt x="1749425" y="38863"/>
                </a:lnTo>
                <a:lnTo>
                  <a:pt x="1779588" y="39908"/>
                </a:lnTo>
                <a:lnTo>
                  <a:pt x="1809750" y="43185"/>
                </a:lnTo>
              </a:path>
            </a:pathLst>
          </a:custGeom>
          <a:noFill/>
          <a:ln w="22860">
            <a:solidFill>
              <a:srgbClr val="E07A2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method-2-wave-a-label">
            <a:extLst>
              <a:ext uri="{FF2B5EF4-FFF2-40B4-BE49-F238E27FC236}">
                <a16:creationId xmlns:a16="http://schemas.microsoft.com/office/drawing/2014/main" id="{CC654C8F-A233-44E5-B5EF-D4C17A4BEB68}"/>
              </a:ext>
            </a:extLst>
          </p:cNvPr>
          <p:cNvSpPr>
            <a:spLocks noGrp="1"/>
          </p:cNvSpPr>
          <p:nvPr/>
        </p:nvSpPr>
        <p:spPr>
          <a:xfrm>
            <a:off x="6477000" y="2809875"/>
            <a:ext cx="200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Wave A · T1 = 0.112 s</a:t>
            </a:r>
          </a:p>
        </p:txBody>
      </p:sp>
      <p:sp>
        <p:nvSpPr>
          <p:cNvPr id="26" name="method-2-wave-b-label">
            <a:extLst>
              <a:ext uri="{FF2B5EF4-FFF2-40B4-BE49-F238E27FC236}">
                <a16:creationId xmlns:a16="http://schemas.microsoft.com/office/drawing/2014/main" id="{D52E2843-A79D-4E70-A00F-EB255CDFAC14}"/>
              </a:ext>
            </a:extLst>
          </p:cNvPr>
          <p:cNvSpPr>
            <a:spLocks noGrp="1"/>
          </p:cNvSpPr>
          <p:nvPr/>
        </p:nvSpPr>
        <p:spPr>
          <a:xfrm>
            <a:off x="9429750" y="2809875"/>
            <a:ext cx="2038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Wave B · carrier shown above</a:t>
            </a:r>
          </a:p>
        </p:txBody>
      </p:sp>
      <p:sp>
        <p:nvSpPr>
          <p:cNvPr id="27" name="method-3-surface">
            <a:extLst>
              <a:ext uri="{FF2B5EF4-FFF2-40B4-BE49-F238E27FC236}">
                <a16:creationId xmlns:a16="http://schemas.microsoft.com/office/drawing/2014/main" id="{96DABA16-32D8-404C-B2BC-A586A7A71F2D}"/>
              </a:ext>
            </a:extLst>
          </p:cNvPr>
          <p:cNvSpPr>
            <a:spLocks noGrp="1"/>
          </p:cNvSpPr>
          <p:nvPr/>
        </p:nvSpPr>
        <p:spPr>
          <a:xfrm>
            <a:off x="590550" y="3514725"/>
            <a:ext cx="5353050" cy="2000250"/>
          </a:xfrm>
          <a:prstGeom prst="rect">
            <a:avLst/>
          </a:prstGeom>
          <a:solidFill>
            <a:srgbClr val="F1EFEC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method-3-accent">
            <a:extLst>
              <a:ext uri="{FF2B5EF4-FFF2-40B4-BE49-F238E27FC236}">
                <a16:creationId xmlns:a16="http://schemas.microsoft.com/office/drawing/2014/main" id="{86CA7D96-CDDD-48C7-BDD8-603DFE365D1B}"/>
              </a:ext>
            </a:extLst>
          </p:cNvPr>
          <p:cNvSpPr>
            <a:spLocks noGrp="1"/>
          </p:cNvSpPr>
          <p:nvPr/>
        </p:nvSpPr>
        <p:spPr>
          <a:xfrm>
            <a:off x="590550" y="3514725"/>
            <a:ext cx="66675" cy="2000250"/>
          </a:xfrm>
          <a:prstGeom prst="rect">
            <a:avLst/>
          </a:prstGeom>
          <a:solidFill>
            <a:srgbClr val="3E8C61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method-3-title">
            <a:extLst>
              <a:ext uri="{FF2B5EF4-FFF2-40B4-BE49-F238E27FC236}">
                <a16:creationId xmlns:a16="http://schemas.microsoft.com/office/drawing/2014/main" id="{8F13C1DB-BAAA-4EAF-BCC6-47C65B5A8B5A}"/>
              </a:ext>
            </a:extLst>
          </p:cNvPr>
          <p:cNvSpPr>
            <a:spLocks noGrp="1"/>
          </p:cNvSpPr>
          <p:nvPr/>
        </p:nvSpPr>
        <p:spPr>
          <a:xfrm>
            <a:off x="819150" y="3629025"/>
            <a:ext cx="1571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950" b="1" i="0">
                <a:solidFill>
                  <a:srgbClr val="3E8C61"/>
                </a:solidFill>
                <a:latin typeface="Cambria"/>
                <a:ea typeface="Cambria"/>
                <a:cs typeface="Cambria"/>
              </a:defRPr>
            </a:pPr>
            <a:r>
              <a:rPr sz="1950" b="1" i="0">
                <a:solidFill>
                  <a:srgbClr val="3E8C61"/>
                </a:solidFill>
                <a:latin typeface="Cambria"/>
                <a:ea typeface="Cambria"/>
                <a:cs typeface="Cambria"/>
              </a:rPr>
              <a:t>Method 3</a:t>
            </a:r>
          </a:p>
        </p:txBody>
      </p:sp>
      <p:sp>
        <p:nvSpPr>
          <p:cNvPr id="30" name="method-3-target">
            <a:extLst>
              <a:ext uri="{FF2B5EF4-FFF2-40B4-BE49-F238E27FC236}">
                <a16:creationId xmlns:a16="http://schemas.microsoft.com/office/drawing/2014/main" id="{42958B52-6F80-4624-B9D3-A89D7493E03D}"/>
              </a:ext>
            </a:extLst>
          </p:cNvPr>
          <p:cNvSpPr>
            <a:spLocks noGrp="1"/>
          </p:cNvSpPr>
          <p:nvPr/>
        </p:nvSpPr>
        <p:spPr>
          <a:xfrm>
            <a:off x="2514600" y="3638550"/>
            <a:ext cx="3200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B target: (T*, d*) by intensity</a:t>
            </a:r>
          </a:p>
        </p:txBody>
      </p:sp>
      <p:sp>
        <p:nvSpPr>
          <p:cNvPr id="31" name="method-3-carrier">
            <a:extLst>
              <a:ext uri="{FF2B5EF4-FFF2-40B4-BE49-F238E27FC236}">
                <a16:creationId xmlns:a16="http://schemas.microsoft.com/office/drawing/2014/main" id="{4DC34147-5A8E-42F5-8317-B02C9F74FF32}"/>
              </a:ext>
            </a:extLst>
          </p:cNvPr>
          <p:cNvSpPr>
            <a:spLocks noGrp="1"/>
          </p:cNvSpPr>
          <p:nvPr/>
        </p:nvSpPr>
        <p:spPr>
          <a:xfrm>
            <a:off x="2514600" y="3933825"/>
            <a:ext cx="3200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B carrier: T* = 0.134 s</a:t>
            </a:r>
          </a:p>
        </p:txBody>
      </p:sp>
      <p:sp>
        <p:nvSpPr>
          <p:cNvPr id="32" name="method-3-axis-a">
            <a:extLst>
              <a:ext uri="{FF2B5EF4-FFF2-40B4-BE49-F238E27FC236}">
                <a16:creationId xmlns:a16="http://schemas.microsoft.com/office/drawing/2014/main" id="{7451B91E-4193-48E1-953D-A42F4094427D}"/>
              </a:ext>
            </a:extLst>
          </p:cNvPr>
          <p:cNvSpPr>
            <a:spLocks noGrp="1"/>
          </p:cNvSpPr>
          <p:nvPr/>
        </p:nvSpPr>
        <p:spPr>
          <a:xfrm>
            <a:off x="819150" y="4848225"/>
            <a:ext cx="1809750" cy="0"/>
          </a:xfrm>
          <a:prstGeom prst="line">
            <a:avLst/>
          </a:prstGeom>
          <a:noFill/>
          <a:ln w="9525">
            <a:solidFill>
              <a:srgbClr val="AAA49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method-3-axis-b">
            <a:extLst>
              <a:ext uri="{FF2B5EF4-FFF2-40B4-BE49-F238E27FC236}">
                <a16:creationId xmlns:a16="http://schemas.microsoft.com/office/drawing/2014/main" id="{FE68F847-4DEC-4FB9-B4E8-F4EB89463485}"/>
              </a:ext>
            </a:extLst>
          </p:cNvPr>
          <p:cNvSpPr>
            <a:spLocks noGrp="1"/>
          </p:cNvSpPr>
          <p:nvPr/>
        </p:nvSpPr>
        <p:spPr>
          <a:xfrm>
            <a:off x="3771900" y="4848225"/>
            <a:ext cx="1809750" cy="0"/>
          </a:xfrm>
          <a:prstGeom prst="line">
            <a:avLst/>
          </a:prstGeom>
          <a:noFill/>
          <a:ln w="9525">
            <a:solidFill>
              <a:srgbClr val="AAA49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method-3-wave-a">
            <a:extLst>
              <a:ext uri="{FF2B5EF4-FFF2-40B4-BE49-F238E27FC236}">
                <a16:creationId xmlns:a16="http://schemas.microsoft.com/office/drawing/2014/main" id="{BDEA71B2-4AFE-4A1A-A91B-93559ED62051}"/>
              </a:ext>
            </a:extLst>
          </p:cNvPr>
          <p:cNvSpPr>
            <a:spLocks noGrp="1"/>
          </p:cNvSpPr>
          <p:nvPr/>
        </p:nvSpPr>
        <p:spPr>
          <a:xfrm>
            <a:off x="819150" y="4686300"/>
            <a:ext cx="1809750" cy="323850"/>
          </a:xfrm>
          <a:custGeom>
            <a:avLst/>
            <a:gdLst/>
            <a:ahLst/>
            <a:cxnLst/>
            <a:rect l="0" t="0" r="0" b="0"/>
            <a:pathLst>
              <a:path w="1809750" h="323850">
                <a:moveTo>
                  <a:pt x="0" y="161925"/>
                </a:moveTo>
                <a:lnTo>
                  <a:pt x="30163" y="123896"/>
                </a:lnTo>
                <a:lnTo>
                  <a:pt x="60325" y="89590"/>
                </a:lnTo>
                <a:lnTo>
                  <a:pt x="90488" y="62365"/>
                </a:lnTo>
                <a:lnTo>
                  <a:pt x="120650" y="44885"/>
                </a:lnTo>
                <a:lnTo>
                  <a:pt x="150813" y="38862"/>
                </a:lnTo>
                <a:lnTo>
                  <a:pt x="180975" y="44885"/>
                </a:lnTo>
                <a:lnTo>
                  <a:pt x="211138" y="62365"/>
                </a:lnTo>
                <a:lnTo>
                  <a:pt x="241300" y="89590"/>
                </a:lnTo>
                <a:lnTo>
                  <a:pt x="271463" y="123896"/>
                </a:lnTo>
                <a:lnTo>
                  <a:pt x="301625" y="161925"/>
                </a:lnTo>
                <a:lnTo>
                  <a:pt x="331788" y="199954"/>
                </a:lnTo>
                <a:lnTo>
                  <a:pt x="361950" y="234260"/>
                </a:lnTo>
                <a:lnTo>
                  <a:pt x="392113" y="261485"/>
                </a:lnTo>
                <a:lnTo>
                  <a:pt x="422275" y="278965"/>
                </a:lnTo>
                <a:lnTo>
                  <a:pt x="452438" y="284988"/>
                </a:lnTo>
                <a:lnTo>
                  <a:pt x="482600" y="278965"/>
                </a:lnTo>
                <a:lnTo>
                  <a:pt x="512763" y="261485"/>
                </a:lnTo>
                <a:lnTo>
                  <a:pt x="542925" y="234260"/>
                </a:lnTo>
                <a:lnTo>
                  <a:pt x="573088" y="199954"/>
                </a:lnTo>
                <a:lnTo>
                  <a:pt x="603250" y="161925"/>
                </a:lnTo>
                <a:lnTo>
                  <a:pt x="633413" y="123896"/>
                </a:lnTo>
                <a:lnTo>
                  <a:pt x="663575" y="89590"/>
                </a:lnTo>
                <a:lnTo>
                  <a:pt x="693738" y="62365"/>
                </a:lnTo>
                <a:lnTo>
                  <a:pt x="723900" y="44885"/>
                </a:lnTo>
                <a:lnTo>
                  <a:pt x="754063" y="38862"/>
                </a:lnTo>
                <a:lnTo>
                  <a:pt x="784225" y="44885"/>
                </a:lnTo>
                <a:lnTo>
                  <a:pt x="814388" y="62365"/>
                </a:lnTo>
                <a:lnTo>
                  <a:pt x="844550" y="89590"/>
                </a:lnTo>
                <a:lnTo>
                  <a:pt x="874713" y="123896"/>
                </a:lnTo>
                <a:lnTo>
                  <a:pt x="904875" y="161925"/>
                </a:lnTo>
                <a:lnTo>
                  <a:pt x="935038" y="199954"/>
                </a:lnTo>
                <a:lnTo>
                  <a:pt x="965200" y="234260"/>
                </a:lnTo>
                <a:lnTo>
                  <a:pt x="995363" y="261485"/>
                </a:lnTo>
                <a:lnTo>
                  <a:pt x="1025525" y="278965"/>
                </a:lnTo>
                <a:lnTo>
                  <a:pt x="1055688" y="284988"/>
                </a:lnTo>
                <a:lnTo>
                  <a:pt x="1085850" y="278965"/>
                </a:lnTo>
                <a:lnTo>
                  <a:pt x="1116013" y="261485"/>
                </a:lnTo>
                <a:lnTo>
                  <a:pt x="1146175" y="234260"/>
                </a:lnTo>
                <a:lnTo>
                  <a:pt x="1176338" y="199954"/>
                </a:lnTo>
                <a:lnTo>
                  <a:pt x="1206500" y="161925"/>
                </a:lnTo>
                <a:lnTo>
                  <a:pt x="1236663" y="123896"/>
                </a:lnTo>
                <a:lnTo>
                  <a:pt x="1266825" y="89590"/>
                </a:lnTo>
                <a:lnTo>
                  <a:pt x="1296988" y="62365"/>
                </a:lnTo>
                <a:lnTo>
                  <a:pt x="1327150" y="44885"/>
                </a:lnTo>
                <a:lnTo>
                  <a:pt x="1357313" y="38862"/>
                </a:lnTo>
                <a:lnTo>
                  <a:pt x="1387475" y="44885"/>
                </a:lnTo>
                <a:lnTo>
                  <a:pt x="1417638" y="62365"/>
                </a:lnTo>
                <a:lnTo>
                  <a:pt x="1447800" y="89590"/>
                </a:lnTo>
                <a:lnTo>
                  <a:pt x="1477963" y="123896"/>
                </a:lnTo>
                <a:lnTo>
                  <a:pt x="1508125" y="161925"/>
                </a:lnTo>
                <a:lnTo>
                  <a:pt x="1538288" y="199954"/>
                </a:lnTo>
                <a:lnTo>
                  <a:pt x="1568450" y="234260"/>
                </a:lnTo>
                <a:lnTo>
                  <a:pt x="1598613" y="261485"/>
                </a:lnTo>
                <a:lnTo>
                  <a:pt x="1628775" y="278965"/>
                </a:lnTo>
                <a:lnTo>
                  <a:pt x="1658938" y="284988"/>
                </a:lnTo>
                <a:lnTo>
                  <a:pt x="1689100" y="278965"/>
                </a:lnTo>
                <a:lnTo>
                  <a:pt x="1719263" y="261485"/>
                </a:lnTo>
                <a:lnTo>
                  <a:pt x="1749425" y="234260"/>
                </a:lnTo>
                <a:lnTo>
                  <a:pt x="1779588" y="199954"/>
                </a:lnTo>
                <a:lnTo>
                  <a:pt x="1809750" y="161925"/>
                </a:lnTo>
              </a:path>
            </a:pathLst>
          </a:custGeom>
          <a:noFill/>
          <a:ln w="22860">
            <a:solidFill>
              <a:srgbClr val="B7684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method-3-wave-b">
            <a:extLst>
              <a:ext uri="{FF2B5EF4-FFF2-40B4-BE49-F238E27FC236}">
                <a16:creationId xmlns:a16="http://schemas.microsoft.com/office/drawing/2014/main" id="{7448FC9F-C037-4443-868D-6749A49218CE}"/>
              </a:ext>
            </a:extLst>
          </p:cNvPr>
          <p:cNvSpPr>
            <a:spLocks noGrp="1"/>
          </p:cNvSpPr>
          <p:nvPr/>
        </p:nvSpPr>
        <p:spPr>
          <a:xfrm>
            <a:off x="3771900" y="4686300"/>
            <a:ext cx="1809750" cy="323850"/>
          </a:xfrm>
          <a:custGeom>
            <a:avLst/>
            <a:gdLst/>
            <a:ahLst/>
            <a:cxnLst/>
            <a:rect l="0" t="0" r="0" b="0"/>
            <a:pathLst>
              <a:path w="1809750" h="323850">
                <a:moveTo>
                  <a:pt x="0" y="161925"/>
                </a:moveTo>
                <a:lnTo>
                  <a:pt x="30163" y="129981"/>
                </a:lnTo>
                <a:lnTo>
                  <a:pt x="60325" y="100227"/>
                </a:lnTo>
                <a:lnTo>
                  <a:pt x="90488" y="74703"/>
                </a:lnTo>
                <a:lnTo>
                  <a:pt x="120650" y="55157"/>
                </a:lnTo>
                <a:lnTo>
                  <a:pt x="150813" y="42932"/>
                </a:lnTo>
                <a:lnTo>
                  <a:pt x="180975" y="38863"/>
                </a:lnTo>
                <a:lnTo>
                  <a:pt x="211138" y="43231"/>
                </a:lnTo>
                <a:lnTo>
                  <a:pt x="241300" y="55736"/>
                </a:lnTo>
                <a:lnTo>
                  <a:pt x="271463" y="75521"/>
                </a:lnTo>
                <a:lnTo>
                  <a:pt x="301625" y="101228"/>
                </a:lnTo>
                <a:lnTo>
                  <a:pt x="331788" y="131097"/>
                </a:lnTo>
                <a:lnTo>
                  <a:pt x="361950" y="163079"/>
                </a:lnTo>
                <a:lnTo>
                  <a:pt x="392113" y="194982"/>
                </a:lnTo>
                <a:lnTo>
                  <a:pt x="422275" y="224619"/>
                </a:lnTo>
                <a:lnTo>
                  <a:pt x="452438" y="249958"/>
                </a:lnTo>
                <a:lnTo>
                  <a:pt x="482600" y="269262"/>
                </a:lnTo>
                <a:lnTo>
                  <a:pt x="512763" y="281207"/>
                </a:lnTo>
                <a:lnTo>
                  <a:pt x="542925" y="284976"/>
                </a:lnTo>
                <a:lnTo>
                  <a:pt x="573088" y="280309"/>
                </a:lnTo>
                <a:lnTo>
                  <a:pt x="603250" y="267526"/>
                </a:lnTo>
                <a:lnTo>
                  <a:pt x="633413" y="247504"/>
                </a:lnTo>
                <a:lnTo>
                  <a:pt x="663575" y="221615"/>
                </a:lnTo>
                <a:lnTo>
                  <a:pt x="693738" y="191634"/>
                </a:lnTo>
                <a:lnTo>
                  <a:pt x="723900" y="159617"/>
                </a:lnTo>
                <a:lnTo>
                  <a:pt x="754063" y="127758"/>
                </a:lnTo>
                <a:lnTo>
                  <a:pt x="784225" y="98241"/>
                </a:lnTo>
                <a:lnTo>
                  <a:pt x="814388" y="73090"/>
                </a:lnTo>
                <a:lnTo>
                  <a:pt x="844550" y="54029"/>
                </a:lnTo>
                <a:lnTo>
                  <a:pt x="874713" y="42364"/>
                </a:lnTo>
                <a:lnTo>
                  <a:pt x="904875" y="38896"/>
                </a:lnTo>
                <a:lnTo>
                  <a:pt x="935038" y="43862"/>
                </a:lnTo>
                <a:lnTo>
                  <a:pt x="965200" y="56921"/>
                </a:lnTo>
                <a:lnTo>
                  <a:pt x="995363" y="77179"/>
                </a:lnTo>
                <a:lnTo>
                  <a:pt x="1025525" y="103247"/>
                </a:lnTo>
                <a:lnTo>
                  <a:pt x="1055688" y="133337"/>
                </a:lnTo>
                <a:lnTo>
                  <a:pt x="1085850" y="165387"/>
                </a:lnTo>
                <a:lnTo>
                  <a:pt x="1116013" y="197199"/>
                </a:lnTo>
                <a:lnTo>
                  <a:pt x="1146175" y="226594"/>
                </a:lnTo>
                <a:lnTo>
                  <a:pt x="1176338" y="251555"/>
                </a:lnTo>
                <a:lnTo>
                  <a:pt x="1206500" y="270372"/>
                </a:lnTo>
                <a:lnTo>
                  <a:pt x="1236663" y="281754"/>
                </a:lnTo>
                <a:lnTo>
                  <a:pt x="1266825" y="284922"/>
                </a:lnTo>
                <a:lnTo>
                  <a:pt x="1296988" y="279657"/>
                </a:lnTo>
                <a:lnTo>
                  <a:pt x="1327150" y="266322"/>
                </a:lnTo>
                <a:lnTo>
                  <a:pt x="1357313" y="245830"/>
                </a:lnTo>
                <a:lnTo>
                  <a:pt x="1387475" y="219586"/>
                </a:lnTo>
                <a:lnTo>
                  <a:pt x="1417638" y="189389"/>
                </a:lnTo>
                <a:lnTo>
                  <a:pt x="1447800" y="157310"/>
                </a:lnTo>
                <a:lnTo>
                  <a:pt x="1477963" y="125547"/>
                </a:lnTo>
                <a:lnTo>
                  <a:pt x="1508125" y="96277"/>
                </a:lnTo>
                <a:lnTo>
                  <a:pt x="1538288" y="71508"/>
                </a:lnTo>
                <a:lnTo>
                  <a:pt x="1568450" y="52938"/>
                </a:lnTo>
                <a:lnTo>
                  <a:pt x="1598613" y="41838"/>
                </a:lnTo>
                <a:lnTo>
                  <a:pt x="1628775" y="38972"/>
                </a:lnTo>
                <a:lnTo>
                  <a:pt x="1658938" y="44534"/>
                </a:lnTo>
                <a:lnTo>
                  <a:pt x="1689100" y="58143"/>
                </a:lnTo>
                <a:lnTo>
                  <a:pt x="1719263" y="78868"/>
                </a:lnTo>
                <a:lnTo>
                  <a:pt x="1749425" y="105286"/>
                </a:lnTo>
                <a:lnTo>
                  <a:pt x="1779588" y="135587"/>
                </a:lnTo>
                <a:lnTo>
                  <a:pt x="1809750" y="167693"/>
                </a:lnTo>
              </a:path>
            </a:pathLst>
          </a:custGeom>
          <a:noFill/>
          <a:ln w="22860">
            <a:solidFill>
              <a:srgbClr val="3E8C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method-3-wave-a-label">
            <a:extLst>
              <a:ext uri="{FF2B5EF4-FFF2-40B4-BE49-F238E27FC236}">
                <a16:creationId xmlns:a16="http://schemas.microsoft.com/office/drawing/2014/main" id="{FE2D22A9-B1EC-4779-81E8-2A91F8945588}"/>
              </a:ext>
            </a:extLst>
          </p:cNvPr>
          <p:cNvSpPr>
            <a:spLocks noGrp="1"/>
          </p:cNvSpPr>
          <p:nvPr/>
        </p:nvSpPr>
        <p:spPr>
          <a:xfrm>
            <a:off x="819150" y="5019675"/>
            <a:ext cx="200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Wave A · T1 = 0.112 s</a:t>
            </a:r>
          </a:p>
        </p:txBody>
      </p:sp>
      <p:sp>
        <p:nvSpPr>
          <p:cNvPr id="37" name="method-3-wave-b-label">
            <a:extLst>
              <a:ext uri="{FF2B5EF4-FFF2-40B4-BE49-F238E27FC236}">
                <a16:creationId xmlns:a16="http://schemas.microsoft.com/office/drawing/2014/main" id="{D4D43794-5344-4DD4-AC85-C9E35A053845}"/>
              </a:ext>
            </a:extLst>
          </p:cNvPr>
          <p:cNvSpPr>
            <a:spLocks noGrp="1"/>
          </p:cNvSpPr>
          <p:nvPr/>
        </p:nvSpPr>
        <p:spPr>
          <a:xfrm>
            <a:off x="3771900" y="5019675"/>
            <a:ext cx="2038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Wave B · carrier shown above</a:t>
            </a:r>
          </a:p>
        </p:txBody>
      </p:sp>
      <p:sp>
        <p:nvSpPr>
          <p:cNvPr id="38" name="method-4-surface">
            <a:extLst>
              <a:ext uri="{FF2B5EF4-FFF2-40B4-BE49-F238E27FC236}">
                <a16:creationId xmlns:a16="http://schemas.microsoft.com/office/drawing/2014/main" id="{7E83CD53-2C0B-496D-A56B-561143A10B4E}"/>
              </a:ext>
            </a:extLst>
          </p:cNvPr>
          <p:cNvSpPr>
            <a:spLocks noGrp="1"/>
          </p:cNvSpPr>
          <p:nvPr/>
        </p:nvSpPr>
        <p:spPr>
          <a:xfrm>
            <a:off x="6248400" y="3514725"/>
            <a:ext cx="5353050" cy="2000250"/>
          </a:xfrm>
          <a:prstGeom prst="rect">
            <a:avLst/>
          </a:prstGeom>
          <a:solidFill>
            <a:srgbClr val="F1EFEC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method-4-accent">
            <a:extLst>
              <a:ext uri="{FF2B5EF4-FFF2-40B4-BE49-F238E27FC236}">
                <a16:creationId xmlns:a16="http://schemas.microsoft.com/office/drawing/2014/main" id="{52D4F9AE-015B-4F93-A673-2F4F867EBC8D}"/>
              </a:ext>
            </a:extLst>
          </p:cNvPr>
          <p:cNvSpPr>
            <a:spLocks noGrp="1"/>
          </p:cNvSpPr>
          <p:nvPr/>
        </p:nvSpPr>
        <p:spPr>
          <a:xfrm>
            <a:off x="6248400" y="3514725"/>
            <a:ext cx="66675" cy="2000250"/>
          </a:xfrm>
          <a:prstGeom prst="rect">
            <a:avLst/>
          </a:prstGeom>
          <a:solidFill>
            <a:srgbClr val="A14D8D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method-4-title">
            <a:extLst>
              <a:ext uri="{FF2B5EF4-FFF2-40B4-BE49-F238E27FC236}">
                <a16:creationId xmlns:a16="http://schemas.microsoft.com/office/drawing/2014/main" id="{5EAE00FF-DDE6-4FA5-8F0F-89F7C2F64DEE}"/>
              </a:ext>
            </a:extLst>
          </p:cNvPr>
          <p:cNvSpPr>
            <a:spLocks noGrp="1"/>
          </p:cNvSpPr>
          <p:nvPr/>
        </p:nvSpPr>
        <p:spPr>
          <a:xfrm>
            <a:off x="6477000" y="3629025"/>
            <a:ext cx="1571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950" b="1" i="0">
                <a:solidFill>
                  <a:srgbClr val="A14D8D"/>
                </a:solidFill>
                <a:latin typeface="Cambria"/>
                <a:ea typeface="Cambria"/>
                <a:cs typeface="Cambria"/>
              </a:defRPr>
            </a:pPr>
            <a:r>
              <a:rPr sz="1950" b="1" i="0">
                <a:solidFill>
                  <a:srgbClr val="A14D8D"/>
                </a:solidFill>
                <a:latin typeface="Cambria"/>
                <a:ea typeface="Cambria"/>
                <a:cs typeface="Cambria"/>
              </a:rPr>
              <a:t>Method 4</a:t>
            </a:r>
          </a:p>
        </p:txBody>
      </p:sp>
      <p:sp>
        <p:nvSpPr>
          <p:cNvPr id="41" name="method-4-target">
            <a:extLst>
              <a:ext uri="{FF2B5EF4-FFF2-40B4-BE49-F238E27FC236}">
                <a16:creationId xmlns:a16="http://schemas.microsoft.com/office/drawing/2014/main" id="{F59CCE7E-D1E8-4FF6-B525-B516D5BB0197}"/>
              </a:ext>
            </a:extLst>
          </p:cNvPr>
          <p:cNvSpPr>
            <a:spLocks noGrp="1"/>
          </p:cNvSpPr>
          <p:nvPr/>
        </p:nvSpPr>
        <p:spPr>
          <a:xfrm>
            <a:off x="8172450" y="3638550"/>
            <a:ext cx="3200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B target: (T*, d*) by intensity</a:t>
            </a:r>
          </a:p>
        </p:txBody>
      </p:sp>
      <p:sp>
        <p:nvSpPr>
          <p:cNvPr id="42" name="method-4-carrier">
            <a:extLst>
              <a:ext uri="{FF2B5EF4-FFF2-40B4-BE49-F238E27FC236}">
                <a16:creationId xmlns:a16="http://schemas.microsoft.com/office/drawing/2014/main" id="{E0E63FC4-EC32-4D3F-84FD-8B26F7DB02EA}"/>
              </a:ext>
            </a:extLst>
          </p:cNvPr>
          <p:cNvSpPr>
            <a:spLocks noGrp="1"/>
          </p:cNvSpPr>
          <p:nvPr/>
        </p:nvSpPr>
        <p:spPr>
          <a:xfrm>
            <a:off x="8172450" y="3933825"/>
            <a:ext cx="3200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B carrier: record Tp = 0.260 s</a:t>
            </a:r>
          </a:p>
        </p:txBody>
      </p:sp>
      <p:sp>
        <p:nvSpPr>
          <p:cNvPr id="43" name="method-4-axis-a">
            <a:extLst>
              <a:ext uri="{FF2B5EF4-FFF2-40B4-BE49-F238E27FC236}">
                <a16:creationId xmlns:a16="http://schemas.microsoft.com/office/drawing/2014/main" id="{2BCC2DE9-891A-4E35-9A1A-66A52DA9460B}"/>
              </a:ext>
            </a:extLst>
          </p:cNvPr>
          <p:cNvSpPr>
            <a:spLocks noGrp="1"/>
          </p:cNvSpPr>
          <p:nvPr/>
        </p:nvSpPr>
        <p:spPr>
          <a:xfrm>
            <a:off x="6477000" y="4848225"/>
            <a:ext cx="1809750" cy="0"/>
          </a:xfrm>
          <a:prstGeom prst="line">
            <a:avLst/>
          </a:prstGeom>
          <a:noFill/>
          <a:ln w="9525">
            <a:solidFill>
              <a:srgbClr val="AAA49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method-4-axis-b">
            <a:extLst>
              <a:ext uri="{FF2B5EF4-FFF2-40B4-BE49-F238E27FC236}">
                <a16:creationId xmlns:a16="http://schemas.microsoft.com/office/drawing/2014/main" id="{2A7EE898-D690-4E1A-B477-8EE2B67CBB11}"/>
              </a:ext>
            </a:extLst>
          </p:cNvPr>
          <p:cNvSpPr>
            <a:spLocks noGrp="1"/>
          </p:cNvSpPr>
          <p:nvPr/>
        </p:nvSpPr>
        <p:spPr>
          <a:xfrm>
            <a:off x="9429750" y="4848225"/>
            <a:ext cx="1809750" cy="0"/>
          </a:xfrm>
          <a:prstGeom prst="line">
            <a:avLst/>
          </a:prstGeom>
          <a:noFill/>
          <a:ln w="9525">
            <a:solidFill>
              <a:srgbClr val="AAA49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method-4-wave-a">
            <a:extLst>
              <a:ext uri="{FF2B5EF4-FFF2-40B4-BE49-F238E27FC236}">
                <a16:creationId xmlns:a16="http://schemas.microsoft.com/office/drawing/2014/main" id="{ADBD8CC9-BD37-48DF-A75D-878988D3B76A}"/>
              </a:ext>
            </a:extLst>
          </p:cNvPr>
          <p:cNvSpPr>
            <a:spLocks noGrp="1"/>
          </p:cNvSpPr>
          <p:nvPr/>
        </p:nvSpPr>
        <p:spPr>
          <a:xfrm>
            <a:off x="6477000" y="4686300"/>
            <a:ext cx="1809750" cy="323850"/>
          </a:xfrm>
          <a:custGeom>
            <a:avLst/>
            <a:gdLst/>
            <a:ahLst/>
            <a:cxnLst/>
            <a:rect l="0" t="0" r="0" b="0"/>
            <a:pathLst>
              <a:path w="1809750" h="323850">
                <a:moveTo>
                  <a:pt x="0" y="161925"/>
                </a:moveTo>
                <a:lnTo>
                  <a:pt x="30163" y="123896"/>
                </a:lnTo>
                <a:lnTo>
                  <a:pt x="60325" y="89590"/>
                </a:lnTo>
                <a:lnTo>
                  <a:pt x="90488" y="62365"/>
                </a:lnTo>
                <a:lnTo>
                  <a:pt x="120650" y="44885"/>
                </a:lnTo>
                <a:lnTo>
                  <a:pt x="150813" y="38862"/>
                </a:lnTo>
                <a:lnTo>
                  <a:pt x="180975" y="44885"/>
                </a:lnTo>
                <a:lnTo>
                  <a:pt x="211138" y="62365"/>
                </a:lnTo>
                <a:lnTo>
                  <a:pt x="241300" y="89590"/>
                </a:lnTo>
                <a:lnTo>
                  <a:pt x="271463" y="123896"/>
                </a:lnTo>
                <a:lnTo>
                  <a:pt x="301625" y="161925"/>
                </a:lnTo>
                <a:lnTo>
                  <a:pt x="331788" y="199954"/>
                </a:lnTo>
                <a:lnTo>
                  <a:pt x="361950" y="234260"/>
                </a:lnTo>
                <a:lnTo>
                  <a:pt x="392113" y="261485"/>
                </a:lnTo>
                <a:lnTo>
                  <a:pt x="422275" y="278965"/>
                </a:lnTo>
                <a:lnTo>
                  <a:pt x="452438" y="284988"/>
                </a:lnTo>
                <a:lnTo>
                  <a:pt x="482600" y="278965"/>
                </a:lnTo>
                <a:lnTo>
                  <a:pt x="512763" y="261485"/>
                </a:lnTo>
                <a:lnTo>
                  <a:pt x="542925" y="234260"/>
                </a:lnTo>
                <a:lnTo>
                  <a:pt x="573088" y="199954"/>
                </a:lnTo>
                <a:lnTo>
                  <a:pt x="603250" y="161925"/>
                </a:lnTo>
                <a:lnTo>
                  <a:pt x="633413" y="123896"/>
                </a:lnTo>
                <a:lnTo>
                  <a:pt x="663575" y="89590"/>
                </a:lnTo>
                <a:lnTo>
                  <a:pt x="693738" y="62365"/>
                </a:lnTo>
                <a:lnTo>
                  <a:pt x="723900" y="44885"/>
                </a:lnTo>
                <a:lnTo>
                  <a:pt x="754063" y="38862"/>
                </a:lnTo>
                <a:lnTo>
                  <a:pt x="784225" y="44885"/>
                </a:lnTo>
                <a:lnTo>
                  <a:pt x="814388" y="62365"/>
                </a:lnTo>
                <a:lnTo>
                  <a:pt x="844550" y="89590"/>
                </a:lnTo>
                <a:lnTo>
                  <a:pt x="874713" y="123896"/>
                </a:lnTo>
                <a:lnTo>
                  <a:pt x="904875" y="161925"/>
                </a:lnTo>
                <a:lnTo>
                  <a:pt x="935038" y="199954"/>
                </a:lnTo>
                <a:lnTo>
                  <a:pt x="965200" y="234260"/>
                </a:lnTo>
                <a:lnTo>
                  <a:pt x="995363" y="261485"/>
                </a:lnTo>
                <a:lnTo>
                  <a:pt x="1025525" y="278965"/>
                </a:lnTo>
                <a:lnTo>
                  <a:pt x="1055688" y="284988"/>
                </a:lnTo>
                <a:lnTo>
                  <a:pt x="1085850" y="278965"/>
                </a:lnTo>
                <a:lnTo>
                  <a:pt x="1116013" y="261485"/>
                </a:lnTo>
                <a:lnTo>
                  <a:pt x="1146175" y="234260"/>
                </a:lnTo>
                <a:lnTo>
                  <a:pt x="1176338" y="199954"/>
                </a:lnTo>
                <a:lnTo>
                  <a:pt x="1206500" y="161925"/>
                </a:lnTo>
                <a:lnTo>
                  <a:pt x="1236663" y="123896"/>
                </a:lnTo>
                <a:lnTo>
                  <a:pt x="1266825" y="89590"/>
                </a:lnTo>
                <a:lnTo>
                  <a:pt x="1296988" y="62365"/>
                </a:lnTo>
                <a:lnTo>
                  <a:pt x="1327150" y="44885"/>
                </a:lnTo>
                <a:lnTo>
                  <a:pt x="1357313" y="38862"/>
                </a:lnTo>
                <a:lnTo>
                  <a:pt x="1387475" y="44885"/>
                </a:lnTo>
                <a:lnTo>
                  <a:pt x="1417638" y="62365"/>
                </a:lnTo>
                <a:lnTo>
                  <a:pt x="1447800" y="89590"/>
                </a:lnTo>
                <a:lnTo>
                  <a:pt x="1477963" y="123896"/>
                </a:lnTo>
                <a:lnTo>
                  <a:pt x="1508125" y="161925"/>
                </a:lnTo>
                <a:lnTo>
                  <a:pt x="1538288" y="199954"/>
                </a:lnTo>
                <a:lnTo>
                  <a:pt x="1568450" y="234260"/>
                </a:lnTo>
                <a:lnTo>
                  <a:pt x="1598613" y="261485"/>
                </a:lnTo>
                <a:lnTo>
                  <a:pt x="1628775" y="278965"/>
                </a:lnTo>
                <a:lnTo>
                  <a:pt x="1658938" y="284988"/>
                </a:lnTo>
                <a:lnTo>
                  <a:pt x="1689100" y="278965"/>
                </a:lnTo>
                <a:lnTo>
                  <a:pt x="1719263" y="261485"/>
                </a:lnTo>
                <a:lnTo>
                  <a:pt x="1749425" y="234260"/>
                </a:lnTo>
                <a:lnTo>
                  <a:pt x="1779588" y="199954"/>
                </a:lnTo>
                <a:lnTo>
                  <a:pt x="1809750" y="161925"/>
                </a:lnTo>
              </a:path>
            </a:pathLst>
          </a:custGeom>
          <a:noFill/>
          <a:ln w="22860">
            <a:solidFill>
              <a:srgbClr val="B7684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method-4-wave-b">
            <a:extLst>
              <a:ext uri="{FF2B5EF4-FFF2-40B4-BE49-F238E27FC236}">
                <a16:creationId xmlns:a16="http://schemas.microsoft.com/office/drawing/2014/main" id="{97A32829-F4B7-415E-A86E-705855D257DF}"/>
              </a:ext>
            </a:extLst>
          </p:cNvPr>
          <p:cNvSpPr>
            <a:spLocks noGrp="1"/>
          </p:cNvSpPr>
          <p:nvPr/>
        </p:nvSpPr>
        <p:spPr>
          <a:xfrm>
            <a:off x="9429750" y="4686300"/>
            <a:ext cx="1809750" cy="323850"/>
          </a:xfrm>
          <a:custGeom>
            <a:avLst/>
            <a:gdLst/>
            <a:ahLst/>
            <a:cxnLst/>
            <a:rect l="0" t="0" r="0" b="0"/>
            <a:pathLst>
              <a:path w="1809750" h="323850">
                <a:moveTo>
                  <a:pt x="0" y="161925"/>
                </a:moveTo>
                <a:lnTo>
                  <a:pt x="30163" y="145322"/>
                </a:lnTo>
                <a:lnTo>
                  <a:pt x="60325" y="129022"/>
                </a:lnTo>
                <a:lnTo>
                  <a:pt x="90488" y="113324"/>
                </a:lnTo>
                <a:lnTo>
                  <a:pt x="120650" y="98515"/>
                </a:lnTo>
                <a:lnTo>
                  <a:pt x="150813" y="84865"/>
                </a:lnTo>
                <a:lnTo>
                  <a:pt x="180975" y="72624"/>
                </a:lnTo>
                <a:lnTo>
                  <a:pt x="211138" y="62016"/>
                </a:lnTo>
                <a:lnTo>
                  <a:pt x="241300" y="53236"/>
                </a:lnTo>
                <a:lnTo>
                  <a:pt x="271463" y="46443"/>
                </a:lnTo>
                <a:lnTo>
                  <a:pt x="301625" y="41761"/>
                </a:lnTo>
                <a:lnTo>
                  <a:pt x="331788" y="39277"/>
                </a:lnTo>
                <a:lnTo>
                  <a:pt x="361950" y="39036"/>
                </a:lnTo>
                <a:lnTo>
                  <a:pt x="392113" y="41042"/>
                </a:lnTo>
                <a:lnTo>
                  <a:pt x="422275" y="45258"/>
                </a:lnTo>
                <a:lnTo>
                  <a:pt x="452438" y="51608"/>
                </a:lnTo>
                <a:lnTo>
                  <a:pt x="482600" y="59975"/>
                </a:lnTo>
                <a:lnTo>
                  <a:pt x="512763" y="70207"/>
                </a:lnTo>
                <a:lnTo>
                  <a:pt x="542925" y="82115"/>
                </a:lnTo>
                <a:lnTo>
                  <a:pt x="573088" y="95483"/>
                </a:lnTo>
                <a:lnTo>
                  <a:pt x="603250" y="110066"/>
                </a:lnTo>
                <a:lnTo>
                  <a:pt x="633413" y="125597"/>
                </a:lnTo>
                <a:lnTo>
                  <a:pt x="663575" y="141793"/>
                </a:lnTo>
                <a:lnTo>
                  <a:pt x="693738" y="158357"/>
                </a:lnTo>
                <a:lnTo>
                  <a:pt x="723900" y="174986"/>
                </a:lnTo>
                <a:lnTo>
                  <a:pt x="754063" y="191376"/>
                </a:lnTo>
                <a:lnTo>
                  <a:pt x="784225" y="207228"/>
                </a:lnTo>
                <a:lnTo>
                  <a:pt x="814388" y="222251"/>
                </a:lnTo>
                <a:lnTo>
                  <a:pt x="844550" y="236171"/>
                </a:lnTo>
                <a:lnTo>
                  <a:pt x="874713" y="248733"/>
                </a:lnTo>
                <a:lnTo>
                  <a:pt x="904875" y="259708"/>
                </a:lnTo>
                <a:lnTo>
                  <a:pt x="935038" y="268895"/>
                </a:lnTo>
                <a:lnTo>
                  <a:pt x="965200" y="276126"/>
                </a:lnTo>
                <a:lnTo>
                  <a:pt x="995363" y="281268"/>
                </a:lnTo>
                <a:lnTo>
                  <a:pt x="1025525" y="284228"/>
                </a:lnTo>
                <a:lnTo>
                  <a:pt x="1055688" y="284952"/>
                </a:lnTo>
                <a:lnTo>
                  <a:pt x="1085850" y="283426"/>
                </a:lnTo>
                <a:lnTo>
                  <a:pt x="1116013" y="279678"/>
                </a:lnTo>
                <a:lnTo>
                  <a:pt x="1146175" y="273777"/>
                </a:lnTo>
                <a:lnTo>
                  <a:pt x="1176338" y="265831"/>
                </a:lnTo>
                <a:lnTo>
                  <a:pt x="1206500" y="255984"/>
                </a:lnTo>
                <a:lnTo>
                  <a:pt x="1236663" y="244417"/>
                </a:lnTo>
                <a:lnTo>
                  <a:pt x="1266825" y="231342"/>
                </a:lnTo>
                <a:lnTo>
                  <a:pt x="1296988" y="216998"/>
                </a:lnTo>
                <a:lnTo>
                  <a:pt x="1327150" y="201647"/>
                </a:lnTo>
                <a:lnTo>
                  <a:pt x="1357313" y="185569"/>
                </a:lnTo>
                <a:lnTo>
                  <a:pt x="1387475" y="169058"/>
                </a:lnTo>
                <a:lnTo>
                  <a:pt x="1417638" y="152418"/>
                </a:lnTo>
                <a:lnTo>
                  <a:pt x="1447800" y="135951"/>
                </a:lnTo>
                <a:lnTo>
                  <a:pt x="1477963" y="119959"/>
                </a:lnTo>
                <a:lnTo>
                  <a:pt x="1508125" y="104735"/>
                </a:lnTo>
                <a:lnTo>
                  <a:pt x="1538288" y="90556"/>
                </a:lnTo>
                <a:lnTo>
                  <a:pt x="1568450" y="77683"/>
                </a:lnTo>
                <a:lnTo>
                  <a:pt x="1598613" y="66350"/>
                </a:lnTo>
                <a:lnTo>
                  <a:pt x="1628775" y="56764"/>
                </a:lnTo>
                <a:lnTo>
                  <a:pt x="1658938" y="49102"/>
                </a:lnTo>
                <a:lnTo>
                  <a:pt x="1689100" y="43503"/>
                </a:lnTo>
                <a:lnTo>
                  <a:pt x="1719263" y="40069"/>
                </a:lnTo>
                <a:lnTo>
                  <a:pt x="1749425" y="38863"/>
                </a:lnTo>
                <a:lnTo>
                  <a:pt x="1779588" y="39908"/>
                </a:lnTo>
                <a:lnTo>
                  <a:pt x="1809750" y="43185"/>
                </a:lnTo>
              </a:path>
            </a:pathLst>
          </a:custGeom>
          <a:noFill/>
          <a:ln w="22860">
            <a:solidFill>
              <a:srgbClr val="A14D8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" name="method-4-wave-a-label">
            <a:extLst>
              <a:ext uri="{FF2B5EF4-FFF2-40B4-BE49-F238E27FC236}">
                <a16:creationId xmlns:a16="http://schemas.microsoft.com/office/drawing/2014/main" id="{E6862ED3-A955-4771-AB6B-D63750D0C87C}"/>
              </a:ext>
            </a:extLst>
          </p:cNvPr>
          <p:cNvSpPr>
            <a:spLocks noGrp="1"/>
          </p:cNvSpPr>
          <p:nvPr/>
        </p:nvSpPr>
        <p:spPr>
          <a:xfrm>
            <a:off x="6477000" y="5019675"/>
            <a:ext cx="200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Wave A · T1 = 0.112 s</a:t>
            </a:r>
          </a:p>
        </p:txBody>
      </p:sp>
      <p:sp>
        <p:nvSpPr>
          <p:cNvPr id="48" name="method-4-wave-b-label">
            <a:extLst>
              <a:ext uri="{FF2B5EF4-FFF2-40B4-BE49-F238E27FC236}">
                <a16:creationId xmlns:a16="http://schemas.microsoft.com/office/drawing/2014/main" id="{7FA702E6-B310-496C-8BC7-8D822233C5CB}"/>
              </a:ext>
            </a:extLst>
          </p:cNvPr>
          <p:cNvSpPr>
            <a:spLocks noGrp="1"/>
          </p:cNvSpPr>
          <p:nvPr/>
        </p:nvSpPr>
        <p:spPr>
          <a:xfrm>
            <a:off x="9429750" y="5019675"/>
            <a:ext cx="2038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Wave B · carrier shown above</a:t>
            </a:r>
          </a:p>
        </p:txBody>
      </p:sp>
      <p:sp>
        <p:nvSpPr>
          <p:cNvPr id="49" name="methods-footer-rule">
            <a:extLst>
              <a:ext uri="{FF2B5EF4-FFF2-40B4-BE49-F238E27FC236}">
                <a16:creationId xmlns:a16="http://schemas.microsoft.com/office/drawing/2014/main" id="{08C326FA-56C8-4528-840C-A9D378BCCA16}"/>
              </a:ext>
            </a:extLst>
          </p:cNvPr>
          <p:cNvSpPr>
            <a:spLocks noGrp="1"/>
          </p:cNvSpPr>
          <p:nvPr/>
        </p:nvSpPr>
        <p:spPr>
          <a:xfrm>
            <a:off x="590550" y="5715000"/>
            <a:ext cx="11010900" cy="0"/>
          </a:xfrm>
          <a:prstGeom prst="line">
            <a:avLst/>
          </a:prstGeom>
          <a:noFill/>
          <a:ln w="9525">
            <a:solidFill>
              <a:srgbClr val="D4D0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methods-footer-note">
            <a:extLst>
              <a:ext uri="{FF2B5EF4-FFF2-40B4-BE49-F238E27FC236}">
                <a16:creationId xmlns:a16="http://schemas.microsoft.com/office/drawing/2014/main" id="{EF6AD256-CA7C-4524-A83B-253DD2D4089B}"/>
              </a:ext>
            </a:extLst>
          </p:cNvPr>
          <p:cNvSpPr>
            <a:spLocks noGrp="1"/>
          </p:cNvSpPr>
          <p:nvPr/>
        </p:nvSpPr>
        <p:spPr>
          <a:xfrm>
            <a:off x="609600" y="5829300"/>
            <a:ext cx="10953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Target = desired spectral displacement at an oscillator period. Carrier = input sine period. The fit adjusts wave velocities with carrier periods fixed; Methods 3–4 use precomputed targets.</a:t>
            </a:r>
          </a:p>
        </p:txBody>
      </p:sp>
    </p:spTree>
    <p:extLst>
      <p:ext uri="{BB962C8B-B14F-4D97-AF65-F5344CB8AC3E}">
        <p14:creationId xmlns:p14="http://schemas.microsoft.com/office/powerpoint/2010/main" val="16980856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-number-circle-2">
            <a:extLst>
              <a:ext uri="{FF2B5EF4-FFF2-40B4-BE49-F238E27FC236}">
                <a16:creationId xmlns:a16="http://schemas.microsoft.com/office/drawing/2014/main" id="{7D9134A7-3FDD-462C-9206-BD8D2B520B78}"/>
              </a:ext>
            </a:extLst>
          </p:cNvPr>
          <p:cNvSpPr>
            <a:spLocks noGrp="1"/>
          </p:cNvSpPr>
          <p:nvPr/>
        </p:nvSpPr>
        <p:spPr>
          <a:xfrm>
            <a:off x="495300" y="352425"/>
            <a:ext cx="400050" cy="400050"/>
          </a:xfrm>
          <a:prstGeom prst="ellipse">
            <a:avLst/>
          </a:prstGeom>
          <a:solidFill>
            <a:srgbClr val="B7684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slide-number-2">
            <a:extLst>
              <a:ext uri="{FF2B5EF4-FFF2-40B4-BE49-F238E27FC236}">
                <a16:creationId xmlns:a16="http://schemas.microsoft.com/office/drawing/2014/main" id="{A5C2044F-F937-4BE6-AAC8-99B14559E148}"/>
              </a:ext>
            </a:extLst>
          </p:cNvPr>
          <p:cNvSpPr>
            <a:spLocks noGrp="1"/>
          </p:cNvSpPr>
          <p:nvPr/>
        </p:nvSpPr>
        <p:spPr>
          <a:xfrm>
            <a:off x="495300" y="352425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3" name="slide-title-2">
            <a:extLst>
              <a:ext uri="{FF2B5EF4-FFF2-40B4-BE49-F238E27FC236}">
                <a16:creationId xmlns:a16="http://schemas.microsoft.com/office/drawing/2014/main" id="{EF760D52-F87F-420D-83D6-45B62B6F70DA}"/>
              </a:ext>
            </a:extLst>
          </p:cNvPr>
          <p:cNvSpPr>
            <a:spLocks noGrp="1"/>
          </p:cNvSpPr>
          <p:nvPr/>
        </p:nvSpPr>
        <p:spPr>
          <a:xfrm>
            <a:off x="1066800" y="285750"/>
            <a:ext cx="10572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Reading targets at fixed periods</a:t>
            </a:r>
          </a:p>
        </p:txBody>
      </p:sp>
      <p:sp>
        <p:nvSpPr>
          <p:cNvPr id="4" name="slide-subtitle-2">
            <a:extLst>
              <a:ext uri="{FF2B5EF4-FFF2-40B4-BE49-F238E27FC236}">
                <a16:creationId xmlns:a16="http://schemas.microsoft.com/office/drawing/2014/main" id="{7BC3D03E-B8FF-4AAC-91DE-AD4FD05100AA}"/>
              </a:ext>
            </a:extLst>
          </p:cNvPr>
          <p:cNvSpPr>
            <a:spLocks noGrp="1"/>
          </p:cNvSpPr>
          <p:nvPr/>
        </p:nvSpPr>
        <p:spPr>
          <a:xfrm>
            <a:off x="1066800" y="838200"/>
            <a:ext cx="1047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T1 and Teff come from the wall idealisation; each run supplies a scaled record spectrum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="590550" y="1409700"/>
          <a:ext cx="11010900" cy="4000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pectrum-period-key">
            <a:extLst>
              <a:ext uri="{FF2B5EF4-FFF2-40B4-BE49-F238E27FC236}">
                <a16:creationId xmlns:a16="http://schemas.microsoft.com/office/drawing/2014/main" id="{8485F973-3212-4DA6-AFE5-5E87EDFD380E}"/>
              </a:ext>
            </a:extLst>
          </p:cNvPr>
          <p:cNvSpPr>
            <a:spLocks noGrp="1"/>
          </p:cNvSpPr>
          <p:nvPr/>
        </p:nvSpPr>
        <p:spPr>
          <a:xfrm>
            <a:off x="762000" y="54292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Guides: T1 = 0.112 s (dark)  ·  Teff = 0.241 s (terracotta)</a:t>
            </a:r>
          </a:p>
        </p:txBody>
      </p:sp>
      <p:sp>
        <p:nvSpPr>
          <p:cNvPr id="7" name="spectrum-record-key">
            <a:extLst>
              <a:ext uri="{FF2B5EF4-FFF2-40B4-BE49-F238E27FC236}">
                <a16:creationId xmlns:a16="http://schemas.microsoft.com/office/drawing/2014/main" id="{F04B2F92-351C-492A-878A-9AAAD29708E6}"/>
              </a:ext>
            </a:extLst>
          </p:cNvPr>
          <p:cNvSpPr>
            <a:spLocks noGrp="1"/>
          </p:cNvSpPr>
          <p:nvPr/>
        </p:nvSpPr>
        <p:spPr>
          <a:xfrm>
            <a:off x="762000" y="5705475"/>
            <a:ext cx="10668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Curves: HU12 (blue, 21 runs)  ·  EC40 (green, 4 runs)  ·  FR76 (terracotta, 4 runs)</a:t>
            </a:r>
          </a:p>
        </p:txBody>
      </p:sp>
      <p:sp>
        <p:nvSpPr>
          <p:cNvPr id="8" name="spectrum-target-equations">
            <a:extLst>
              <a:ext uri="{FF2B5EF4-FFF2-40B4-BE49-F238E27FC236}">
                <a16:creationId xmlns:a16="http://schemas.microsoft.com/office/drawing/2014/main" id="{A5F8A356-BB7C-49DC-8387-BA2DA1FEBCB1}"/>
              </a:ext>
            </a:extLst>
          </p:cNvPr>
          <p:cNvSpPr>
            <a:spLocks noGrp="1"/>
          </p:cNvSpPr>
          <p:nvPr/>
        </p:nvSpPr>
        <p:spPr>
          <a:xfrm>
            <a:off x="762000" y="6076950"/>
            <a:ext cx="106680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1" i="0">
                <a:solidFill>
                  <a:srgbClr val="B7684B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B7684B"/>
                </a:solidFill>
                <a:latin typeface="Calibri"/>
                <a:ea typeface="Calibri"/>
                <a:cs typeface="Calibri"/>
              </a:rPr>
              <a:t>Wave A target = scale × Sd(T1)     ·     Method 1 Wave B target = scale × Sd(Teff)</a:t>
            </a:r>
          </a:p>
        </p:txBody>
      </p:sp>
    </p:spTree>
    <p:extLst>
      <p:ext uri="{BB962C8B-B14F-4D97-AF65-F5344CB8AC3E}">
        <p14:creationId xmlns:p14="http://schemas.microsoft.com/office/powerpoint/2010/main" val="13107579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-number-circle-3">
            <a:extLst>
              <a:ext uri="{FF2B5EF4-FFF2-40B4-BE49-F238E27FC236}">
                <a16:creationId xmlns:a16="http://schemas.microsoft.com/office/drawing/2014/main" id="{39AEBF26-6C78-4194-8E44-F563888515C8}"/>
              </a:ext>
            </a:extLst>
          </p:cNvPr>
          <p:cNvSpPr>
            <a:spLocks noGrp="1"/>
          </p:cNvSpPr>
          <p:nvPr/>
        </p:nvSpPr>
        <p:spPr>
          <a:xfrm>
            <a:off x="495300" y="352425"/>
            <a:ext cx="400050" cy="400050"/>
          </a:xfrm>
          <a:prstGeom prst="ellipse">
            <a:avLst/>
          </a:prstGeom>
          <a:solidFill>
            <a:srgbClr val="B7684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slide-number-3">
            <a:extLst>
              <a:ext uri="{FF2B5EF4-FFF2-40B4-BE49-F238E27FC236}">
                <a16:creationId xmlns:a16="http://schemas.microsoft.com/office/drawing/2014/main" id="{BC3F72D6-3B13-439E-B9C6-ED1AEB994C7F}"/>
              </a:ext>
            </a:extLst>
          </p:cNvPr>
          <p:cNvSpPr>
            <a:spLocks noGrp="1"/>
          </p:cNvSpPr>
          <p:nvPr/>
        </p:nvSpPr>
        <p:spPr>
          <a:xfrm>
            <a:off x="495300" y="352425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3" name="slide-title-3">
            <a:extLst>
              <a:ext uri="{FF2B5EF4-FFF2-40B4-BE49-F238E27FC236}">
                <a16:creationId xmlns:a16="http://schemas.microsoft.com/office/drawing/2014/main" id="{B5AFAB56-FEBB-453B-8DF1-BF025A4D1466}"/>
              </a:ext>
            </a:extLst>
          </p:cNvPr>
          <p:cNvSpPr>
            <a:spLocks noGrp="1"/>
          </p:cNvSpPr>
          <p:nvPr/>
        </p:nvSpPr>
        <p:spPr>
          <a:xfrm>
            <a:off x="1066800" y="285750"/>
            <a:ext cx="10572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Method 3 target for Run 22</a:t>
            </a:r>
          </a:p>
        </p:txBody>
      </p:sp>
      <p:sp>
        <p:nvSpPr>
          <p:cNvPr id="4" name="slide-subtitle-3">
            <a:extLst>
              <a:ext uri="{FF2B5EF4-FFF2-40B4-BE49-F238E27FC236}">
                <a16:creationId xmlns:a16="http://schemas.microsoft.com/office/drawing/2014/main" id="{94EA2D4F-4CEA-40F0-90B2-9CC4884D04A0}"/>
              </a:ext>
            </a:extLst>
          </p:cNvPr>
          <p:cNvSpPr>
            <a:spLocks noGrp="1"/>
          </p:cNvSpPr>
          <p:nvPr/>
        </p:nvSpPr>
        <p:spPr>
          <a:xfrm>
            <a:off x="1066800" y="838200"/>
            <a:ext cx="1047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A stable fixed point between the scaled FR76 spectrum and the cracked pushover backbone</a:t>
            </a:r>
          </a:p>
        </p:txBody>
      </p:sp>
      <p:sp>
        <p:nvSpPr>
          <p:cNvPr id="5" name="dstar-equation">
            <a:extLst>
              <a:ext uri="{FF2B5EF4-FFF2-40B4-BE49-F238E27FC236}">
                <a16:creationId xmlns:a16="http://schemas.microsoft.com/office/drawing/2014/main" id="{6B060172-FD57-4D72-85D1-36928EE7A7F1}"/>
              </a:ext>
            </a:extLst>
          </p:cNvPr>
          <p:cNvSpPr>
            <a:spLocks noGrp="1"/>
          </p:cNvSpPr>
          <p:nvPr/>
        </p:nvSpPr>
        <p:spPr>
          <a:xfrm>
            <a:off x="762000" y="1381125"/>
            <a:ext cx="10668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325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325" b="1" i="0" dirty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d* = 1.00 × Sd,FR76(</a:t>
            </a:r>
            <a:r>
              <a:rPr sz="2325" b="1" i="0" dirty="0" err="1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Tsec</a:t>
            </a:r>
            <a:r>
              <a:rPr sz="2325" b="1" i="0" dirty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(d*))</a:t>
            </a:r>
          </a:p>
        </p:txBody>
      </p:sp>
      <p:sp>
        <p:nvSpPr>
          <p:cNvPr id="6" name="dstar-period-equation">
            <a:extLst>
              <a:ext uri="{FF2B5EF4-FFF2-40B4-BE49-F238E27FC236}">
                <a16:creationId xmlns:a16="http://schemas.microsoft.com/office/drawing/2014/main" id="{714184B0-7070-4B60-8729-45836B139565}"/>
              </a:ext>
            </a:extLst>
          </p:cNvPr>
          <p:cNvSpPr>
            <a:spLocks noGrp="1"/>
          </p:cNvSpPr>
          <p:nvPr/>
        </p:nvSpPr>
        <p:spPr>
          <a:xfrm>
            <a:off x="762000" y="1905000"/>
            <a:ext cx="10668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650" b="0" i="0">
                <a:solidFill>
                  <a:srgbClr val="716D69"/>
                </a:solidFill>
                <a:latin typeface="Cambria"/>
                <a:ea typeface="Cambria"/>
                <a:cs typeface="Cambria"/>
              </a:defRPr>
            </a:pPr>
            <a:r>
              <a:rPr sz="1650" b="0" i="0">
                <a:solidFill>
                  <a:srgbClr val="716D69"/>
                </a:solidFill>
                <a:latin typeface="Cambria"/>
                <a:ea typeface="Cambria"/>
                <a:cs typeface="Cambria"/>
              </a:rPr>
              <a:t>Tsec(d) = 2π √[ meff / (Fcracked(d) / d) ]</a:t>
            </a:r>
          </a:p>
        </p:txBody>
      </p:sp>
      <p:sp>
        <p:nvSpPr>
          <p:cNvPr id="7" name="dstar-step-0-heading">
            <a:extLst>
              <a:ext uri="{FF2B5EF4-FFF2-40B4-BE49-F238E27FC236}">
                <a16:creationId xmlns:a16="http://schemas.microsoft.com/office/drawing/2014/main" id="{EFBB4A7E-08BD-441F-842A-0F4281C46FBA}"/>
              </a:ext>
            </a:extLst>
          </p:cNvPr>
          <p:cNvSpPr>
            <a:spLocks noGrp="1"/>
          </p:cNvSpPr>
          <p:nvPr/>
        </p:nvSpPr>
        <p:spPr>
          <a:xfrm>
            <a:off x="781050" y="2876550"/>
            <a:ext cx="304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 i="0">
                <a:solidFill>
                  <a:srgbClr val="B7684B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B7684B"/>
                </a:solidFill>
                <a:latin typeface="Calibri"/>
                <a:ea typeface="Calibri"/>
                <a:cs typeface="Calibri"/>
              </a:rPr>
              <a:t>TRIAL DISPLACEMENT</a:t>
            </a:r>
          </a:p>
        </p:txBody>
      </p:sp>
      <p:sp>
        <p:nvSpPr>
          <p:cNvPr id="8" name="dstar-step-0-value">
            <a:extLst>
              <a:ext uri="{FF2B5EF4-FFF2-40B4-BE49-F238E27FC236}">
                <a16:creationId xmlns:a16="http://schemas.microsoft.com/office/drawing/2014/main" id="{18C40AF3-FE45-4FA9-BD93-C090CE16FFC0}"/>
              </a:ext>
            </a:extLst>
          </p:cNvPr>
          <p:cNvSpPr>
            <a:spLocks noGrp="1"/>
          </p:cNvSpPr>
          <p:nvPr/>
        </p:nvSpPr>
        <p:spPr>
          <a:xfrm>
            <a:off x="781050" y="3267075"/>
            <a:ext cx="314325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325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325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3.423 mm</a:t>
            </a:r>
          </a:p>
        </p:txBody>
      </p:sp>
      <p:sp>
        <p:nvSpPr>
          <p:cNvPr id="9" name="dstar-step-0-detail">
            <a:extLst>
              <a:ext uri="{FF2B5EF4-FFF2-40B4-BE49-F238E27FC236}">
                <a16:creationId xmlns:a16="http://schemas.microsoft.com/office/drawing/2014/main" id="{D2A56F18-A60C-49B7-9357-A565BDF05735}"/>
              </a:ext>
            </a:extLst>
          </p:cNvPr>
          <p:cNvSpPr>
            <a:spLocks noGrp="1"/>
          </p:cNvSpPr>
          <p:nvPr/>
        </p:nvSpPr>
        <p:spPr>
          <a:xfrm>
            <a:off x="781050" y="3838575"/>
            <a:ext cx="3143250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Run 22 · FR76 × scale 1.00</a:t>
            </a:r>
          </a:p>
        </p:txBody>
      </p:sp>
      <p:sp>
        <p:nvSpPr>
          <p:cNvPr id="10" name="dstar-step-divider-0">
            <a:extLst>
              <a:ext uri="{FF2B5EF4-FFF2-40B4-BE49-F238E27FC236}">
                <a16:creationId xmlns:a16="http://schemas.microsoft.com/office/drawing/2014/main" id="{472808B6-969B-40A5-8437-08CDB857733C}"/>
              </a:ext>
            </a:extLst>
          </p:cNvPr>
          <p:cNvSpPr>
            <a:spLocks noGrp="1"/>
          </p:cNvSpPr>
          <p:nvPr/>
        </p:nvSpPr>
        <p:spPr>
          <a:xfrm>
            <a:off x="4152900" y="2886075"/>
            <a:ext cx="0" cy="1609725"/>
          </a:xfrm>
          <a:prstGeom prst="line">
            <a:avLst/>
          </a:prstGeom>
          <a:noFill/>
          <a:ln w="9525">
            <a:solidFill>
              <a:srgbClr val="D4D0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dstar-step-1-heading">
            <a:extLst>
              <a:ext uri="{FF2B5EF4-FFF2-40B4-BE49-F238E27FC236}">
                <a16:creationId xmlns:a16="http://schemas.microsoft.com/office/drawing/2014/main" id="{7D1DDA26-806C-4056-B881-BAA0E72898E3}"/>
              </a:ext>
            </a:extLst>
          </p:cNvPr>
          <p:cNvSpPr>
            <a:spLocks noGrp="1"/>
          </p:cNvSpPr>
          <p:nvPr/>
        </p:nvSpPr>
        <p:spPr>
          <a:xfrm>
            <a:off x="4552950" y="2876550"/>
            <a:ext cx="304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 i="0">
                <a:solidFill>
                  <a:srgbClr val="B7684B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B7684B"/>
                </a:solidFill>
                <a:latin typeface="Calibri"/>
                <a:ea typeface="Calibri"/>
                <a:cs typeface="Calibri"/>
              </a:rPr>
              <a:t>PUSHOVER SECANT</a:t>
            </a:r>
          </a:p>
        </p:txBody>
      </p:sp>
      <p:sp>
        <p:nvSpPr>
          <p:cNvPr id="12" name="dstar-step-1-value">
            <a:extLst>
              <a:ext uri="{FF2B5EF4-FFF2-40B4-BE49-F238E27FC236}">
                <a16:creationId xmlns:a16="http://schemas.microsoft.com/office/drawing/2014/main" id="{B621CAE2-44B4-447E-BBFA-914AA8A21028}"/>
              </a:ext>
            </a:extLst>
          </p:cNvPr>
          <p:cNvSpPr>
            <a:spLocks noGrp="1"/>
          </p:cNvSpPr>
          <p:nvPr/>
        </p:nvSpPr>
        <p:spPr>
          <a:xfrm>
            <a:off x="4552950" y="3267075"/>
            <a:ext cx="314325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325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325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12.360 kN</a:t>
            </a:r>
          </a:p>
        </p:txBody>
      </p:sp>
      <p:sp>
        <p:nvSpPr>
          <p:cNvPr id="13" name="dstar-step-1-detail">
            <a:extLst>
              <a:ext uri="{FF2B5EF4-FFF2-40B4-BE49-F238E27FC236}">
                <a16:creationId xmlns:a16="http://schemas.microsoft.com/office/drawing/2014/main" id="{B58AB7BD-F6F9-40D9-8B3A-16AD17A14382}"/>
              </a:ext>
            </a:extLst>
          </p:cNvPr>
          <p:cNvSpPr>
            <a:spLocks noGrp="1"/>
          </p:cNvSpPr>
          <p:nvPr/>
        </p:nvSpPr>
        <p:spPr>
          <a:xfrm>
            <a:off x="4552950" y="3838575"/>
            <a:ext cx="3143250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Fcracked at d* · ksec = F/d = 3.611 kN/mm</a:t>
            </a:r>
          </a:p>
        </p:txBody>
      </p:sp>
      <p:sp>
        <p:nvSpPr>
          <p:cNvPr id="14" name="dstar-step-divider-1">
            <a:extLst>
              <a:ext uri="{FF2B5EF4-FFF2-40B4-BE49-F238E27FC236}">
                <a16:creationId xmlns:a16="http://schemas.microsoft.com/office/drawing/2014/main" id="{5D8FB9CD-6FA7-4B7D-B55A-920EF522790D}"/>
              </a:ext>
            </a:extLst>
          </p:cNvPr>
          <p:cNvSpPr>
            <a:spLocks noGrp="1"/>
          </p:cNvSpPr>
          <p:nvPr/>
        </p:nvSpPr>
        <p:spPr>
          <a:xfrm>
            <a:off x="7924800" y="2886075"/>
            <a:ext cx="0" cy="1609725"/>
          </a:xfrm>
          <a:prstGeom prst="line">
            <a:avLst/>
          </a:prstGeom>
          <a:noFill/>
          <a:ln w="9525">
            <a:solidFill>
              <a:srgbClr val="D4D0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dstar-step-2-heading">
            <a:extLst>
              <a:ext uri="{FF2B5EF4-FFF2-40B4-BE49-F238E27FC236}">
                <a16:creationId xmlns:a16="http://schemas.microsoft.com/office/drawing/2014/main" id="{CB87E756-EDDC-4335-9FB0-204420FE10F8}"/>
              </a:ext>
            </a:extLst>
          </p:cNvPr>
          <p:cNvSpPr>
            <a:spLocks noGrp="1"/>
          </p:cNvSpPr>
          <p:nvPr/>
        </p:nvSpPr>
        <p:spPr>
          <a:xfrm>
            <a:off x="8324850" y="2876550"/>
            <a:ext cx="304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 i="0">
                <a:solidFill>
                  <a:srgbClr val="B7684B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B7684B"/>
                </a:solidFill>
                <a:latin typeface="Calibri"/>
                <a:ea typeface="Calibri"/>
                <a:cs typeface="Calibri"/>
              </a:rPr>
              <a:t>READ THE SPECTRUM</a:t>
            </a:r>
          </a:p>
        </p:txBody>
      </p:sp>
      <p:sp>
        <p:nvSpPr>
          <p:cNvPr id="16" name="dstar-step-2-value">
            <a:extLst>
              <a:ext uri="{FF2B5EF4-FFF2-40B4-BE49-F238E27FC236}">
                <a16:creationId xmlns:a16="http://schemas.microsoft.com/office/drawing/2014/main" id="{6419A99E-F977-495E-9C72-4CF9BFBBC85E}"/>
              </a:ext>
            </a:extLst>
          </p:cNvPr>
          <p:cNvSpPr>
            <a:spLocks noGrp="1"/>
          </p:cNvSpPr>
          <p:nvPr/>
        </p:nvSpPr>
        <p:spPr>
          <a:xfrm>
            <a:off x="8324850" y="3267075"/>
            <a:ext cx="314325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325" b="1" i="0">
                <a:solidFill>
                  <a:srgbClr val="3E8C61"/>
                </a:solidFill>
                <a:latin typeface="Cambria"/>
                <a:ea typeface="Cambria"/>
                <a:cs typeface="Cambria"/>
              </a:defRPr>
            </a:pPr>
            <a:r>
              <a:rPr sz="2325" b="1" i="0">
                <a:solidFill>
                  <a:srgbClr val="3E8C61"/>
                </a:solidFill>
                <a:latin typeface="Cambria"/>
                <a:ea typeface="Cambria"/>
                <a:cs typeface="Cambria"/>
              </a:rPr>
              <a:t>0.133704 s</a:t>
            </a:r>
          </a:p>
        </p:txBody>
      </p:sp>
      <p:sp>
        <p:nvSpPr>
          <p:cNvPr id="17" name="dstar-step-2-detail">
            <a:extLst>
              <a:ext uri="{FF2B5EF4-FFF2-40B4-BE49-F238E27FC236}">
                <a16:creationId xmlns:a16="http://schemas.microsoft.com/office/drawing/2014/main" id="{4047E28D-5F40-4729-8FEE-10B2D740363B}"/>
              </a:ext>
            </a:extLst>
          </p:cNvPr>
          <p:cNvSpPr>
            <a:spLocks noGrp="1"/>
          </p:cNvSpPr>
          <p:nvPr/>
        </p:nvSpPr>
        <p:spPr>
          <a:xfrm>
            <a:off x="8324850" y="3838575"/>
            <a:ext cx="3143250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Tsec → Sd,FR76 = 3.423 mm</a:t>
            </a:r>
          </a:p>
        </p:txBody>
      </p:sp>
      <p:sp>
        <p:nvSpPr>
          <p:cNvPr id="18" name="dstar-mass-check">
            <a:extLst>
              <a:ext uri="{FF2B5EF4-FFF2-40B4-BE49-F238E27FC236}">
                <a16:creationId xmlns:a16="http://schemas.microsoft.com/office/drawing/2014/main" id="{E59C5BE2-9B7B-45B5-B0C4-2358698FADF1}"/>
              </a:ext>
            </a:extLst>
          </p:cNvPr>
          <p:cNvSpPr>
            <a:spLocks noGrp="1"/>
          </p:cNvSpPr>
          <p:nvPr/>
        </p:nvSpPr>
        <p:spPr>
          <a:xfrm>
            <a:off x="800100" y="4667250"/>
            <a:ext cx="10572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meff = 1,635 kg  →  Tsec = 2π√(1,635 / 3.611×10⁶) = 0.133704 s</a:t>
            </a:r>
          </a:p>
        </p:txBody>
      </p:sp>
      <p:sp>
        <p:nvSpPr>
          <p:cNvPr id="19" name="dstar-result-rule">
            <a:extLst>
              <a:ext uri="{FF2B5EF4-FFF2-40B4-BE49-F238E27FC236}">
                <a16:creationId xmlns:a16="http://schemas.microsoft.com/office/drawing/2014/main" id="{5F29A5D0-FB33-4F54-98E9-2828ABFAED44}"/>
              </a:ext>
            </a:extLst>
          </p:cNvPr>
          <p:cNvSpPr>
            <a:spLocks noGrp="1"/>
          </p:cNvSpPr>
          <p:nvPr/>
        </p:nvSpPr>
        <p:spPr>
          <a:xfrm>
            <a:off x="781050" y="5191125"/>
            <a:ext cx="10629900" cy="0"/>
          </a:xfrm>
          <a:prstGeom prst="line">
            <a:avLst/>
          </a:prstGeom>
          <a:noFill/>
          <a:ln w="9525">
            <a:solidFill>
              <a:srgbClr val="D4D0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dstar-result-note">
            <a:extLst>
              <a:ext uri="{FF2B5EF4-FFF2-40B4-BE49-F238E27FC236}">
                <a16:creationId xmlns:a16="http://schemas.microsoft.com/office/drawing/2014/main" id="{621EDF8C-A5C9-4D8A-8790-08A204BC4788}"/>
              </a:ext>
            </a:extLst>
          </p:cNvPr>
          <p:cNvSpPr>
            <a:spLocks noGrp="1"/>
          </p:cNvSpPr>
          <p:nvPr/>
        </p:nvSpPr>
        <p:spPr>
          <a:xfrm>
            <a:off x="800100" y="5353050"/>
            <a:ext cx="10572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75" b="1" i="0">
                <a:solidFill>
                  <a:srgbClr val="3E8C61"/>
                </a:solidFill>
                <a:latin typeface="Cambria"/>
                <a:ea typeface="Cambria"/>
                <a:cs typeface="Cambria"/>
              </a:defRPr>
            </a:pPr>
            <a:r>
              <a:rPr sz="1575" b="1" i="0">
                <a:solidFill>
                  <a:srgbClr val="3E8C61"/>
                </a:solidFill>
                <a:latin typeface="Cambria"/>
                <a:ea typeface="Cambria"/>
                <a:cs typeface="Cambria"/>
              </a:rPr>
              <a:t>At that period, FR76 gives Sd = 3.423 mm. Demand equals the trial displacement, so this is d*.</a:t>
            </a:r>
          </a:p>
        </p:txBody>
      </p:sp>
      <p:sp>
        <p:nvSpPr>
          <p:cNvPr id="21" name="dstar-schedule-caveat">
            <a:extLst>
              <a:ext uri="{FF2B5EF4-FFF2-40B4-BE49-F238E27FC236}">
                <a16:creationId xmlns:a16="http://schemas.microsoft.com/office/drawing/2014/main" id="{53391DC1-154C-4A09-AA88-70B5EC59F936}"/>
              </a:ext>
            </a:extLst>
          </p:cNvPr>
          <p:cNvSpPr>
            <a:spLocks noGrp="1"/>
          </p:cNvSpPr>
          <p:nvPr/>
        </p:nvSpPr>
        <p:spPr>
          <a:xfrm>
            <a:off x="800100" y="5934075"/>
            <a:ext cx="10572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The cracked backbone follows the precomputed target schedule after an earlier target crossed dy; Run 21's measured response is not used.</a:t>
            </a:r>
          </a:p>
        </p:txBody>
      </p:sp>
    </p:spTree>
    <p:extLst>
      <p:ext uri="{BB962C8B-B14F-4D97-AF65-F5344CB8AC3E}">
        <p14:creationId xmlns:p14="http://schemas.microsoft.com/office/powerpoint/2010/main" val="10859284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-number-circle-4">
            <a:extLst>
              <a:ext uri="{FF2B5EF4-FFF2-40B4-BE49-F238E27FC236}">
                <a16:creationId xmlns:a16="http://schemas.microsoft.com/office/drawing/2014/main" id="{BF3FDCD0-B9CA-4703-B2CC-B132BEAFD29D}"/>
              </a:ext>
            </a:extLst>
          </p:cNvPr>
          <p:cNvSpPr>
            <a:spLocks noGrp="1"/>
          </p:cNvSpPr>
          <p:nvPr/>
        </p:nvSpPr>
        <p:spPr>
          <a:xfrm>
            <a:off x="495300" y="352425"/>
            <a:ext cx="400050" cy="400050"/>
          </a:xfrm>
          <a:prstGeom prst="ellipse">
            <a:avLst/>
          </a:prstGeom>
          <a:solidFill>
            <a:srgbClr val="B7684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slide-number-4">
            <a:extLst>
              <a:ext uri="{FF2B5EF4-FFF2-40B4-BE49-F238E27FC236}">
                <a16:creationId xmlns:a16="http://schemas.microsoft.com/office/drawing/2014/main" id="{98C678D7-1320-43BA-A93C-FE50C8212DD3}"/>
              </a:ext>
            </a:extLst>
          </p:cNvPr>
          <p:cNvSpPr>
            <a:spLocks noGrp="1"/>
          </p:cNvSpPr>
          <p:nvPr/>
        </p:nvSpPr>
        <p:spPr>
          <a:xfrm>
            <a:off x="495300" y="352425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3" name="slide-title-4">
            <a:extLst>
              <a:ext uri="{FF2B5EF4-FFF2-40B4-BE49-F238E27FC236}">
                <a16:creationId xmlns:a16="http://schemas.microsoft.com/office/drawing/2014/main" id="{CE4A66EE-0DA3-411A-9EC6-15AA8ADD7AC0}"/>
              </a:ext>
            </a:extLst>
          </p:cNvPr>
          <p:cNvSpPr>
            <a:spLocks noGrp="1"/>
          </p:cNvSpPr>
          <p:nvPr/>
        </p:nvSpPr>
        <p:spPr>
          <a:xfrm>
            <a:off x="1066800" y="285750"/>
            <a:ext cx="10572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Run 22 input velocity</a:t>
            </a:r>
          </a:p>
        </p:txBody>
      </p:sp>
      <p:sp>
        <p:nvSpPr>
          <p:cNvPr id="4" name="slide-subtitle-4">
            <a:extLst>
              <a:ext uri="{FF2B5EF4-FFF2-40B4-BE49-F238E27FC236}">
                <a16:creationId xmlns:a16="http://schemas.microsoft.com/office/drawing/2014/main" id="{F170AD6C-1B8C-4132-A8C6-1DE8E5717044}"/>
              </a:ext>
            </a:extLst>
          </p:cNvPr>
          <p:cNvSpPr>
            <a:spLocks noGrp="1"/>
          </p:cNvSpPr>
          <p:nvPr/>
        </p:nvSpPr>
        <p:spPr>
          <a:xfrm>
            <a:off x="1066800" y="838200"/>
            <a:ext cx="1047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Actual FR76 × 1.00 velocity tables imported into 3DEC · Wave A is common to all methods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="552450" y="1371600"/>
          <a:ext cx="11068050" cy="4305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input-velocity-note">
            <a:extLst>
              <a:ext uri="{FF2B5EF4-FFF2-40B4-BE49-F238E27FC236}">
                <a16:creationId xmlns:a16="http://schemas.microsoft.com/office/drawing/2014/main" id="{E48A929C-73B3-4FF1-BC6C-123C6F883543}"/>
              </a:ext>
            </a:extLst>
          </p:cNvPr>
          <p:cNvSpPr>
            <a:spLocks noGrp="1"/>
          </p:cNvSpPr>
          <p:nvPr/>
        </p:nvSpPr>
        <p:spPr>
          <a:xfrm>
            <a:off x="742950" y="5819775"/>
            <a:ext cx="1071562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Wave A carrier = 0.110 s in every method. The fitting routine changes the Wave A/B velocity amplitudes; the selected carrier periods stay fixed.</a:t>
            </a:r>
          </a:p>
        </p:txBody>
      </p:sp>
    </p:spTree>
    <p:extLst>
      <p:ext uri="{BB962C8B-B14F-4D97-AF65-F5344CB8AC3E}">
        <p14:creationId xmlns:p14="http://schemas.microsoft.com/office/powerpoint/2010/main" val="2762255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-number-circle-5">
            <a:extLst>
              <a:ext uri="{FF2B5EF4-FFF2-40B4-BE49-F238E27FC236}">
                <a16:creationId xmlns:a16="http://schemas.microsoft.com/office/drawing/2014/main" id="{8A6256EB-8F7B-4513-8F4E-9BFB1CF147F9}"/>
              </a:ext>
            </a:extLst>
          </p:cNvPr>
          <p:cNvSpPr>
            <a:spLocks noGrp="1"/>
          </p:cNvSpPr>
          <p:nvPr/>
        </p:nvSpPr>
        <p:spPr>
          <a:xfrm>
            <a:off x="495300" y="352425"/>
            <a:ext cx="400050" cy="400050"/>
          </a:xfrm>
          <a:prstGeom prst="ellipse">
            <a:avLst/>
          </a:prstGeom>
          <a:solidFill>
            <a:srgbClr val="B7684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slide-number-5">
            <a:extLst>
              <a:ext uri="{FF2B5EF4-FFF2-40B4-BE49-F238E27FC236}">
                <a16:creationId xmlns:a16="http://schemas.microsoft.com/office/drawing/2014/main" id="{803F7953-9225-4840-B994-1F197E8B8276}"/>
              </a:ext>
            </a:extLst>
          </p:cNvPr>
          <p:cNvSpPr>
            <a:spLocks noGrp="1"/>
          </p:cNvSpPr>
          <p:nvPr/>
        </p:nvSpPr>
        <p:spPr>
          <a:xfrm>
            <a:off x="495300" y="352425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3" name="slide-title-5">
            <a:extLst>
              <a:ext uri="{FF2B5EF4-FFF2-40B4-BE49-F238E27FC236}">
                <a16:creationId xmlns:a16="http://schemas.microsoft.com/office/drawing/2014/main" id="{B822D458-F78B-49CA-989F-7B303843BB3D}"/>
              </a:ext>
            </a:extLst>
          </p:cNvPr>
          <p:cNvSpPr>
            <a:spLocks noGrp="1"/>
          </p:cNvSpPr>
          <p:nvPr/>
        </p:nvSpPr>
        <p:spPr>
          <a:xfrm>
            <a:off x="1066800" y="285750"/>
            <a:ext cx="10572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Peak response and spectral calibration</a:t>
            </a:r>
          </a:p>
        </p:txBody>
      </p:sp>
      <p:sp>
        <p:nvSpPr>
          <p:cNvPr id="4" name="slide-subtitle-5">
            <a:extLst>
              <a:ext uri="{FF2B5EF4-FFF2-40B4-BE49-F238E27FC236}">
                <a16:creationId xmlns:a16="http://schemas.microsoft.com/office/drawing/2014/main" id="{50DB4DA3-F620-4396-BA8A-4C6A29354321}"/>
              </a:ext>
            </a:extLst>
          </p:cNvPr>
          <p:cNvSpPr>
            <a:spLocks noGrp="1"/>
          </p:cNvSpPr>
          <p:nvPr/>
        </p:nvSpPr>
        <p:spPr>
          <a:xfrm>
            <a:off x="1066800" y="838200"/>
            <a:ext cx="1047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Runs 22–24 compare with US-1 Test 9; Run 25 has no matching specimen test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66725" y="1277553"/>
            <a:ext cx="11258550" cy="3636145"/>
          </a:xfrm>
          <a:prstGeom prst="rect">
            <a:avLst/>
          </a:prstGeom>
        </p:spPr>
      </p:pic>
      <p:sp>
        <p:nvSpPr>
          <p:cNvPr id="6" name="best-displacement-value">
            <a:extLst>
              <a:ext uri="{FF2B5EF4-FFF2-40B4-BE49-F238E27FC236}">
                <a16:creationId xmlns:a16="http://schemas.microsoft.com/office/drawing/2014/main" id="{042F6A47-349A-49C5-B1CC-296798ACD08C}"/>
              </a:ext>
            </a:extLst>
          </p:cNvPr>
          <p:cNvSpPr>
            <a:spLocks noGrp="1"/>
          </p:cNvSpPr>
          <p:nvPr/>
        </p:nvSpPr>
        <p:spPr>
          <a:xfrm>
            <a:off x="904875" y="5143500"/>
            <a:ext cx="2238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000" b="1" i="0">
                <a:solidFill>
                  <a:srgbClr val="E07A2D"/>
                </a:solidFill>
                <a:latin typeface="Cambria"/>
                <a:ea typeface="Cambria"/>
                <a:cs typeface="Cambria"/>
              </a:defRPr>
            </a:pPr>
            <a:r>
              <a:rPr sz="3000" b="1" i="0">
                <a:solidFill>
                  <a:srgbClr val="E07A2D"/>
                </a:solidFill>
                <a:latin typeface="Cambria"/>
                <a:ea typeface="Cambria"/>
                <a:cs typeface="Cambria"/>
              </a:rPr>
              <a:t>17.1%</a:t>
            </a:r>
          </a:p>
        </p:txBody>
      </p:sp>
      <p:sp>
        <p:nvSpPr>
          <p:cNvPr id="7" name="best-displacement-label">
            <a:extLst>
              <a:ext uri="{FF2B5EF4-FFF2-40B4-BE49-F238E27FC236}">
                <a16:creationId xmlns:a16="http://schemas.microsoft.com/office/drawing/2014/main" id="{05D5182C-4A0D-43D6-B307-725B951461E5}"/>
              </a:ext>
            </a:extLst>
          </p:cNvPr>
          <p:cNvSpPr>
            <a:spLocks noGrp="1"/>
          </p:cNvSpPr>
          <p:nvPr/>
        </p:nvSpPr>
        <p:spPr>
          <a:xfrm>
            <a:off x="933450" y="5591175"/>
            <a:ext cx="2952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Method 2 mean OOP error</a:t>
            </a:r>
          </a:p>
        </p:txBody>
      </p:sp>
      <p:sp>
        <p:nvSpPr>
          <p:cNvPr id="8" name="comparison-mid-rule">
            <a:extLst>
              <a:ext uri="{FF2B5EF4-FFF2-40B4-BE49-F238E27FC236}">
                <a16:creationId xmlns:a16="http://schemas.microsoft.com/office/drawing/2014/main" id="{98C02F62-2AAE-4157-932C-653029B1FA86}"/>
              </a:ext>
            </a:extLst>
          </p:cNvPr>
          <p:cNvSpPr>
            <a:spLocks noGrp="1"/>
          </p:cNvSpPr>
          <p:nvPr/>
        </p:nvSpPr>
        <p:spPr>
          <a:xfrm>
            <a:off x="6096000" y="5153025"/>
            <a:ext cx="0" cy="733425"/>
          </a:xfrm>
          <a:prstGeom prst="line">
            <a:avLst/>
          </a:prstGeom>
          <a:noFill/>
          <a:ln w="9525">
            <a:solidFill>
              <a:srgbClr val="D4D0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best-baseshear-value">
            <a:extLst>
              <a:ext uri="{FF2B5EF4-FFF2-40B4-BE49-F238E27FC236}">
                <a16:creationId xmlns:a16="http://schemas.microsoft.com/office/drawing/2014/main" id="{66A9871B-A0B2-4B26-AADE-0AC81D66C956}"/>
              </a:ext>
            </a:extLst>
          </p:cNvPr>
          <p:cNvSpPr>
            <a:spLocks noGrp="1"/>
          </p:cNvSpPr>
          <p:nvPr/>
        </p:nvSpPr>
        <p:spPr>
          <a:xfrm>
            <a:off x="6667500" y="5143500"/>
            <a:ext cx="1905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000" b="1" i="0">
                <a:solidFill>
                  <a:srgbClr val="276B8E"/>
                </a:solidFill>
                <a:latin typeface="Cambria"/>
                <a:ea typeface="Cambria"/>
                <a:cs typeface="Cambria"/>
              </a:defRPr>
            </a:pPr>
            <a:r>
              <a:rPr sz="3000" b="1" i="0">
                <a:solidFill>
                  <a:srgbClr val="276B8E"/>
                </a:solidFill>
                <a:latin typeface="Cambria"/>
                <a:ea typeface="Cambria"/>
                <a:cs typeface="Cambria"/>
              </a:rPr>
              <a:t>9.3%</a:t>
            </a:r>
          </a:p>
        </p:txBody>
      </p:sp>
      <p:sp>
        <p:nvSpPr>
          <p:cNvPr id="10" name="best-baseshear-label">
            <a:extLst>
              <a:ext uri="{FF2B5EF4-FFF2-40B4-BE49-F238E27FC236}">
                <a16:creationId xmlns:a16="http://schemas.microsoft.com/office/drawing/2014/main" id="{FBE2C11A-88CB-4595-80AC-17001779D1AC}"/>
              </a:ext>
            </a:extLst>
          </p:cNvPr>
          <p:cNvSpPr>
            <a:spLocks noGrp="1"/>
          </p:cNvSpPr>
          <p:nvPr/>
        </p:nvSpPr>
        <p:spPr>
          <a:xfrm>
            <a:off x="6705600" y="5591175"/>
            <a:ext cx="4619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Method 1 mean base-shear peak error</a:t>
            </a:r>
          </a:p>
        </p:txBody>
      </p:sp>
      <p:sp>
        <p:nvSpPr>
          <p:cNvPr id="11" name="fit-provisional-note">
            <a:extLst>
              <a:ext uri="{FF2B5EF4-FFF2-40B4-BE49-F238E27FC236}">
                <a16:creationId xmlns:a16="http://schemas.microsoft.com/office/drawing/2014/main" id="{DD51E31B-CB7A-4E54-AE42-886824C0D447}"/>
              </a:ext>
            </a:extLst>
          </p:cNvPr>
          <p:cNvSpPr>
            <a:spLocks noGrp="1"/>
          </p:cNvSpPr>
          <p:nvPr/>
        </p:nvSpPr>
        <p:spPr>
          <a:xfrm>
            <a:off x="704850" y="6115050"/>
            <a:ext cx="10763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All 16 spectral fits missed the 2% convergence tolerance. Treat these response rankings as provisional.</a:t>
            </a:r>
          </a:p>
        </p:txBody>
      </p:sp>
    </p:spTree>
    <p:extLst>
      <p:ext uri="{BB962C8B-B14F-4D97-AF65-F5344CB8AC3E}">
        <p14:creationId xmlns:p14="http://schemas.microsoft.com/office/powerpoint/2010/main" val="14086743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-number-circle-6">
            <a:extLst>
              <a:ext uri="{FF2B5EF4-FFF2-40B4-BE49-F238E27FC236}">
                <a16:creationId xmlns:a16="http://schemas.microsoft.com/office/drawing/2014/main" id="{35749A2D-A0EC-4EBC-9309-F7B67FEA63F4}"/>
              </a:ext>
            </a:extLst>
          </p:cNvPr>
          <p:cNvSpPr>
            <a:spLocks noGrp="1"/>
          </p:cNvSpPr>
          <p:nvPr/>
        </p:nvSpPr>
        <p:spPr>
          <a:xfrm>
            <a:off x="495300" y="352425"/>
            <a:ext cx="400050" cy="400050"/>
          </a:xfrm>
          <a:prstGeom prst="ellipse">
            <a:avLst/>
          </a:prstGeom>
          <a:solidFill>
            <a:srgbClr val="B7684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slide-number-6">
            <a:extLst>
              <a:ext uri="{FF2B5EF4-FFF2-40B4-BE49-F238E27FC236}">
                <a16:creationId xmlns:a16="http://schemas.microsoft.com/office/drawing/2014/main" id="{78F45701-D077-4D94-A369-C322A45B339D}"/>
              </a:ext>
            </a:extLst>
          </p:cNvPr>
          <p:cNvSpPr>
            <a:spLocks noGrp="1"/>
          </p:cNvSpPr>
          <p:nvPr/>
        </p:nvSpPr>
        <p:spPr>
          <a:xfrm>
            <a:off x="495300" y="352425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3" name="slide-title-6">
            <a:extLst>
              <a:ext uri="{FF2B5EF4-FFF2-40B4-BE49-F238E27FC236}">
                <a16:creationId xmlns:a16="http://schemas.microsoft.com/office/drawing/2014/main" id="{D700076A-9B69-427D-B56B-FAE41C85B743}"/>
              </a:ext>
            </a:extLst>
          </p:cNvPr>
          <p:cNvSpPr>
            <a:spLocks noGrp="1"/>
          </p:cNvSpPr>
          <p:nvPr/>
        </p:nvSpPr>
        <p:spPr>
          <a:xfrm>
            <a:off x="1066800" y="285750"/>
            <a:ext cx="10572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Peak-response comparison: Method 2 highlighted</a:t>
            </a:r>
          </a:p>
        </p:txBody>
      </p:sp>
      <p:sp>
        <p:nvSpPr>
          <p:cNvPr id="4" name="slide-subtitle-6">
            <a:extLst>
              <a:ext uri="{FF2B5EF4-FFF2-40B4-BE49-F238E27FC236}">
                <a16:creationId xmlns:a16="http://schemas.microsoft.com/office/drawing/2014/main" id="{95260445-B8C2-4D04-A661-8BE3E239C1CC}"/>
              </a:ext>
            </a:extLst>
          </p:cNvPr>
          <p:cNvSpPr>
            <a:spLocks noGrp="1"/>
          </p:cNvSpPr>
          <p:nvPr/>
        </p:nvSpPr>
        <p:spPr>
          <a:xfrm>
            <a:off x="1066800" y="838200"/>
            <a:ext cx="1047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Methods 1, 3 and 4 are muted; the experimental series remains visible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66725" y="1363278"/>
            <a:ext cx="11258550" cy="3636145"/>
          </a:xfrm>
          <a:prstGeom prst="rect">
            <a:avLst/>
          </a:prstGeom>
        </p:spPr>
      </p:pic>
      <p:sp>
        <p:nvSpPr>
          <p:cNvPr id="6" name="method2-highlight-takeaway">
            <a:extLst>
              <a:ext uri="{FF2B5EF4-FFF2-40B4-BE49-F238E27FC236}">
                <a16:creationId xmlns:a16="http://schemas.microsoft.com/office/drawing/2014/main" id="{93886179-AE2E-43A0-92F4-6A59DD0114E4}"/>
              </a:ext>
            </a:extLst>
          </p:cNvPr>
          <p:cNvSpPr>
            <a:spLocks noGrp="1"/>
          </p:cNvSpPr>
          <p:nvPr/>
        </p:nvSpPr>
        <p:spPr>
          <a:xfrm>
            <a:off x="723900" y="5353050"/>
            <a:ext cx="1076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425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Method 2 has the lowest mean peak OOP error (17.1%); Method 1 still has the lowest base-shear error (9.3%).</a:t>
            </a:r>
          </a:p>
        </p:txBody>
      </p:sp>
      <p:sp>
        <p:nvSpPr>
          <p:cNvPr id="7" name="method2-highlight-caveat">
            <a:extLst>
              <a:ext uri="{FF2B5EF4-FFF2-40B4-BE49-F238E27FC236}">
                <a16:creationId xmlns:a16="http://schemas.microsoft.com/office/drawing/2014/main" id="{39964832-ACF0-4469-B020-89BCE9DAE899}"/>
              </a:ext>
            </a:extLst>
          </p:cNvPr>
          <p:cNvSpPr>
            <a:spLocks noGrp="1"/>
          </p:cNvSpPr>
          <p:nvPr/>
        </p:nvSpPr>
        <p:spPr>
          <a:xfrm>
            <a:off x="723900" y="6067425"/>
            <a:ext cx="10763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All 16 spectral fits missed the 2% convergence tolerance; treat these rankings as provisional.</a:t>
            </a:r>
          </a:p>
        </p:txBody>
      </p:sp>
    </p:spTree>
    <p:extLst>
      <p:ext uri="{BB962C8B-B14F-4D97-AF65-F5344CB8AC3E}">
        <p14:creationId xmlns:p14="http://schemas.microsoft.com/office/powerpoint/2010/main" val="18147026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E2CDDA1-83C1-02D7-4C66-9E4430C88D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03584"/>
            <a:ext cx="12192000" cy="2250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3688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lide-number-circle-7">
            <a:extLst>
              <a:ext uri="{FF2B5EF4-FFF2-40B4-BE49-F238E27FC236}">
                <a16:creationId xmlns:a16="http://schemas.microsoft.com/office/drawing/2014/main" id="{2F136B6A-D5F7-4B6F-BB08-F29A494DD18D}"/>
              </a:ext>
            </a:extLst>
          </p:cNvPr>
          <p:cNvSpPr>
            <a:spLocks noGrp="1"/>
          </p:cNvSpPr>
          <p:nvPr/>
        </p:nvSpPr>
        <p:spPr>
          <a:xfrm>
            <a:off x="495300" y="352425"/>
            <a:ext cx="400050" cy="400050"/>
          </a:xfrm>
          <a:prstGeom prst="ellipse">
            <a:avLst/>
          </a:prstGeom>
          <a:solidFill>
            <a:srgbClr val="B7684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slide-number-7">
            <a:extLst>
              <a:ext uri="{FF2B5EF4-FFF2-40B4-BE49-F238E27FC236}">
                <a16:creationId xmlns:a16="http://schemas.microsoft.com/office/drawing/2014/main" id="{6596E023-A8C9-4501-BCE3-2984EA1E2F1E}"/>
              </a:ext>
            </a:extLst>
          </p:cNvPr>
          <p:cNvSpPr>
            <a:spLocks noGrp="1"/>
          </p:cNvSpPr>
          <p:nvPr/>
        </p:nvSpPr>
        <p:spPr>
          <a:xfrm>
            <a:off x="495300" y="352425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sp>
        <p:nvSpPr>
          <p:cNvPr id="3" name="slide-title-7">
            <a:extLst>
              <a:ext uri="{FF2B5EF4-FFF2-40B4-BE49-F238E27FC236}">
                <a16:creationId xmlns:a16="http://schemas.microsoft.com/office/drawing/2014/main" id="{26C91327-298D-4E1A-A673-CAFF21FD7F90}"/>
              </a:ext>
            </a:extLst>
          </p:cNvPr>
          <p:cNvSpPr>
            <a:spLocks noGrp="1"/>
          </p:cNvSpPr>
          <p:nvPr/>
        </p:nvSpPr>
        <p:spPr>
          <a:xfrm>
            <a:off x="1066800" y="285750"/>
            <a:ext cx="10572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Two base-shear measures</a:t>
            </a:r>
          </a:p>
        </p:txBody>
      </p:sp>
      <p:sp>
        <p:nvSpPr>
          <p:cNvPr id="4" name="slide-subtitle-7">
            <a:extLst>
              <a:ext uri="{FF2B5EF4-FFF2-40B4-BE49-F238E27FC236}">
                <a16:creationId xmlns:a16="http://schemas.microsoft.com/office/drawing/2014/main" id="{40AFCE7C-F182-4441-AAAF-7963579A4EEE}"/>
              </a:ext>
            </a:extLst>
          </p:cNvPr>
          <p:cNvSpPr>
            <a:spLocks noGrp="1"/>
          </p:cNvSpPr>
          <p:nvPr/>
        </p:nvSpPr>
        <p:spPr>
          <a:xfrm>
            <a:off x="1066800" y="838200"/>
            <a:ext cx="1047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cstav is a model support reaction; the test reports an inertia-derived estimate</a:t>
            </a:r>
          </a:p>
        </p:txBody>
      </p:sp>
      <p:sp>
        <p:nvSpPr>
          <p:cNvPr id="5" name="baseshear-definition-divider">
            <a:extLst>
              <a:ext uri="{FF2B5EF4-FFF2-40B4-BE49-F238E27FC236}">
                <a16:creationId xmlns:a16="http://schemas.microsoft.com/office/drawing/2014/main" id="{C8A3DC98-76DE-4E29-8C12-4E652CA3B875}"/>
              </a:ext>
            </a:extLst>
          </p:cNvPr>
          <p:cNvSpPr>
            <a:spLocks noGrp="1"/>
          </p:cNvSpPr>
          <p:nvPr/>
        </p:nvSpPr>
        <p:spPr>
          <a:xfrm>
            <a:off x="6096000" y="1409700"/>
            <a:ext cx="0" cy="3276600"/>
          </a:xfrm>
          <a:prstGeom prst="line">
            <a:avLst/>
          </a:prstGeom>
          <a:noFill/>
          <a:ln w="9525">
            <a:solidFill>
              <a:srgbClr val="D4D0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cstav-heading">
            <a:extLst>
              <a:ext uri="{FF2B5EF4-FFF2-40B4-BE49-F238E27FC236}">
                <a16:creationId xmlns:a16="http://schemas.microsoft.com/office/drawing/2014/main" id="{8204DC31-C3C5-461F-BFD0-122774D1EF6B}"/>
              </a:ext>
            </a:extLst>
          </p:cNvPr>
          <p:cNvSpPr>
            <a:spLocks noGrp="1"/>
          </p:cNvSpPr>
          <p:nvPr/>
        </p:nvSpPr>
        <p:spPr>
          <a:xfrm>
            <a:off x="742950" y="1438275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DIRECT 3DEC OUTPUT</a:t>
            </a:r>
          </a:p>
        </p:txBody>
      </p:sp>
      <p:sp>
        <p:nvSpPr>
          <p:cNvPr id="7" name="cstav-label">
            <a:extLst>
              <a:ext uri="{FF2B5EF4-FFF2-40B4-BE49-F238E27FC236}">
                <a16:creationId xmlns:a16="http://schemas.microsoft.com/office/drawing/2014/main" id="{1661ECE7-10B1-428D-B1C1-2FBEF3C25EBA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44767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3150" b="1" i="0">
                <a:solidFill>
                  <a:srgbClr val="8A8F97"/>
                </a:solidFill>
                <a:latin typeface="Cambria"/>
                <a:ea typeface="Cambria"/>
                <a:cs typeface="Cambria"/>
              </a:defRPr>
            </a:pPr>
            <a:r>
              <a:rPr sz="3150" b="1" i="0">
                <a:solidFill>
                  <a:srgbClr val="8A8F97"/>
                </a:solidFill>
                <a:latin typeface="Cambria"/>
                <a:ea typeface="Cambria"/>
                <a:cs typeface="Cambria"/>
              </a:rPr>
              <a:t>cstav</a:t>
            </a:r>
          </a:p>
        </p:txBody>
      </p:sp>
      <p:sp>
        <p:nvSpPr>
          <p:cNvPr id="8" name="cstav-equation">
            <a:extLst>
              <a:ext uri="{FF2B5EF4-FFF2-40B4-BE49-F238E27FC236}">
                <a16:creationId xmlns:a16="http://schemas.microsoft.com/office/drawing/2014/main" id="{26AD6014-1D4E-424E-89B3-37969B13B431}"/>
              </a:ext>
            </a:extLst>
          </p:cNvPr>
          <p:cNvSpPr>
            <a:spLocks noGrp="1"/>
          </p:cNvSpPr>
          <p:nvPr/>
        </p:nvSpPr>
        <p:spPr>
          <a:xfrm>
            <a:off x="781050" y="2409825"/>
            <a:ext cx="4667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725" b="0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1725" b="0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V_cstav(t) = sign × [cstav(t) − cstav(0)]</a:t>
            </a:r>
          </a:p>
        </p:txBody>
      </p:sp>
      <p:sp>
        <p:nvSpPr>
          <p:cNvPr id="9" name="cstav-divider">
            <a:extLst>
              <a:ext uri="{FF2B5EF4-FFF2-40B4-BE49-F238E27FC236}">
                <a16:creationId xmlns:a16="http://schemas.microsoft.com/office/drawing/2014/main" id="{C7B0CADF-FD9D-4EAF-9DA6-FFDE974C24EC}"/>
              </a:ext>
            </a:extLst>
          </p:cNvPr>
          <p:cNvSpPr>
            <a:spLocks noGrp="1"/>
          </p:cNvSpPr>
          <p:nvPr/>
        </p:nvSpPr>
        <p:spPr>
          <a:xfrm>
            <a:off x="781050" y="3009900"/>
            <a:ext cx="4648200" cy="0"/>
          </a:xfrm>
          <a:prstGeom prst="line">
            <a:avLst/>
          </a:prstGeom>
          <a:noFill/>
          <a:ln w="9525">
            <a:solidFill>
              <a:srgbClr val="D4D0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cstav-meaning-label">
            <a:extLst>
              <a:ext uri="{FF2B5EF4-FFF2-40B4-BE49-F238E27FC236}">
                <a16:creationId xmlns:a16="http://schemas.microsoft.com/office/drawing/2014/main" id="{717A1758-418C-49CE-974C-0725B6ECB855}"/>
              </a:ext>
            </a:extLst>
          </p:cNvPr>
          <p:cNvSpPr>
            <a:spLocks noGrp="1"/>
          </p:cNvSpPr>
          <p:nvPr/>
        </p:nvSpPr>
        <p:spPr>
          <a:xfrm>
            <a:off x="781050" y="3209925"/>
            <a:ext cx="428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What it measures</a:t>
            </a:r>
          </a:p>
        </p:txBody>
      </p:sp>
      <p:sp>
        <p:nvSpPr>
          <p:cNvPr id="11" name="cstav-meaning">
            <a:extLst>
              <a:ext uri="{FF2B5EF4-FFF2-40B4-BE49-F238E27FC236}">
                <a16:creationId xmlns:a16="http://schemas.microsoft.com/office/drawing/2014/main" id="{FD0ED19A-E3F8-4FA0-95F3-03672D54F04C}"/>
              </a:ext>
            </a:extLst>
          </p:cNvPr>
          <p:cNvSpPr>
            <a:spLocks noGrp="1"/>
          </p:cNvSpPr>
          <p:nvPr/>
        </p:nvSpPr>
        <p:spPr>
          <a:xfrm>
            <a:off x="781050" y="3514725"/>
            <a:ext cx="461962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The net reaction from the model’s base and joist supports, read directly from the 3DEC history.</a:t>
            </a:r>
          </a:p>
        </p:txBody>
      </p:sp>
      <p:sp>
        <p:nvSpPr>
          <p:cNvPr id="12" name="cstav-use">
            <a:extLst>
              <a:ext uri="{FF2B5EF4-FFF2-40B4-BE49-F238E27FC236}">
                <a16:creationId xmlns:a16="http://schemas.microsoft.com/office/drawing/2014/main" id="{D78277B9-76BF-4295-BA0A-E7F1FF31612D}"/>
              </a:ext>
            </a:extLst>
          </p:cNvPr>
          <p:cNvSpPr>
            <a:spLocks noGrp="1"/>
          </p:cNvSpPr>
          <p:nvPr/>
        </p:nvSpPr>
        <p:spPr>
          <a:xfrm>
            <a:off x="781050" y="4171950"/>
            <a:ext cx="46196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Kept as a grey reference trace. It is not the quantity reported by the experimental processing formula.</a:t>
            </a:r>
          </a:p>
        </p:txBody>
      </p:sp>
      <p:sp>
        <p:nvSpPr>
          <p:cNvPr id="13" name="inertia-heading">
            <a:extLst>
              <a:ext uri="{FF2B5EF4-FFF2-40B4-BE49-F238E27FC236}">
                <a16:creationId xmlns:a16="http://schemas.microsoft.com/office/drawing/2014/main" id="{B5697ACC-A1D4-4FBC-89A4-7157784CB600}"/>
              </a:ext>
            </a:extLst>
          </p:cNvPr>
          <p:cNvSpPr>
            <a:spLocks noGrp="1"/>
          </p:cNvSpPr>
          <p:nvPr/>
        </p:nvSpPr>
        <p:spPr>
          <a:xfrm>
            <a:off x="6496050" y="1438275"/>
            <a:ext cx="5095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 i="0">
                <a:solidFill>
                  <a:srgbClr val="B7684B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B7684B"/>
                </a:solidFill>
                <a:latin typeface="Calibri"/>
                <a:ea typeface="Calibri"/>
                <a:cs typeface="Calibri"/>
              </a:rPr>
              <a:t>TEST-COMPATIBLE INERTIA ESTIMATE</a:t>
            </a:r>
          </a:p>
        </p:txBody>
      </p:sp>
      <p:sp>
        <p:nvSpPr>
          <p:cNvPr id="14" name="inertia-equation">
            <a:extLst>
              <a:ext uri="{FF2B5EF4-FFF2-40B4-BE49-F238E27FC236}">
                <a16:creationId xmlns:a16="http://schemas.microsoft.com/office/drawing/2014/main" id="{D55A020E-9C93-422A-90EA-E5254F307408}"/>
              </a:ext>
            </a:extLst>
          </p:cNvPr>
          <p:cNvSpPr>
            <a:spLocks noGrp="1"/>
          </p:cNvSpPr>
          <p:nvPr/>
        </p:nvSpPr>
        <p:spPr>
          <a:xfrm>
            <a:off x="6477000" y="1790700"/>
            <a:ext cx="5286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875" b="0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1875" b="0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V_eq = sign × (λ / 1000) Σ m_j a_j,abs</a:t>
            </a:r>
          </a:p>
        </p:txBody>
      </p:sp>
      <p:sp>
        <p:nvSpPr>
          <p:cNvPr id="15" name="inertia-unit-note">
            <a:extLst>
              <a:ext uri="{FF2B5EF4-FFF2-40B4-BE49-F238E27FC236}">
                <a16:creationId xmlns:a16="http://schemas.microsoft.com/office/drawing/2014/main" id="{284AB6F4-7B28-44AA-8A0C-8E80999C66CB}"/>
              </a:ext>
            </a:extLst>
          </p:cNvPr>
          <p:cNvSpPr>
            <a:spLocks noGrp="1"/>
          </p:cNvSpPr>
          <p:nvPr/>
        </p:nvSpPr>
        <p:spPr>
          <a:xfrm>
            <a:off x="6496050" y="2238375"/>
            <a:ext cx="5095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kN · sign aligned and each run zeroed at its start</a:t>
            </a:r>
          </a:p>
        </p:txBody>
      </p:sp>
      <p:sp>
        <p:nvSpPr>
          <p:cNvPr id="16" name="sensor-wall-line">
            <a:extLst>
              <a:ext uri="{FF2B5EF4-FFF2-40B4-BE49-F238E27FC236}">
                <a16:creationId xmlns:a16="http://schemas.microsoft.com/office/drawing/2014/main" id="{44AD3981-CA6E-476D-A9DF-7107C44B7A96}"/>
              </a:ext>
            </a:extLst>
          </p:cNvPr>
          <p:cNvSpPr>
            <a:spLocks noGrp="1"/>
          </p:cNvSpPr>
          <p:nvPr/>
        </p:nvSpPr>
        <p:spPr>
          <a:xfrm>
            <a:off x="6810375" y="2714625"/>
            <a:ext cx="0" cy="1514475"/>
          </a:xfrm>
          <a:prstGeom prst="line">
            <a:avLst/>
          </a:prstGeom>
          <a:noFill/>
          <a:ln w="47625">
            <a:solidFill>
              <a:srgbClr val="D4D0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ensor-wall-foot">
            <a:extLst>
              <a:ext uri="{FF2B5EF4-FFF2-40B4-BE49-F238E27FC236}">
                <a16:creationId xmlns:a16="http://schemas.microsoft.com/office/drawing/2014/main" id="{EFC80C4C-5A0C-48E8-8F3E-DE05DE326780}"/>
              </a:ext>
            </a:extLst>
          </p:cNvPr>
          <p:cNvSpPr>
            <a:spLocks noGrp="1"/>
          </p:cNvSpPr>
          <p:nvPr/>
        </p:nvSpPr>
        <p:spPr>
          <a:xfrm>
            <a:off x="6524625" y="4229100"/>
            <a:ext cx="581025" cy="95250"/>
          </a:xfrm>
          <a:prstGeom prst="rect">
            <a:avLst/>
          </a:prstGeom>
          <a:solidFill>
            <a:srgbClr val="F1EFEC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ensor-point-0">
            <a:extLst>
              <a:ext uri="{FF2B5EF4-FFF2-40B4-BE49-F238E27FC236}">
                <a16:creationId xmlns:a16="http://schemas.microsoft.com/office/drawing/2014/main" id="{2298281A-F8D6-4BD9-8451-3F282A2C3E46}"/>
              </a:ext>
            </a:extLst>
          </p:cNvPr>
          <p:cNvSpPr>
            <a:spLocks noGrp="1"/>
          </p:cNvSpPr>
          <p:nvPr/>
        </p:nvSpPr>
        <p:spPr>
          <a:xfrm>
            <a:off x="6734175" y="2781300"/>
            <a:ext cx="161925" cy="161925"/>
          </a:xfrm>
          <a:prstGeom prst="ellipse">
            <a:avLst/>
          </a:prstGeom>
          <a:solidFill>
            <a:srgbClr val="B7684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ensor-label-0">
            <a:extLst>
              <a:ext uri="{FF2B5EF4-FFF2-40B4-BE49-F238E27FC236}">
                <a16:creationId xmlns:a16="http://schemas.microsoft.com/office/drawing/2014/main" id="{6F55B70F-478C-409F-A447-4C5E9F36AFE3}"/>
              </a:ext>
            </a:extLst>
          </p:cNvPr>
          <p:cNvSpPr>
            <a:spLocks noGrp="1"/>
          </p:cNvSpPr>
          <p:nvPr/>
        </p:nvSpPr>
        <p:spPr>
          <a:xfrm>
            <a:off x="7048500" y="2686050"/>
            <a:ext cx="1952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Acc 17 · z = 2.06 m</a:t>
            </a:r>
          </a:p>
        </p:txBody>
      </p:sp>
      <p:sp>
        <p:nvSpPr>
          <p:cNvPr id="20" name="sensor-mass-0">
            <a:extLst>
              <a:ext uri="{FF2B5EF4-FFF2-40B4-BE49-F238E27FC236}">
                <a16:creationId xmlns:a16="http://schemas.microsoft.com/office/drawing/2014/main" id="{5E4C9150-B577-4CEB-A189-BFDD27A0CF91}"/>
              </a:ext>
            </a:extLst>
          </p:cNvPr>
          <p:cNvSpPr>
            <a:spLocks noGrp="1"/>
          </p:cNvSpPr>
          <p:nvPr/>
        </p:nvSpPr>
        <p:spPr>
          <a:xfrm>
            <a:off x="7048500" y="2905125"/>
            <a:ext cx="19526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m17 = 404.13 kg</a:t>
            </a:r>
          </a:p>
        </p:txBody>
      </p:sp>
      <p:sp>
        <p:nvSpPr>
          <p:cNvPr id="21" name="sensor-point-1">
            <a:extLst>
              <a:ext uri="{FF2B5EF4-FFF2-40B4-BE49-F238E27FC236}">
                <a16:creationId xmlns:a16="http://schemas.microsoft.com/office/drawing/2014/main" id="{A299A7F1-651D-4A45-A091-6EB6C4962A37}"/>
              </a:ext>
            </a:extLst>
          </p:cNvPr>
          <p:cNvSpPr>
            <a:spLocks noGrp="1"/>
          </p:cNvSpPr>
          <p:nvPr/>
        </p:nvSpPr>
        <p:spPr>
          <a:xfrm>
            <a:off x="6734175" y="3371850"/>
            <a:ext cx="161925" cy="161925"/>
          </a:xfrm>
          <a:prstGeom prst="ellipse">
            <a:avLst/>
          </a:prstGeom>
          <a:solidFill>
            <a:srgbClr val="B7684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ensor-label-1">
            <a:extLst>
              <a:ext uri="{FF2B5EF4-FFF2-40B4-BE49-F238E27FC236}">
                <a16:creationId xmlns:a16="http://schemas.microsoft.com/office/drawing/2014/main" id="{50740CC1-BBA8-4C91-A517-2B4786C4BFC9}"/>
              </a:ext>
            </a:extLst>
          </p:cNvPr>
          <p:cNvSpPr>
            <a:spLocks noGrp="1"/>
          </p:cNvSpPr>
          <p:nvPr/>
        </p:nvSpPr>
        <p:spPr>
          <a:xfrm>
            <a:off x="7048500" y="3276600"/>
            <a:ext cx="1952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Acc 16 · z = 1.26 m</a:t>
            </a:r>
          </a:p>
        </p:txBody>
      </p:sp>
      <p:sp>
        <p:nvSpPr>
          <p:cNvPr id="23" name="sensor-mass-1">
            <a:extLst>
              <a:ext uri="{FF2B5EF4-FFF2-40B4-BE49-F238E27FC236}">
                <a16:creationId xmlns:a16="http://schemas.microsoft.com/office/drawing/2014/main" id="{365C3330-7272-47CC-BCB9-D9AAD9E0A992}"/>
              </a:ext>
            </a:extLst>
          </p:cNvPr>
          <p:cNvSpPr>
            <a:spLocks noGrp="1"/>
          </p:cNvSpPr>
          <p:nvPr/>
        </p:nvSpPr>
        <p:spPr>
          <a:xfrm>
            <a:off x="7048500" y="3495675"/>
            <a:ext cx="19526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m16 = 320.66 kg</a:t>
            </a:r>
          </a:p>
        </p:txBody>
      </p:sp>
      <p:sp>
        <p:nvSpPr>
          <p:cNvPr id="24" name="sensor-point-2">
            <a:extLst>
              <a:ext uri="{FF2B5EF4-FFF2-40B4-BE49-F238E27FC236}">
                <a16:creationId xmlns:a16="http://schemas.microsoft.com/office/drawing/2014/main" id="{A455E54E-24DF-43E5-9BE9-D24AEDE53188}"/>
              </a:ext>
            </a:extLst>
          </p:cNvPr>
          <p:cNvSpPr>
            <a:spLocks noGrp="1"/>
          </p:cNvSpPr>
          <p:nvPr/>
        </p:nvSpPr>
        <p:spPr>
          <a:xfrm>
            <a:off x="6734175" y="3962400"/>
            <a:ext cx="161925" cy="161925"/>
          </a:xfrm>
          <a:prstGeom prst="ellipse">
            <a:avLst/>
          </a:prstGeom>
          <a:solidFill>
            <a:srgbClr val="B7684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ensor-label-2">
            <a:extLst>
              <a:ext uri="{FF2B5EF4-FFF2-40B4-BE49-F238E27FC236}">
                <a16:creationId xmlns:a16="http://schemas.microsoft.com/office/drawing/2014/main" id="{E2F79D84-8186-4084-B70E-59F75FFE4B1F}"/>
              </a:ext>
            </a:extLst>
          </p:cNvPr>
          <p:cNvSpPr>
            <a:spLocks noGrp="1"/>
          </p:cNvSpPr>
          <p:nvPr/>
        </p:nvSpPr>
        <p:spPr>
          <a:xfrm>
            <a:off x="7048500" y="3867150"/>
            <a:ext cx="1952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Acc 15 · z = 0.60 m</a:t>
            </a:r>
          </a:p>
        </p:txBody>
      </p:sp>
      <p:sp>
        <p:nvSpPr>
          <p:cNvPr id="26" name="sensor-mass-2">
            <a:extLst>
              <a:ext uri="{FF2B5EF4-FFF2-40B4-BE49-F238E27FC236}">
                <a16:creationId xmlns:a16="http://schemas.microsoft.com/office/drawing/2014/main" id="{6A4688BB-D393-4828-BBF2-5E32EA41DF81}"/>
              </a:ext>
            </a:extLst>
          </p:cNvPr>
          <p:cNvSpPr>
            <a:spLocks noGrp="1"/>
          </p:cNvSpPr>
          <p:nvPr/>
        </p:nvSpPr>
        <p:spPr>
          <a:xfrm>
            <a:off x="7048500" y="4086225"/>
            <a:ext cx="19526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m15 = 408.52 kg</a:t>
            </a:r>
          </a:p>
        </p:txBody>
      </p:sp>
      <p:sp>
        <p:nvSpPr>
          <p:cNvPr id="27" name="sensor-process-divider">
            <a:extLst>
              <a:ext uri="{FF2B5EF4-FFF2-40B4-BE49-F238E27FC236}">
                <a16:creationId xmlns:a16="http://schemas.microsoft.com/office/drawing/2014/main" id="{0623E713-8F5B-4295-8AA2-0E614133E426}"/>
              </a:ext>
            </a:extLst>
          </p:cNvPr>
          <p:cNvSpPr>
            <a:spLocks noGrp="1"/>
          </p:cNvSpPr>
          <p:nvPr/>
        </p:nvSpPr>
        <p:spPr>
          <a:xfrm>
            <a:off x="9096375" y="2686050"/>
            <a:ext cx="0" cy="1733550"/>
          </a:xfrm>
          <a:prstGeom prst="line">
            <a:avLst/>
          </a:prstGeom>
          <a:noFill/>
          <a:ln w="9525">
            <a:solidFill>
              <a:srgbClr val="D4D0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model-accel-heading">
            <a:extLst>
              <a:ext uri="{FF2B5EF4-FFF2-40B4-BE49-F238E27FC236}">
                <a16:creationId xmlns:a16="http://schemas.microsoft.com/office/drawing/2014/main" id="{6269233E-EBF4-4964-922D-3BFBCFEAC134}"/>
              </a:ext>
            </a:extLst>
          </p:cNvPr>
          <p:cNvSpPr>
            <a:spLocks noGrp="1"/>
          </p:cNvSpPr>
          <p:nvPr/>
        </p:nvSpPr>
        <p:spPr>
          <a:xfrm>
            <a:off x="9315450" y="2724150"/>
            <a:ext cx="22383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 i="0">
                <a:solidFill>
                  <a:srgbClr val="276B8E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276B8E"/>
                </a:solidFill>
                <a:latin typeface="Calibri"/>
                <a:ea typeface="Calibri"/>
                <a:cs typeface="Calibri"/>
              </a:rPr>
              <a:t>3DEC MODEL</a:t>
            </a:r>
          </a:p>
        </p:txBody>
      </p:sp>
      <p:sp>
        <p:nvSpPr>
          <p:cNvPr id="29" name="model-accel-copy">
            <a:extLst>
              <a:ext uri="{FF2B5EF4-FFF2-40B4-BE49-F238E27FC236}">
                <a16:creationId xmlns:a16="http://schemas.microsoft.com/office/drawing/2014/main" id="{E65ED434-446A-4038-B4AA-F7ECF765DF88}"/>
              </a:ext>
            </a:extLst>
          </p:cNvPr>
          <p:cNvSpPr>
            <a:spLocks noGrp="1"/>
          </p:cNvSpPr>
          <p:nvPr/>
        </p:nvSpPr>
        <p:spPr>
          <a:xfrm>
            <a:off x="9315450" y="2990850"/>
            <a:ext cx="22383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Differentiate absolute sensor velocities; resample at 0.5 ms and low-pass at 50 Hz.</a:t>
            </a:r>
          </a:p>
        </p:txBody>
      </p:sp>
      <p:sp>
        <p:nvSpPr>
          <p:cNvPr id="30" name="test-accel-heading">
            <a:extLst>
              <a:ext uri="{FF2B5EF4-FFF2-40B4-BE49-F238E27FC236}">
                <a16:creationId xmlns:a16="http://schemas.microsoft.com/office/drawing/2014/main" id="{862C88A5-4E57-4195-8D9E-7042F3D1993B}"/>
              </a:ext>
            </a:extLst>
          </p:cNvPr>
          <p:cNvSpPr>
            <a:spLocks noGrp="1"/>
          </p:cNvSpPr>
          <p:nvPr/>
        </p:nvSpPr>
        <p:spPr>
          <a:xfrm>
            <a:off x="9315450" y="3667125"/>
            <a:ext cx="22383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 i="0">
                <a:solidFill>
                  <a:srgbClr val="E07A2D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E07A2D"/>
                </a:solidFill>
                <a:latin typeface="Calibri"/>
                <a:ea typeface="Calibri"/>
                <a:cs typeface="Calibri"/>
              </a:rPr>
              <a:t>EXPERIMENT</a:t>
            </a:r>
          </a:p>
        </p:txBody>
      </p:sp>
      <p:sp>
        <p:nvSpPr>
          <p:cNvPr id="31" name="test-accel-copy">
            <a:extLst>
              <a:ext uri="{FF2B5EF4-FFF2-40B4-BE49-F238E27FC236}">
                <a16:creationId xmlns:a16="http://schemas.microsoft.com/office/drawing/2014/main" id="{509291D9-A107-4388-9442-40D7CDEDF0FF}"/>
              </a:ext>
            </a:extLst>
          </p:cNvPr>
          <p:cNvSpPr>
            <a:spLocks noGrp="1"/>
          </p:cNvSpPr>
          <p:nvPr/>
        </p:nvSpPr>
        <p:spPr>
          <a:xfrm>
            <a:off x="9315450" y="3933825"/>
            <a:ext cx="223837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Use table acceleration plus the wall accelerometers to reconstruct absolute acceleration.</a:t>
            </a:r>
          </a:p>
        </p:txBody>
      </p:sp>
      <p:sp>
        <p:nvSpPr>
          <p:cNvPr id="32" name="baseshear-comparison-rule">
            <a:extLst>
              <a:ext uri="{FF2B5EF4-FFF2-40B4-BE49-F238E27FC236}">
                <a16:creationId xmlns:a16="http://schemas.microsoft.com/office/drawing/2014/main" id="{A6638A92-8388-40A3-8F49-91776ABAB657}"/>
              </a:ext>
            </a:extLst>
          </p:cNvPr>
          <p:cNvSpPr>
            <a:spLocks noGrp="1"/>
          </p:cNvSpPr>
          <p:nvPr/>
        </p:nvSpPr>
        <p:spPr>
          <a:xfrm>
            <a:off x="742950" y="4905375"/>
            <a:ext cx="10725150" cy="0"/>
          </a:xfrm>
          <a:prstGeom prst="line">
            <a:avLst/>
          </a:prstGeom>
          <a:noFill/>
          <a:ln w="9525">
            <a:solidFill>
              <a:srgbClr val="D4D0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baseshear-likeforlike-label">
            <a:extLst>
              <a:ext uri="{FF2B5EF4-FFF2-40B4-BE49-F238E27FC236}">
                <a16:creationId xmlns:a16="http://schemas.microsoft.com/office/drawing/2014/main" id="{AD101EF9-86CE-43F5-AD0B-260A471C479E}"/>
              </a:ext>
            </a:extLst>
          </p:cNvPr>
          <p:cNvSpPr>
            <a:spLocks noGrp="1"/>
          </p:cNvSpPr>
          <p:nvPr/>
        </p:nvSpPr>
        <p:spPr>
          <a:xfrm>
            <a:off x="781050" y="506730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 i="0">
                <a:solidFill>
                  <a:srgbClr val="B7684B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B7684B"/>
                </a:solidFill>
                <a:latin typeface="Calibri"/>
                <a:ea typeface="Calibri"/>
                <a:cs typeface="Calibri"/>
              </a:rPr>
              <a:t>LIKE-FOR-LIKE COMPARISON</a:t>
            </a:r>
          </a:p>
        </p:txBody>
      </p:sp>
      <p:sp>
        <p:nvSpPr>
          <p:cNvPr id="34" name="baseshear-likeforlike-copy">
            <a:extLst>
              <a:ext uri="{FF2B5EF4-FFF2-40B4-BE49-F238E27FC236}">
                <a16:creationId xmlns:a16="http://schemas.microsoft.com/office/drawing/2014/main" id="{F2B6AF44-DFBF-482E-A586-4D9C90A2FED1}"/>
              </a:ext>
            </a:extLst>
          </p:cNvPr>
          <p:cNvSpPr>
            <a:spLocks noGrp="1"/>
          </p:cNvSpPr>
          <p:nvPr/>
        </p:nvSpPr>
        <p:spPr>
          <a:xfrm>
            <a:off x="3448050" y="5010150"/>
            <a:ext cx="790575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The same Σm·a definition is used for the experimental data and reconstructed from the model’s sensor histories. Base-shear errors on the next slides use this estimate; cstav stays as context.</a:t>
            </a:r>
          </a:p>
        </p:txBody>
      </p:sp>
      <p:sp>
        <p:nvSpPr>
          <p:cNvPr id="35" name="baseshear-mass-note">
            <a:extLst>
              <a:ext uri="{FF2B5EF4-FFF2-40B4-BE49-F238E27FC236}">
                <a16:creationId xmlns:a16="http://schemas.microsoft.com/office/drawing/2014/main" id="{46598DC0-C07E-41F4-97B7-C0CD80249029}"/>
              </a:ext>
            </a:extLst>
          </p:cNvPr>
          <p:cNvSpPr>
            <a:spLocks noGrp="1"/>
          </p:cNvSpPr>
          <p:nvPr/>
        </p:nvSpPr>
        <p:spPr>
          <a:xfrm>
            <a:off x="781050" y="5676900"/>
            <a:ext cx="10620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Mass basis: ρ = 1,619 kg/m³ gives the tributary masses above. λ = 2.317348 reproduces the factor in the processed tests and is applied to both sides; its origin is not confirmed.</a:t>
            </a:r>
          </a:p>
        </p:txBody>
      </p:sp>
      <p:sp>
        <p:nvSpPr>
          <p:cNvPr id="36" name="baseshear-xaxis-note">
            <a:extLst>
              <a:ext uri="{FF2B5EF4-FFF2-40B4-BE49-F238E27FC236}">
                <a16:creationId xmlns:a16="http://schemas.microsoft.com/office/drawing/2014/main" id="{7BBAE5A5-96CD-43C2-99FB-E13CFD7AF5FF}"/>
              </a:ext>
            </a:extLst>
          </p:cNvPr>
          <p:cNvSpPr>
            <a:spLocks noGrp="1"/>
          </p:cNvSpPr>
          <p:nvPr/>
        </p:nvSpPr>
        <p:spPr>
          <a:xfrm>
            <a:off x="781050" y="6172200"/>
            <a:ext cx="106203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Loops use relative OOP displacement at z = 2.06 m on the horizontal axis.</a:t>
            </a:r>
          </a:p>
        </p:txBody>
      </p:sp>
    </p:spTree>
    <p:extLst>
      <p:ext uri="{BB962C8B-B14F-4D97-AF65-F5344CB8AC3E}">
        <p14:creationId xmlns:p14="http://schemas.microsoft.com/office/powerpoint/2010/main" val="16089420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-number-circle-8">
            <a:extLst>
              <a:ext uri="{FF2B5EF4-FFF2-40B4-BE49-F238E27FC236}">
                <a16:creationId xmlns:a16="http://schemas.microsoft.com/office/drawing/2014/main" id="{3E2C7734-A557-4009-BB4B-4509740EDAB5}"/>
              </a:ext>
            </a:extLst>
          </p:cNvPr>
          <p:cNvSpPr>
            <a:spLocks noGrp="1"/>
          </p:cNvSpPr>
          <p:nvPr/>
        </p:nvSpPr>
        <p:spPr>
          <a:xfrm>
            <a:off x="495300" y="352425"/>
            <a:ext cx="400050" cy="400050"/>
          </a:xfrm>
          <a:prstGeom prst="ellipse">
            <a:avLst/>
          </a:prstGeom>
          <a:solidFill>
            <a:srgbClr val="B7684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slide-number-8">
            <a:extLst>
              <a:ext uri="{FF2B5EF4-FFF2-40B4-BE49-F238E27FC236}">
                <a16:creationId xmlns:a16="http://schemas.microsoft.com/office/drawing/2014/main" id="{96A0CD08-87F9-430B-A2C7-9B873213E50B}"/>
              </a:ext>
            </a:extLst>
          </p:cNvPr>
          <p:cNvSpPr>
            <a:spLocks noGrp="1"/>
          </p:cNvSpPr>
          <p:nvPr/>
        </p:nvSpPr>
        <p:spPr>
          <a:xfrm>
            <a:off x="495300" y="352425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sp>
        <p:nvSpPr>
          <p:cNvPr id="3" name="slide-title-8">
            <a:extLst>
              <a:ext uri="{FF2B5EF4-FFF2-40B4-BE49-F238E27FC236}">
                <a16:creationId xmlns:a16="http://schemas.microsoft.com/office/drawing/2014/main" id="{329CC5F3-86EC-4E96-97E0-1B00AE2670BB}"/>
              </a:ext>
            </a:extLst>
          </p:cNvPr>
          <p:cNvSpPr>
            <a:spLocks noGrp="1"/>
          </p:cNvSpPr>
          <p:nvPr/>
        </p:nvSpPr>
        <p:spPr>
          <a:xfrm>
            <a:off x="1066800" y="285750"/>
            <a:ext cx="10572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Base shear versus OOP displacement: Method 1</a:t>
            </a:r>
          </a:p>
        </p:txBody>
      </p:sp>
      <p:sp>
        <p:nvSpPr>
          <p:cNvPr id="4" name="slide-subtitle-8">
            <a:extLst>
              <a:ext uri="{FF2B5EF4-FFF2-40B4-BE49-F238E27FC236}">
                <a16:creationId xmlns:a16="http://schemas.microsoft.com/office/drawing/2014/main" id="{BD770208-C834-47CB-8809-D5707054CA05}"/>
              </a:ext>
            </a:extLst>
          </p:cNvPr>
          <p:cNvSpPr>
            <a:spLocks noGrp="1"/>
          </p:cNvSpPr>
          <p:nvPr/>
        </p:nvSpPr>
        <p:spPr>
          <a:xfrm>
            <a:off x="1066800" y="838200"/>
            <a:ext cx="1047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Like-for-like loops from baseshear_exp_from_model.py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28625" y="1306513"/>
            <a:ext cx="11334750" cy="2968625"/>
          </a:xfrm>
          <a:prstGeom prst="rect">
            <a:avLst/>
          </a:prstGeom>
        </p:spPr>
      </p:pic>
      <p:sp>
        <p:nvSpPr>
          <p:cNvPr id="6" name="Method 1-loop-context">
            <a:extLst>
              <a:ext uri="{FF2B5EF4-FFF2-40B4-BE49-F238E27FC236}">
                <a16:creationId xmlns:a16="http://schemas.microsoft.com/office/drawing/2014/main" id="{AED3C22D-33F3-46B0-9618-EE3013209695}"/>
              </a:ext>
            </a:extLst>
          </p:cNvPr>
          <p:cNvSpPr>
            <a:spLocks noGrp="1"/>
          </p:cNvSpPr>
          <p:nvPr/>
        </p:nvSpPr>
        <p:spPr>
          <a:xfrm>
            <a:off x="647700" y="4495800"/>
            <a:ext cx="108585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US-1 Test 9 is the primary experimental comparator. US-2 Test 12 and the support series remain visible in the source figure.</a:t>
            </a:r>
          </a:p>
        </p:txBody>
      </p:sp>
      <p:sp>
        <p:nvSpPr>
          <p:cNvPr id="7" name="Method 1-mass-formula-label">
            <a:extLst>
              <a:ext uri="{FF2B5EF4-FFF2-40B4-BE49-F238E27FC236}">
                <a16:creationId xmlns:a16="http://schemas.microsoft.com/office/drawing/2014/main" id="{3746C6A8-B976-401D-B95E-FBFFA1392BD9}"/>
              </a:ext>
            </a:extLst>
          </p:cNvPr>
          <p:cNvSpPr>
            <a:spLocks noGrp="1"/>
          </p:cNvSpPr>
          <p:nvPr/>
        </p:nvSpPr>
        <p:spPr>
          <a:xfrm>
            <a:off x="666750" y="50482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 i="0">
                <a:solidFill>
                  <a:srgbClr val="B7684B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B7684B"/>
                </a:solidFill>
                <a:latin typeface="Calibri"/>
                <a:ea typeface="Calibri"/>
                <a:cs typeface="Calibri"/>
              </a:rPr>
              <a:t>Base-shear mass basis</a:t>
            </a:r>
          </a:p>
        </p:txBody>
      </p:sp>
      <p:sp>
        <p:nvSpPr>
          <p:cNvPr id="8" name="Method 1-mass-formula">
            <a:extLst>
              <a:ext uri="{FF2B5EF4-FFF2-40B4-BE49-F238E27FC236}">
                <a16:creationId xmlns:a16="http://schemas.microsoft.com/office/drawing/2014/main" id="{AC915A59-F2D6-4F76-9E53-3A2BD47CE043}"/>
              </a:ext>
            </a:extLst>
          </p:cNvPr>
          <p:cNvSpPr>
            <a:spLocks noGrp="1"/>
          </p:cNvSpPr>
          <p:nvPr/>
        </p:nvSpPr>
        <p:spPr>
          <a:xfrm>
            <a:off x="666750" y="5343525"/>
            <a:ext cx="7810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Tributary masses use ρ = 1,619 kg/m³; the ×2.317348 test factor is applied to both model and experiment.</a:t>
            </a:r>
          </a:p>
        </p:txBody>
      </p:sp>
      <p:sp>
        <p:nvSpPr>
          <p:cNvPr id="9" name="Method 1-mean-error-rule">
            <a:extLst>
              <a:ext uri="{FF2B5EF4-FFF2-40B4-BE49-F238E27FC236}">
                <a16:creationId xmlns:a16="http://schemas.microsoft.com/office/drawing/2014/main" id="{BB6A1CE0-BD57-4E19-B735-6EA3F1ADE1AB}"/>
              </a:ext>
            </a:extLst>
          </p:cNvPr>
          <p:cNvSpPr>
            <a:spLocks noGrp="1"/>
          </p:cNvSpPr>
          <p:nvPr/>
        </p:nvSpPr>
        <p:spPr>
          <a:xfrm>
            <a:off x="8829675" y="4991100"/>
            <a:ext cx="0" cy="857250"/>
          </a:xfrm>
          <a:prstGeom prst="line">
            <a:avLst/>
          </a:prstGeom>
          <a:noFill/>
          <a:ln w="9525">
            <a:solidFill>
              <a:srgbClr val="D4D0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Method 1-mean-error-caption">
            <a:extLst>
              <a:ext uri="{FF2B5EF4-FFF2-40B4-BE49-F238E27FC236}">
                <a16:creationId xmlns:a16="http://schemas.microsoft.com/office/drawing/2014/main" id="{B4EC17A9-7DB0-4918-8904-F32BA8DD475D}"/>
              </a:ext>
            </a:extLst>
          </p:cNvPr>
          <p:cNvSpPr>
            <a:spLocks noGrp="1"/>
          </p:cNvSpPr>
          <p:nvPr/>
        </p:nvSpPr>
        <p:spPr>
          <a:xfrm>
            <a:off x="9105900" y="5067300"/>
            <a:ext cx="2571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US-1 mean base-shear peak error</a:t>
            </a:r>
          </a:p>
        </p:txBody>
      </p:sp>
      <p:sp>
        <p:nvSpPr>
          <p:cNvPr id="11" name="Method 1-mean-error">
            <a:extLst>
              <a:ext uri="{FF2B5EF4-FFF2-40B4-BE49-F238E27FC236}">
                <a16:creationId xmlns:a16="http://schemas.microsoft.com/office/drawing/2014/main" id="{332DA3E9-4F93-4E1D-92C4-461263389656}"/>
              </a:ext>
            </a:extLst>
          </p:cNvPr>
          <p:cNvSpPr>
            <a:spLocks noGrp="1"/>
          </p:cNvSpPr>
          <p:nvPr/>
        </p:nvSpPr>
        <p:spPr>
          <a:xfrm>
            <a:off x="9105900" y="5314950"/>
            <a:ext cx="2571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2850" b="1" i="0">
                <a:solidFill>
                  <a:srgbClr val="276B8E"/>
                </a:solidFill>
                <a:latin typeface="Cambria"/>
                <a:ea typeface="Cambria"/>
                <a:cs typeface="Cambria"/>
              </a:defRPr>
            </a:pPr>
            <a:r>
              <a:rPr sz="2850" b="1" i="0">
                <a:solidFill>
                  <a:srgbClr val="276B8E"/>
                </a:solidFill>
                <a:latin typeface="Cambria"/>
                <a:ea typeface="Cambria"/>
                <a:cs typeface="Cambria"/>
              </a:rPr>
              <a:t>9.3%</a:t>
            </a:r>
          </a:p>
        </p:txBody>
      </p:sp>
    </p:spTree>
    <p:extLst>
      <p:ext uri="{BB962C8B-B14F-4D97-AF65-F5344CB8AC3E}">
        <p14:creationId xmlns:p14="http://schemas.microsoft.com/office/powerpoint/2010/main" val="6478868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-number-circle-9">
            <a:extLst>
              <a:ext uri="{FF2B5EF4-FFF2-40B4-BE49-F238E27FC236}">
                <a16:creationId xmlns:a16="http://schemas.microsoft.com/office/drawing/2014/main" id="{E837BCA9-B198-4723-93D4-154F1DCFB7BF}"/>
              </a:ext>
            </a:extLst>
          </p:cNvPr>
          <p:cNvSpPr>
            <a:spLocks noGrp="1"/>
          </p:cNvSpPr>
          <p:nvPr/>
        </p:nvSpPr>
        <p:spPr>
          <a:xfrm>
            <a:off x="495300" y="352425"/>
            <a:ext cx="400050" cy="400050"/>
          </a:xfrm>
          <a:prstGeom prst="ellipse">
            <a:avLst/>
          </a:prstGeom>
          <a:solidFill>
            <a:srgbClr val="B7684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slide-number-9">
            <a:extLst>
              <a:ext uri="{FF2B5EF4-FFF2-40B4-BE49-F238E27FC236}">
                <a16:creationId xmlns:a16="http://schemas.microsoft.com/office/drawing/2014/main" id="{DF2BFF0E-4AF0-4C8F-A5EE-33D1B2A60315}"/>
              </a:ext>
            </a:extLst>
          </p:cNvPr>
          <p:cNvSpPr>
            <a:spLocks noGrp="1"/>
          </p:cNvSpPr>
          <p:nvPr/>
        </p:nvSpPr>
        <p:spPr>
          <a:xfrm>
            <a:off x="495300" y="352425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  <p:sp>
        <p:nvSpPr>
          <p:cNvPr id="3" name="slide-title-9">
            <a:extLst>
              <a:ext uri="{FF2B5EF4-FFF2-40B4-BE49-F238E27FC236}">
                <a16:creationId xmlns:a16="http://schemas.microsoft.com/office/drawing/2014/main" id="{87196CAB-6D68-40B8-8557-12060DB5C9F2}"/>
              </a:ext>
            </a:extLst>
          </p:cNvPr>
          <p:cNvSpPr>
            <a:spLocks noGrp="1"/>
          </p:cNvSpPr>
          <p:nvPr/>
        </p:nvSpPr>
        <p:spPr>
          <a:xfrm>
            <a:off x="1066800" y="285750"/>
            <a:ext cx="10572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Base shear versus OOP displacement: Method 2</a:t>
            </a:r>
          </a:p>
        </p:txBody>
      </p:sp>
      <p:sp>
        <p:nvSpPr>
          <p:cNvPr id="4" name="slide-subtitle-9">
            <a:extLst>
              <a:ext uri="{FF2B5EF4-FFF2-40B4-BE49-F238E27FC236}">
                <a16:creationId xmlns:a16="http://schemas.microsoft.com/office/drawing/2014/main" id="{865220A0-8668-43E5-96D2-B2A92C232931}"/>
              </a:ext>
            </a:extLst>
          </p:cNvPr>
          <p:cNvSpPr>
            <a:spLocks noGrp="1"/>
          </p:cNvSpPr>
          <p:nvPr/>
        </p:nvSpPr>
        <p:spPr>
          <a:xfrm>
            <a:off x="1066800" y="838200"/>
            <a:ext cx="1047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Like-for-like loops from baseshear_exp_from_model.py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28625" y="1306513"/>
            <a:ext cx="11334750" cy="2968625"/>
          </a:xfrm>
          <a:prstGeom prst="rect">
            <a:avLst/>
          </a:prstGeom>
        </p:spPr>
      </p:pic>
      <p:sp>
        <p:nvSpPr>
          <p:cNvPr id="6" name="Method 2-loop-context">
            <a:extLst>
              <a:ext uri="{FF2B5EF4-FFF2-40B4-BE49-F238E27FC236}">
                <a16:creationId xmlns:a16="http://schemas.microsoft.com/office/drawing/2014/main" id="{9BE8593C-ACA1-4F66-971A-425F151D007E}"/>
              </a:ext>
            </a:extLst>
          </p:cNvPr>
          <p:cNvSpPr>
            <a:spLocks noGrp="1"/>
          </p:cNvSpPr>
          <p:nvPr/>
        </p:nvSpPr>
        <p:spPr>
          <a:xfrm>
            <a:off x="647700" y="4495800"/>
            <a:ext cx="108585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US-1 Test 9 is the primary experimental comparator. US-2 Test 12 and the support series remain visible in the source figure.</a:t>
            </a:r>
          </a:p>
        </p:txBody>
      </p:sp>
      <p:sp>
        <p:nvSpPr>
          <p:cNvPr id="7" name="Method 2-mass-formula-label">
            <a:extLst>
              <a:ext uri="{FF2B5EF4-FFF2-40B4-BE49-F238E27FC236}">
                <a16:creationId xmlns:a16="http://schemas.microsoft.com/office/drawing/2014/main" id="{91DC4388-AA65-4DA2-B9FD-5A576C2255AD}"/>
              </a:ext>
            </a:extLst>
          </p:cNvPr>
          <p:cNvSpPr>
            <a:spLocks noGrp="1"/>
          </p:cNvSpPr>
          <p:nvPr/>
        </p:nvSpPr>
        <p:spPr>
          <a:xfrm>
            <a:off x="666750" y="50482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 i="0">
                <a:solidFill>
                  <a:srgbClr val="B7684B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B7684B"/>
                </a:solidFill>
                <a:latin typeface="Calibri"/>
                <a:ea typeface="Calibri"/>
                <a:cs typeface="Calibri"/>
              </a:rPr>
              <a:t>Base-shear mass basis</a:t>
            </a:r>
          </a:p>
        </p:txBody>
      </p:sp>
      <p:sp>
        <p:nvSpPr>
          <p:cNvPr id="8" name="Method 2-mass-formula">
            <a:extLst>
              <a:ext uri="{FF2B5EF4-FFF2-40B4-BE49-F238E27FC236}">
                <a16:creationId xmlns:a16="http://schemas.microsoft.com/office/drawing/2014/main" id="{78FE53B3-0944-4436-8BA8-283B9550FC61}"/>
              </a:ext>
            </a:extLst>
          </p:cNvPr>
          <p:cNvSpPr>
            <a:spLocks noGrp="1"/>
          </p:cNvSpPr>
          <p:nvPr/>
        </p:nvSpPr>
        <p:spPr>
          <a:xfrm>
            <a:off x="666750" y="5343525"/>
            <a:ext cx="7810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Tributary masses use ρ = 1,619 kg/m³; the ×2.317348 test factor is applied to both model and experiment.</a:t>
            </a:r>
          </a:p>
        </p:txBody>
      </p:sp>
      <p:sp>
        <p:nvSpPr>
          <p:cNvPr id="9" name="Method 2-mean-error-rule">
            <a:extLst>
              <a:ext uri="{FF2B5EF4-FFF2-40B4-BE49-F238E27FC236}">
                <a16:creationId xmlns:a16="http://schemas.microsoft.com/office/drawing/2014/main" id="{29A4B7C6-0F13-4213-B5A4-82FDBCDB6837}"/>
              </a:ext>
            </a:extLst>
          </p:cNvPr>
          <p:cNvSpPr>
            <a:spLocks noGrp="1"/>
          </p:cNvSpPr>
          <p:nvPr/>
        </p:nvSpPr>
        <p:spPr>
          <a:xfrm>
            <a:off x="8829675" y="4991100"/>
            <a:ext cx="0" cy="857250"/>
          </a:xfrm>
          <a:prstGeom prst="line">
            <a:avLst/>
          </a:prstGeom>
          <a:noFill/>
          <a:ln w="9525">
            <a:solidFill>
              <a:srgbClr val="D4D0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Method 2-mean-error-caption">
            <a:extLst>
              <a:ext uri="{FF2B5EF4-FFF2-40B4-BE49-F238E27FC236}">
                <a16:creationId xmlns:a16="http://schemas.microsoft.com/office/drawing/2014/main" id="{F81C1CF0-CEDB-407D-A693-025FC924FC47}"/>
              </a:ext>
            </a:extLst>
          </p:cNvPr>
          <p:cNvSpPr>
            <a:spLocks noGrp="1"/>
          </p:cNvSpPr>
          <p:nvPr/>
        </p:nvSpPr>
        <p:spPr>
          <a:xfrm>
            <a:off x="9105900" y="5067300"/>
            <a:ext cx="2571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US-1 mean base-shear peak error</a:t>
            </a:r>
          </a:p>
        </p:txBody>
      </p:sp>
      <p:sp>
        <p:nvSpPr>
          <p:cNvPr id="11" name="Method 2-mean-error">
            <a:extLst>
              <a:ext uri="{FF2B5EF4-FFF2-40B4-BE49-F238E27FC236}">
                <a16:creationId xmlns:a16="http://schemas.microsoft.com/office/drawing/2014/main" id="{77C23A1E-1CF9-472B-9CF6-05C51CA893A4}"/>
              </a:ext>
            </a:extLst>
          </p:cNvPr>
          <p:cNvSpPr>
            <a:spLocks noGrp="1"/>
          </p:cNvSpPr>
          <p:nvPr/>
        </p:nvSpPr>
        <p:spPr>
          <a:xfrm>
            <a:off x="9105900" y="5314950"/>
            <a:ext cx="2571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2850" b="1" i="0">
                <a:solidFill>
                  <a:srgbClr val="E07A2D"/>
                </a:solidFill>
                <a:latin typeface="Cambria"/>
                <a:ea typeface="Cambria"/>
                <a:cs typeface="Cambria"/>
              </a:defRPr>
            </a:pPr>
            <a:r>
              <a:rPr sz="2850" b="1" i="0">
                <a:solidFill>
                  <a:srgbClr val="E07A2D"/>
                </a:solidFill>
                <a:latin typeface="Cambria"/>
                <a:ea typeface="Cambria"/>
                <a:cs typeface="Cambria"/>
              </a:rPr>
              <a:t>13.3%</a:t>
            </a:r>
          </a:p>
        </p:txBody>
      </p:sp>
    </p:spTree>
    <p:extLst>
      <p:ext uri="{BB962C8B-B14F-4D97-AF65-F5344CB8AC3E}">
        <p14:creationId xmlns:p14="http://schemas.microsoft.com/office/powerpoint/2010/main" val="4497064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-number-circle-10">
            <a:extLst>
              <a:ext uri="{FF2B5EF4-FFF2-40B4-BE49-F238E27FC236}">
                <a16:creationId xmlns:a16="http://schemas.microsoft.com/office/drawing/2014/main" id="{89774E3E-3913-4FBC-A82A-DFE6CACC79C6}"/>
              </a:ext>
            </a:extLst>
          </p:cNvPr>
          <p:cNvSpPr>
            <a:spLocks noGrp="1"/>
          </p:cNvSpPr>
          <p:nvPr/>
        </p:nvSpPr>
        <p:spPr>
          <a:xfrm>
            <a:off x="495300" y="352425"/>
            <a:ext cx="400050" cy="400050"/>
          </a:xfrm>
          <a:prstGeom prst="ellipse">
            <a:avLst/>
          </a:prstGeom>
          <a:solidFill>
            <a:srgbClr val="B7684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slide-number-10">
            <a:extLst>
              <a:ext uri="{FF2B5EF4-FFF2-40B4-BE49-F238E27FC236}">
                <a16:creationId xmlns:a16="http://schemas.microsoft.com/office/drawing/2014/main" id="{12BC4D48-A705-4EF6-8BB0-9EEC29C55D31}"/>
              </a:ext>
            </a:extLst>
          </p:cNvPr>
          <p:cNvSpPr>
            <a:spLocks noGrp="1"/>
          </p:cNvSpPr>
          <p:nvPr/>
        </p:nvSpPr>
        <p:spPr>
          <a:xfrm>
            <a:off x="495300" y="352425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sp>
        <p:nvSpPr>
          <p:cNvPr id="3" name="slide-title-10">
            <a:extLst>
              <a:ext uri="{FF2B5EF4-FFF2-40B4-BE49-F238E27FC236}">
                <a16:creationId xmlns:a16="http://schemas.microsoft.com/office/drawing/2014/main" id="{E5205E41-9BFD-435E-8196-74D2B2E5539C}"/>
              </a:ext>
            </a:extLst>
          </p:cNvPr>
          <p:cNvSpPr>
            <a:spLocks noGrp="1"/>
          </p:cNvSpPr>
          <p:nvPr/>
        </p:nvSpPr>
        <p:spPr>
          <a:xfrm>
            <a:off x="1066800" y="285750"/>
            <a:ext cx="10572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Base shear versus OOP displacement: Method 3</a:t>
            </a:r>
          </a:p>
        </p:txBody>
      </p:sp>
      <p:sp>
        <p:nvSpPr>
          <p:cNvPr id="4" name="slide-subtitle-10">
            <a:extLst>
              <a:ext uri="{FF2B5EF4-FFF2-40B4-BE49-F238E27FC236}">
                <a16:creationId xmlns:a16="http://schemas.microsoft.com/office/drawing/2014/main" id="{8E1AA9E5-F5C4-452C-A5A7-38D53C6EA695}"/>
              </a:ext>
            </a:extLst>
          </p:cNvPr>
          <p:cNvSpPr>
            <a:spLocks noGrp="1"/>
          </p:cNvSpPr>
          <p:nvPr/>
        </p:nvSpPr>
        <p:spPr>
          <a:xfrm>
            <a:off x="1066800" y="838200"/>
            <a:ext cx="1047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Like-for-like loops from baseshear_exp_from_model.py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28625" y="1306513"/>
            <a:ext cx="11334750" cy="2968625"/>
          </a:xfrm>
          <a:prstGeom prst="rect">
            <a:avLst/>
          </a:prstGeom>
        </p:spPr>
      </p:pic>
      <p:sp>
        <p:nvSpPr>
          <p:cNvPr id="6" name="Method 3-loop-context">
            <a:extLst>
              <a:ext uri="{FF2B5EF4-FFF2-40B4-BE49-F238E27FC236}">
                <a16:creationId xmlns:a16="http://schemas.microsoft.com/office/drawing/2014/main" id="{71D06756-30E9-4611-BC4D-FD8075F871A2}"/>
              </a:ext>
            </a:extLst>
          </p:cNvPr>
          <p:cNvSpPr>
            <a:spLocks noGrp="1"/>
          </p:cNvSpPr>
          <p:nvPr/>
        </p:nvSpPr>
        <p:spPr>
          <a:xfrm>
            <a:off x="647700" y="4495800"/>
            <a:ext cx="108585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US-1 Test 9 is the primary experimental comparator. US-2 Test 12 and the support series remain visible in the source figure.</a:t>
            </a:r>
          </a:p>
        </p:txBody>
      </p:sp>
      <p:sp>
        <p:nvSpPr>
          <p:cNvPr id="7" name="Method 3-mass-formula-label">
            <a:extLst>
              <a:ext uri="{FF2B5EF4-FFF2-40B4-BE49-F238E27FC236}">
                <a16:creationId xmlns:a16="http://schemas.microsoft.com/office/drawing/2014/main" id="{3AA3B0EA-067F-431F-BB39-3FE0B4FC0E7E}"/>
              </a:ext>
            </a:extLst>
          </p:cNvPr>
          <p:cNvSpPr>
            <a:spLocks noGrp="1"/>
          </p:cNvSpPr>
          <p:nvPr/>
        </p:nvSpPr>
        <p:spPr>
          <a:xfrm>
            <a:off x="666750" y="50482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 i="0">
                <a:solidFill>
                  <a:srgbClr val="B7684B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B7684B"/>
                </a:solidFill>
                <a:latin typeface="Calibri"/>
                <a:ea typeface="Calibri"/>
                <a:cs typeface="Calibri"/>
              </a:rPr>
              <a:t>Base-shear mass basis</a:t>
            </a:r>
          </a:p>
        </p:txBody>
      </p:sp>
      <p:sp>
        <p:nvSpPr>
          <p:cNvPr id="8" name="Method 3-mass-formula">
            <a:extLst>
              <a:ext uri="{FF2B5EF4-FFF2-40B4-BE49-F238E27FC236}">
                <a16:creationId xmlns:a16="http://schemas.microsoft.com/office/drawing/2014/main" id="{E4EB453E-5498-403C-A075-D3FB9F01770F}"/>
              </a:ext>
            </a:extLst>
          </p:cNvPr>
          <p:cNvSpPr>
            <a:spLocks noGrp="1"/>
          </p:cNvSpPr>
          <p:nvPr/>
        </p:nvSpPr>
        <p:spPr>
          <a:xfrm>
            <a:off x="666750" y="5343525"/>
            <a:ext cx="7810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Tributary masses use ρ = 1,619 kg/m³; the ×2.317348 test factor is applied to both model and experiment.</a:t>
            </a:r>
          </a:p>
        </p:txBody>
      </p:sp>
      <p:sp>
        <p:nvSpPr>
          <p:cNvPr id="9" name="Method 3-mean-error-rule">
            <a:extLst>
              <a:ext uri="{FF2B5EF4-FFF2-40B4-BE49-F238E27FC236}">
                <a16:creationId xmlns:a16="http://schemas.microsoft.com/office/drawing/2014/main" id="{9C4B67CD-A5D9-4B0D-9D99-2FAB0FAEE8C5}"/>
              </a:ext>
            </a:extLst>
          </p:cNvPr>
          <p:cNvSpPr>
            <a:spLocks noGrp="1"/>
          </p:cNvSpPr>
          <p:nvPr/>
        </p:nvSpPr>
        <p:spPr>
          <a:xfrm>
            <a:off x="8829675" y="4991100"/>
            <a:ext cx="0" cy="857250"/>
          </a:xfrm>
          <a:prstGeom prst="line">
            <a:avLst/>
          </a:prstGeom>
          <a:noFill/>
          <a:ln w="9525">
            <a:solidFill>
              <a:srgbClr val="D4D0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Method 3-mean-error-caption">
            <a:extLst>
              <a:ext uri="{FF2B5EF4-FFF2-40B4-BE49-F238E27FC236}">
                <a16:creationId xmlns:a16="http://schemas.microsoft.com/office/drawing/2014/main" id="{0BC48C5E-0BB4-46DE-ACC9-BB235300EDE0}"/>
              </a:ext>
            </a:extLst>
          </p:cNvPr>
          <p:cNvSpPr>
            <a:spLocks noGrp="1"/>
          </p:cNvSpPr>
          <p:nvPr/>
        </p:nvSpPr>
        <p:spPr>
          <a:xfrm>
            <a:off x="9105900" y="5067300"/>
            <a:ext cx="2571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US-1 mean base-shear peak error</a:t>
            </a:r>
          </a:p>
        </p:txBody>
      </p:sp>
      <p:sp>
        <p:nvSpPr>
          <p:cNvPr id="11" name="Method 3-mean-error">
            <a:extLst>
              <a:ext uri="{FF2B5EF4-FFF2-40B4-BE49-F238E27FC236}">
                <a16:creationId xmlns:a16="http://schemas.microsoft.com/office/drawing/2014/main" id="{60ACA1BA-E333-4A9F-86B3-3CCFD01FBACC}"/>
              </a:ext>
            </a:extLst>
          </p:cNvPr>
          <p:cNvSpPr>
            <a:spLocks noGrp="1"/>
          </p:cNvSpPr>
          <p:nvPr/>
        </p:nvSpPr>
        <p:spPr>
          <a:xfrm>
            <a:off x="9105900" y="5314950"/>
            <a:ext cx="2571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2850" b="1" i="0">
                <a:solidFill>
                  <a:srgbClr val="3E8C61"/>
                </a:solidFill>
                <a:latin typeface="Cambria"/>
                <a:ea typeface="Cambria"/>
                <a:cs typeface="Cambria"/>
              </a:defRPr>
            </a:pPr>
            <a:r>
              <a:rPr sz="2850" b="1" i="0">
                <a:solidFill>
                  <a:srgbClr val="3E8C61"/>
                </a:solidFill>
                <a:latin typeface="Cambria"/>
                <a:ea typeface="Cambria"/>
                <a:cs typeface="Cambria"/>
              </a:rPr>
              <a:t>14.7%</a:t>
            </a:r>
          </a:p>
        </p:txBody>
      </p:sp>
    </p:spTree>
    <p:extLst>
      <p:ext uri="{BB962C8B-B14F-4D97-AF65-F5344CB8AC3E}">
        <p14:creationId xmlns:p14="http://schemas.microsoft.com/office/powerpoint/2010/main" val="10946659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-number-circle-11">
            <a:extLst>
              <a:ext uri="{FF2B5EF4-FFF2-40B4-BE49-F238E27FC236}">
                <a16:creationId xmlns:a16="http://schemas.microsoft.com/office/drawing/2014/main" id="{87AEAE89-5245-4BAC-BAD9-0D818ECB7360}"/>
              </a:ext>
            </a:extLst>
          </p:cNvPr>
          <p:cNvSpPr>
            <a:spLocks noGrp="1"/>
          </p:cNvSpPr>
          <p:nvPr/>
        </p:nvSpPr>
        <p:spPr>
          <a:xfrm>
            <a:off x="495300" y="352425"/>
            <a:ext cx="400050" cy="400050"/>
          </a:xfrm>
          <a:prstGeom prst="ellipse">
            <a:avLst/>
          </a:prstGeom>
          <a:solidFill>
            <a:srgbClr val="B7684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slide-number-11">
            <a:extLst>
              <a:ext uri="{FF2B5EF4-FFF2-40B4-BE49-F238E27FC236}">
                <a16:creationId xmlns:a16="http://schemas.microsoft.com/office/drawing/2014/main" id="{78140058-16DD-44DF-8A1E-0E4B29494B7A}"/>
              </a:ext>
            </a:extLst>
          </p:cNvPr>
          <p:cNvSpPr>
            <a:spLocks noGrp="1"/>
          </p:cNvSpPr>
          <p:nvPr/>
        </p:nvSpPr>
        <p:spPr>
          <a:xfrm>
            <a:off x="495300" y="352425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  <p:sp>
        <p:nvSpPr>
          <p:cNvPr id="3" name="slide-title-11">
            <a:extLst>
              <a:ext uri="{FF2B5EF4-FFF2-40B4-BE49-F238E27FC236}">
                <a16:creationId xmlns:a16="http://schemas.microsoft.com/office/drawing/2014/main" id="{CC535B0D-4873-4FB8-9A44-A97A5F2BD143}"/>
              </a:ext>
            </a:extLst>
          </p:cNvPr>
          <p:cNvSpPr>
            <a:spLocks noGrp="1"/>
          </p:cNvSpPr>
          <p:nvPr/>
        </p:nvSpPr>
        <p:spPr>
          <a:xfrm>
            <a:off x="1066800" y="285750"/>
            <a:ext cx="10572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Base shear versus OOP displacement: Method 4</a:t>
            </a:r>
          </a:p>
        </p:txBody>
      </p:sp>
      <p:sp>
        <p:nvSpPr>
          <p:cNvPr id="4" name="slide-subtitle-11">
            <a:extLst>
              <a:ext uri="{FF2B5EF4-FFF2-40B4-BE49-F238E27FC236}">
                <a16:creationId xmlns:a16="http://schemas.microsoft.com/office/drawing/2014/main" id="{F0A0A93B-5B81-4D8B-821A-D1E4004565DA}"/>
              </a:ext>
            </a:extLst>
          </p:cNvPr>
          <p:cNvSpPr>
            <a:spLocks noGrp="1"/>
          </p:cNvSpPr>
          <p:nvPr/>
        </p:nvSpPr>
        <p:spPr>
          <a:xfrm>
            <a:off x="1066800" y="838200"/>
            <a:ext cx="1047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Like-for-like loops from baseshear_exp_from_model.py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28625" y="1306513"/>
            <a:ext cx="11334750" cy="2968625"/>
          </a:xfrm>
          <a:prstGeom prst="rect">
            <a:avLst/>
          </a:prstGeom>
        </p:spPr>
      </p:pic>
      <p:sp>
        <p:nvSpPr>
          <p:cNvPr id="6" name="Method 4-loop-context">
            <a:extLst>
              <a:ext uri="{FF2B5EF4-FFF2-40B4-BE49-F238E27FC236}">
                <a16:creationId xmlns:a16="http://schemas.microsoft.com/office/drawing/2014/main" id="{38E4056A-5557-4EC1-B401-753C5F7F6373}"/>
              </a:ext>
            </a:extLst>
          </p:cNvPr>
          <p:cNvSpPr>
            <a:spLocks noGrp="1"/>
          </p:cNvSpPr>
          <p:nvPr/>
        </p:nvSpPr>
        <p:spPr>
          <a:xfrm>
            <a:off x="647700" y="4495800"/>
            <a:ext cx="108585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US-1 Test 9 is the primary experimental comparator. US-2 Test 12 and the support series remain visible in the source figure.</a:t>
            </a:r>
          </a:p>
        </p:txBody>
      </p:sp>
      <p:sp>
        <p:nvSpPr>
          <p:cNvPr id="7" name="Method 4-mass-formula-label">
            <a:extLst>
              <a:ext uri="{FF2B5EF4-FFF2-40B4-BE49-F238E27FC236}">
                <a16:creationId xmlns:a16="http://schemas.microsoft.com/office/drawing/2014/main" id="{71D70E5B-3209-48E1-B101-67A4C8367172}"/>
              </a:ext>
            </a:extLst>
          </p:cNvPr>
          <p:cNvSpPr>
            <a:spLocks noGrp="1"/>
          </p:cNvSpPr>
          <p:nvPr/>
        </p:nvSpPr>
        <p:spPr>
          <a:xfrm>
            <a:off x="666750" y="50482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 i="0">
                <a:solidFill>
                  <a:srgbClr val="B7684B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B7684B"/>
                </a:solidFill>
                <a:latin typeface="Calibri"/>
                <a:ea typeface="Calibri"/>
                <a:cs typeface="Calibri"/>
              </a:rPr>
              <a:t>Base-shear mass basis</a:t>
            </a:r>
          </a:p>
        </p:txBody>
      </p:sp>
      <p:sp>
        <p:nvSpPr>
          <p:cNvPr id="8" name="Method 4-mass-formula">
            <a:extLst>
              <a:ext uri="{FF2B5EF4-FFF2-40B4-BE49-F238E27FC236}">
                <a16:creationId xmlns:a16="http://schemas.microsoft.com/office/drawing/2014/main" id="{A7DFE5D8-5CD4-49D8-B834-0429003A4530}"/>
              </a:ext>
            </a:extLst>
          </p:cNvPr>
          <p:cNvSpPr>
            <a:spLocks noGrp="1"/>
          </p:cNvSpPr>
          <p:nvPr/>
        </p:nvSpPr>
        <p:spPr>
          <a:xfrm>
            <a:off x="666750" y="5343525"/>
            <a:ext cx="7810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Tributary masses use ρ = 1,619 kg/m³; the ×2.317348 test factor is applied to both model and experiment.</a:t>
            </a:r>
          </a:p>
        </p:txBody>
      </p:sp>
      <p:sp>
        <p:nvSpPr>
          <p:cNvPr id="9" name="Method 4-mean-error-rule">
            <a:extLst>
              <a:ext uri="{FF2B5EF4-FFF2-40B4-BE49-F238E27FC236}">
                <a16:creationId xmlns:a16="http://schemas.microsoft.com/office/drawing/2014/main" id="{573D8978-C344-40B5-9E98-83B54E1F2FE7}"/>
              </a:ext>
            </a:extLst>
          </p:cNvPr>
          <p:cNvSpPr>
            <a:spLocks noGrp="1"/>
          </p:cNvSpPr>
          <p:nvPr/>
        </p:nvSpPr>
        <p:spPr>
          <a:xfrm>
            <a:off x="8829675" y="4991100"/>
            <a:ext cx="0" cy="857250"/>
          </a:xfrm>
          <a:prstGeom prst="line">
            <a:avLst/>
          </a:prstGeom>
          <a:noFill/>
          <a:ln w="9525">
            <a:solidFill>
              <a:srgbClr val="D4D0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Method 4-mean-error-caption">
            <a:extLst>
              <a:ext uri="{FF2B5EF4-FFF2-40B4-BE49-F238E27FC236}">
                <a16:creationId xmlns:a16="http://schemas.microsoft.com/office/drawing/2014/main" id="{4859CAE7-17F9-409E-A279-9AB4CB46F217}"/>
              </a:ext>
            </a:extLst>
          </p:cNvPr>
          <p:cNvSpPr>
            <a:spLocks noGrp="1"/>
          </p:cNvSpPr>
          <p:nvPr/>
        </p:nvSpPr>
        <p:spPr>
          <a:xfrm>
            <a:off x="9105900" y="5067300"/>
            <a:ext cx="2571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US-1 mean base-shear peak error</a:t>
            </a:r>
          </a:p>
        </p:txBody>
      </p:sp>
      <p:sp>
        <p:nvSpPr>
          <p:cNvPr id="11" name="Method 4-mean-error">
            <a:extLst>
              <a:ext uri="{FF2B5EF4-FFF2-40B4-BE49-F238E27FC236}">
                <a16:creationId xmlns:a16="http://schemas.microsoft.com/office/drawing/2014/main" id="{3B1C69C9-79BB-4658-BBC3-92D4FA5D1ED7}"/>
              </a:ext>
            </a:extLst>
          </p:cNvPr>
          <p:cNvSpPr>
            <a:spLocks noGrp="1"/>
          </p:cNvSpPr>
          <p:nvPr/>
        </p:nvSpPr>
        <p:spPr>
          <a:xfrm>
            <a:off x="9105900" y="5314950"/>
            <a:ext cx="2571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2850" b="1" i="0">
                <a:solidFill>
                  <a:srgbClr val="A14D8D"/>
                </a:solidFill>
                <a:latin typeface="Cambria"/>
                <a:ea typeface="Cambria"/>
                <a:cs typeface="Cambria"/>
              </a:defRPr>
            </a:pPr>
            <a:r>
              <a:rPr sz="2850" b="1" i="0">
                <a:solidFill>
                  <a:srgbClr val="A14D8D"/>
                </a:solidFill>
                <a:latin typeface="Cambria"/>
                <a:ea typeface="Cambria"/>
                <a:cs typeface="Cambria"/>
              </a:rPr>
              <a:t>17.1%</a:t>
            </a:r>
          </a:p>
        </p:txBody>
      </p:sp>
    </p:spTree>
    <p:extLst>
      <p:ext uri="{BB962C8B-B14F-4D97-AF65-F5344CB8AC3E}">
        <p14:creationId xmlns:p14="http://schemas.microsoft.com/office/powerpoint/2010/main" val="4132809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-number-circle-12">
            <a:extLst>
              <a:ext uri="{FF2B5EF4-FFF2-40B4-BE49-F238E27FC236}">
                <a16:creationId xmlns:a16="http://schemas.microsoft.com/office/drawing/2014/main" id="{719E2C38-E753-4E76-9F53-ED09AFD5864F}"/>
              </a:ext>
            </a:extLst>
          </p:cNvPr>
          <p:cNvSpPr>
            <a:spLocks noGrp="1"/>
          </p:cNvSpPr>
          <p:nvPr/>
        </p:nvSpPr>
        <p:spPr>
          <a:xfrm>
            <a:off x="495300" y="352425"/>
            <a:ext cx="400050" cy="400050"/>
          </a:xfrm>
          <a:prstGeom prst="ellipse">
            <a:avLst/>
          </a:prstGeom>
          <a:solidFill>
            <a:srgbClr val="B7684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slide-number-12">
            <a:extLst>
              <a:ext uri="{FF2B5EF4-FFF2-40B4-BE49-F238E27FC236}">
                <a16:creationId xmlns:a16="http://schemas.microsoft.com/office/drawing/2014/main" id="{76ACA97C-767D-4A8C-BBC9-0254391E5015}"/>
              </a:ext>
            </a:extLst>
          </p:cNvPr>
          <p:cNvSpPr>
            <a:spLocks noGrp="1"/>
          </p:cNvSpPr>
          <p:nvPr/>
        </p:nvSpPr>
        <p:spPr>
          <a:xfrm>
            <a:off x="495300" y="352425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  <p:sp>
        <p:nvSpPr>
          <p:cNvPr id="3" name="slide-title-12">
            <a:extLst>
              <a:ext uri="{FF2B5EF4-FFF2-40B4-BE49-F238E27FC236}">
                <a16:creationId xmlns:a16="http://schemas.microsoft.com/office/drawing/2014/main" id="{78C77AA4-4F94-48C8-8546-C4D48293F9F7}"/>
              </a:ext>
            </a:extLst>
          </p:cNvPr>
          <p:cNvSpPr>
            <a:spLocks noGrp="1"/>
          </p:cNvSpPr>
          <p:nvPr/>
        </p:nvSpPr>
        <p:spPr>
          <a:xfrm>
            <a:off x="1066800" y="285750"/>
            <a:ext cx="10572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US-2 is a separate benchmark</a:t>
            </a:r>
          </a:p>
        </p:txBody>
      </p:sp>
      <p:sp>
        <p:nvSpPr>
          <p:cNvPr id="4" name="slide-subtitle-12">
            <a:extLst>
              <a:ext uri="{FF2B5EF4-FFF2-40B4-BE49-F238E27FC236}">
                <a16:creationId xmlns:a16="http://schemas.microsoft.com/office/drawing/2014/main" id="{465946C1-07A1-48C5-A9C3-9B3D85C6408A}"/>
              </a:ext>
            </a:extLst>
          </p:cNvPr>
          <p:cNvSpPr>
            <a:spLocks noGrp="1"/>
          </p:cNvSpPr>
          <p:nvPr/>
        </p:nvSpPr>
        <p:spPr>
          <a:xfrm>
            <a:off x="1066800" y="838200"/>
            <a:ext cx="1047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The Test 12 displacement path stays low through Run 24, then rises sharply at Run 25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="533400" y="1362075"/>
          <a:ext cx="5381625" cy="36004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5" name="Chart"/>
          <p:cNvGraphicFramePr/>
          <p:nvPr/>
        </p:nvGraphicFramePr>
        <p:xfrm>
          <a:off x="6210300" y="1362075"/>
          <a:ext cx="5448300" cy="36004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us2-benchmark-lower-rule">
            <a:extLst>
              <a:ext uri="{FF2B5EF4-FFF2-40B4-BE49-F238E27FC236}">
                <a16:creationId xmlns:a16="http://schemas.microsoft.com/office/drawing/2014/main" id="{B2EFCB6C-41CA-49D9-B793-02643B4FBF46}"/>
              </a:ext>
            </a:extLst>
          </p:cNvPr>
          <p:cNvSpPr>
            <a:spLocks noGrp="1"/>
          </p:cNvSpPr>
          <p:nvPr/>
        </p:nvSpPr>
        <p:spPr>
          <a:xfrm>
            <a:off x="685800" y="5067300"/>
            <a:ext cx="10791825" cy="0"/>
          </a:xfrm>
          <a:prstGeom prst="line">
            <a:avLst/>
          </a:prstGeom>
          <a:noFill/>
          <a:ln w="9525">
            <a:solidFill>
              <a:srgbClr val="D4D0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us2-benchmark-label-0">
            <a:extLst>
              <a:ext uri="{FF2B5EF4-FFF2-40B4-BE49-F238E27FC236}">
                <a16:creationId xmlns:a16="http://schemas.microsoft.com/office/drawing/2014/main" id="{1F1B7D6A-44A9-4F71-A4CC-4A3749138DFD}"/>
              </a:ext>
            </a:extLst>
          </p:cNvPr>
          <p:cNvSpPr>
            <a:spLocks noGrp="1"/>
          </p:cNvSpPr>
          <p:nvPr/>
        </p:nvSpPr>
        <p:spPr>
          <a:xfrm>
            <a:off x="723900" y="5238750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RUN 24</a:t>
            </a:r>
          </a:p>
        </p:txBody>
      </p:sp>
      <p:sp>
        <p:nvSpPr>
          <p:cNvPr id="9" name="us2-benchmark-value-0">
            <a:extLst>
              <a:ext uri="{FF2B5EF4-FFF2-40B4-BE49-F238E27FC236}">
                <a16:creationId xmlns:a16="http://schemas.microsoft.com/office/drawing/2014/main" id="{BC207403-60DC-43CD-92C7-07931C1615AB}"/>
              </a:ext>
            </a:extLst>
          </p:cNvPr>
          <p:cNvSpPr>
            <a:spLocks noGrp="1"/>
          </p:cNvSpPr>
          <p:nvPr/>
        </p:nvSpPr>
        <p:spPr>
          <a:xfrm>
            <a:off x="723900" y="5505450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7701"/>
          </a:bodyPr>
          <a:lstStyle/>
          <a:p>
            <a:pPr algn="l">
              <a:defRPr sz="2175" b="1" i="0">
                <a:solidFill>
                  <a:srgbClr val="B7684B"/>
                </a:solidFill>
                <a:latin typeface="Cambria"/>
                <a:ea typeface="Cambria"/>
                <a:cs typeface="Cambria"/>
              </a:defRPr>
            </a:pPr>
            <a:r>
              <a:rPr sz="2175" b="1" i="0">
                <a:solidFill>
                  <a:srgbClr val="B7684B"/>
                </a:solidFill>
                <a:latin typeface="Cambria"/>
                <a:ea typeface="Cambria"/>
                <a:cs typeface="Cambria"/>
              </a:rPr>
              <a:t>3.9×</a:t>
            </a:r>
          </a:p>
        </p:txBody>
      </p:sp>
      <p:sp>
        <p:nvSpPr>
          <p:cNvPr id="10" name="us2-benchmark-detail-0">
            <a:extLst>
              <a:ext uri="{FF2B5EF4-FFF2-40B4-BE49-F238E27FC236}">
                <a16:creationId xmlns:a16="http://schemas.microsoft.com/office/drawing/2014/main" id="{3E6A9BBA-29A6-4758-B9A7-28AD0D66BFB8}"/>
              </a:ext>
            </a:extLst>
          </p:cNvPr>
          <p:cNvSpPr>
            <a:spLocks noGrp="1"/>
          </p:cNvSpPr>
          <p:nvPr/>
        </p:nvSpPr>
        <p:spPr>
          <a:xfrm>
            <a:off x="723900" y="5857875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US-1: 29.48 mm  ·  US-2: 7.58 mm</a:t>
            </a:r>
          </a:p>
        </p:txBody>
      </p:sp>
      <p:sp>
        <p:nvSpPr>
          <p:cNvPr id="11" name="us2-benchmark-divider-1">
            <a:extLst>
              <a:ext uri="{FF2B5EF4-FFF2-40B4-BE49-F238E27FC236}">
                <a16:creationId xmlns:a16="http://schemas.microsoft.com/office/drawing/2014/main" id="{AD7DD9F8-52C2-4AF6-8CE6-8E569BCB2D23}"/>
              </a:ext>
            </a:extLst>
          </p:cNvPr>
          <p:cNvSpPr>
            <a:spLocks noGrp="1"/>
          </p:cNvSpPr>
          <p:nvPr/>
        </p:nvSpPr>
        <p:spPr>
          <a:xfrm>
            <a:off x="4143375" y="5238750"/>
            <a:ext cx="0" cy="828675"/>
          </a:xfrm>
          <a:prstGeom prst="line">
            <a:avLst/>
          </a:prstGeom>
          <a:noFill/>
          <a:ln w="9525">
            <a:solidFill>
              <a:srgbClr val="D4D0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us2-benchmark-label-1">
            <a:extLst>
              <a:ext uri="{FF2B5EF4-FFF2-40B4-BE49-F238E27FC236}">
                <a16:creationId xmlns:a16="http://schemas.microsoft.com/office/drawing/2014/main" id="{86A56C78-A507-49DC-BCDE-922F472E8AAB}"/>
              </a:ext>
            </a:extLst>
          </p:cNvPr>
          <p:cNvSpPr>
            <a:spLocks noGrp="1"/>
          </p:cNvSpPr>
          <p:nvPr/>
        </p:nvSpPr>
        <p:spPr>
          <a:xfrm>
            <a:off x="4410075" y="5238750"/>
            <a:ext cx="3162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US-2 RUN 25</a:t>
            </a:r>
          </a:p>
        </p:txBody>
      </p:sp>
      <p:sp>
        <p:nvSpPr>
          <p:cNvPr id="13" name="us2-benchmark-value-1">
            <a:extLst>
              <a:ext uri="{FF2B5EF4-FFF2-40B4-BE49-F238E27FC236}">
                <a16:creationId xmlns:a16="http://schemas.microsoft.com/office/drawing/2014/main" id="{82784C73-C18D-4958-84C0-AC8840396070}"/>
              </a:ext>
            </a:extLst>
          </p:cNvPr>
          <p:cNvSpPr>
            <a:spLocks noGrp="1"/>
          </p:cNvSpPr>
          <p:nvPr/>
        </p:nvSpPr>
        <p:spPr>
          <a:xfrm>
            <a:off x="4410075" y="5505450"/>
            <a:ext cx="3162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7701"/>
          </a:bodyPr>
          <a:lstStyle/>
          <a:p>
            <a:pPr algn="l">
              <a:defRPr sz="2175" b="1" i="0">
                <a:solidFill>
                  <a:srgbClr val="276B8E"/>
                </a:solidFill>
                <a:latin typeface="Cambria"/>
                <a:ea typeface="Cambria"/>
                <a:cs typeface="Cambria"/>
              </a:defRPr>
            </a:pPr>
            <a:r>
              <a:rPr sz="2175" b="1" i="0">
                <a:solidFill>
                  <a:srgbClr val="276B8E"/>
                </a:solidFill>
                <a:latin typeface="Cambria"/>
                <a:ea typeface="Cambria"/>
                <a:cs typeface="Cambria"/>
              </a:rPr>
              <a:t>31.14 mm</a:t>
            </a:r>
          </a:p>
        </p:txBody>
      </p:sp>
      <p:sp>
        <p:nvSpPr>
          <p:cNvPr id="14" name="us2-benchmark-detail-1">
            <a:extLst>
              <a:ext uri="{FF2B5EF4-FFF2-40B4-BE49-F238E27FC236}">
                <a16:creationId xmlns:a16="http://schemas.microsoft.com/office/drawing/2014/main" id="{70ACE6C3-0E9C-47C6-A920-95D428F9354E}"/>
              </a:ext>
            </a:extLst>
          </p:cNvPr>
          <p:cNvSpPr>
            <a:spLocks noGrp="1"/>
          </p:cNvSpPr>
          <p:nvPr/>
        </p:nvSpPr>
        <p:spPr>
          <a:xfrm>
            <a:off x="4410075" y="5857875"/>
            <a:ext cx="3162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Large excursion; US-1 has no Run 25 test.</a:t>
            </a:r>
          </a:p>
        </p:txBody>
      </p:sp>
      <p:sp>
        <p:nvSpPr>
          <p:cNvPr id="15" name="us2-benchmark-divider-2">
            <a:extLst>
              <a:ext uri="{FF2B5EF4-FFF2-40B4-BE49-F238E27FC236}">
                <a16:creationId xmlns:a16="http://schemas.microsoft.com/office/drawing/2014/main" id="{9F8D4CC0-2016-44CE-8DEA-E0A9268FB94B}"/>
              </a:ext>
            </a:extLst>
          </p:cNvPr>
          <p:cNvSpPr>
            <a:spLocks noGrp="1"/>
          </p:cNvSpPr>
          <p:nvPr/>
        </p:nvSpPr>
        <p:spPr>
          <a:xfrm>
            <a:off x="7800975" y="5238750"/>
            <a:ext cx="0" cy="828675"/>
          </a:xfrm>
          <a:prstGeom prst="line">
            <a:avLst/>
          </a:prstGeom>
          <a:noFill/>
          <a:ln w="9525">
            <a:solidFill>
              <a:srgbClr val="D4D0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us2-benchmark-label-2">
            <a:extLst>
              <a:ext uri="{FF2B5EF4-FFF2-40B4-BE49-F238E27FC236}">
                <a16:creationId xmlns:a16="http://schemas.microsoft.com/office/drawing/2014/main" id="{3A9A214B-C96F-4D5B-A220-5B24D3EC19A3}"/>
              </a:ext>
            </a:extLst>
          </p:cNvPr>
          <p:cNvSpPr>
            <a:spLocks noGrp="1"/>
          </p:cNvSpPr>
          <p:nvPr/>
        </p:nvSpPr>
        <p:spPr>
          <a:xfrm>
            <a:off x="8067675" y="5238750"/>
            <a:ext cx="34766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US-2 MEAN ABSOLUTE ERROR</a:t>
            </a:r>
          </a:p>
        </p:txBody>
      </p:sp>
      <p:sp>
        <p:nvSpPr>
          <p:cNvPr id="17" name="us2-benchmark-value-2">
            <a:extLst>
              <a:ext uri="{FF2B5EF4-FFF2-40B4-BE49-F238E27FC236}">
                <a16:creationId xmlns:a16="http://schemas.microsoft.com/office/drawing/2014/main" id="{363131B8-57A9-444A-ABDF-636EC4AEFFC2}"/>
              </a:ext>
            </a:extLst>
          </p:cNvPr>
          <p:cNvSpPr>
            <a:spLocks noGrp="1"/>
          </p:cNvSpPr>
          <p:nvPr/>
        </p:nvSpPr>
        <p:spPr>
          <a:xfrm>
            <a:off x="8067675" y="5505450"/>
            <a:ext cx="3476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725" b="1" i="0">
                <a:solidFill>
                  <a:srgbClr val="3E8C61"/>
                </a:solidFill>
                <a:latin typeface="Cambria"/>
                <a:ea typeface="Cambria"/>
                <a:cs typeface="Cambria"/>
              </a:defRPr>
            </a:pPr>
            <a:r>
              <a:rPr sz="1725" b="1" i="0">
                <a:solidFill>
                  <a:srgbClr val="3E8C61"/>
                </a:solidFill>
                <a:latin typeface="Cambria"/>
                <a:ea typeface="Cambria"/>
                <a:cs typeface="Cambria"/>
              </a:rPr>
              <a:t>OOP: M3 32.9%  ·  Shear: M1 7.7%</a:t>
            </a:r>
          </a:p>
        </p:txBody>
      </p:sp>
      <p:sp>
        <p:nvSpPr>
          <p:cNvPr id="18" name="us2-benchmark-detail-2">
            <a:extLst>
              <a:ext uri="{FF2B5EF4-FFF2-40B4-BE49-F238E27FC236}">
                <a16:creationId xmlns:a16="http://schemas.microsoft.com/office/drawing/2014/main" id="{C6749025-BE9C-4D32-9C33-684E74A65FF3}"/>
              </a:ext>
            </a:extLst>
          </p:cNvPr>
          <p:cNvSpPr>
            <a:spLocks noGrp="1"/>
          </p:cNvSpPr>
          <p:nvPr/>
        </p:nvSpPr>
        <p:spPr>
          <a:xfrm>
            <a:off x="8067675" y="5857875"/>
            <a:ext cx="3476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M3 tracks through Run 24, then misses Run 25.</a:t>
            </a:r>
          </a:p>
        </p:txBody>
      </p:sp>
      <p:sp>
        <p:nvSpPr>
          <p:cNvPr id="19" name="us2-benchmark-scope-note">
            <a:extLst>
              <a:ext uri="{FF2B5EF4-FFF2-40B4-BE49-F238E27FC236}">
                <a16:creationId xmlns:a16="http://schemas.microsoft.com/office/drawing/2014/main" id="{95585879-5163-4A86-9828-09E90D06CDA2}"/>
              </a:ext>
            </a:extLst>
          </p:cNvPr>
          <p:cNvSpPr>
            <a:spLocks noGrp="1"/>
          </p:cNvSpPr>
          <p:nvPr/>
        </p:nvSpPr>
        <p:spPr>
          <a:xfrm>
            <a:off x="723900" y="6353175"/>
            <a:ext cx="1076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The model sequences start from the US-1 Strategy F Run 21 state; Test 12 is an independent specimen check. US-1 and US-2 are not pooled.</a:t>
            </a:r>
          </a:p>
        </p:txBody>
      </p:sp>
    </p:spTree>
    <p:extLst>
      <p:ext uri="{BB962C8B-B14F-4D97-AF65-F5344CB8AC3E}">
        <p14:creationId xmlns:p14="http://schemas.microsoft.com/office/powerpoint/2010/main" val="116924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-number-circle-13">
            <a:extLst>
              <a:ext uri="{FF2B5EF4-FFF2-40B4-BE49-F238E27FC236}">
                <a16:creationId xmlns:a16="http://schemas.microsoft.com/office/drawing/2014/main" id="{F51E8952-C624-4658-8774-246150732A26}"/>
              </a:ext>
            </a:extLst>
          </p:cNvPr>
          <p:cNvSpPr>
            <a:spLocks noGrp="1"/>
          </p:cNvSpPr>
          <p:nvPr/>
        </p:nvSpPr>
        <p:spPr>
          <a:xfrm>
            <a:off x="495300" y="352425"/>
            <a:ext cx="400050" cy="400050"/>
          </a:xfrm>
          <a:prstGeom prst="ellipse">
            <a:avLst/>
          </a:prstGeom>
          <a:solidFill>
            <a:srgbClr val="B7684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slide-number-13">
            <a:extLst>
              <a:ext uri="{FF2B5EF4-FFF2-40B4-BE49-F238E27FC236}">
                <a16:creationId xmlns:a16="http://schemas.microsoft.com/office/drawing/2014/main" id="{44B5373B-8ECB-4ED1-892B-97DB5FFAA8A5}"/>
              </a:ext>
            </a:extLst>
          </p:cNvPr>
          <p:cNvSpPr>
            <a:spLocks noGrp="1"/>
          </p:cNvSpPr>
          <p:nvPr/>
        </p:nvSpPr>
        <p:spPr>
          <a:xfrm>
            <a:off x="495300" y="352425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  <p:sp>
        <p:nvSpPr>
          <p:cNvPr id="3" name="slide-title-13">
            <a:extLst>
              <a:ext uri="{FF2B5EF4-FFF2-40B4-BE49-F238E27FC236}">
                <a16:creationId xmlns:a16="http://schemas.microsoft.com/office/drawing/2014/main" id="{16224A6E-98B1-4B0B-B793-C9BCCC6195AE}"/>
              </a:ext>
            </a:extLst>
          </p:cNvPr>
          <p:cNvSpPr>
            <a:spLocks noGrp="1"/>
          </p:cNvSpPr>
          <p:nvPr/>
        </p:nvSpPr>
        <p:spPr>
          <a:xfrm>
            <a:off x="1066800" y="285750"/>
            <a:ext cx="10572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Experimental tiltmeter residuals</a:t>
            </a:r>
          </a:p>
        </p:txBody>
      </p:sp>
      <p:sp>
        <p:nvSpPr>
          <p:cNvPr id="4" name="slide-subtitle-13">
            <a:extLst>
              <a:ext uri="{FF2B5EF4-FFF2-40B4-BE49-F238E27FC236}">
                <a16:creationId xmlns:a16="http://schemas.microsoft.com/office/drawing/2014/main" id="{B36827E9-DA26-437D-BB6F-A6139F7A1A38}"/>
              </a:ext>
            </a:extLst>
          </p:cNvPr>
          <p:cNvSpPr>
            <a:spLocks noGrp="1"/>
          </p:cNvSpPr>
          <p:nvPr/>
        </p:nvSpPr>
        <p:spPr>
          <a:xfrm>
            <a:off x="1066800" y="838200"/>
            <a:ext cx="1047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Settled sensor readings for US-1 and US-2; only US-2 has a Run 25 observation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="609600" y="1428750"/>
          <a:ext cx="7143750" cy="419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ilt-note-rule">
            <a:extLst>
              <a:ext uri="{FF2B5EF4-FFF2-40B4-BE49-F238E27FC236}">
                <a16:creationId xmlns:a16="http://schemas.microsoft.com/office/drawing/2014/main" id="{F278765C-35D7-4F5E-BE3A-7F9C7FABEB0C}"/>
              </a:ext>
            </a:extLst>
          </p:cNvPr>
          <p:cNvSpPr>
            <a:spLocks noGrp="1"/>
          </p:cNvSpPr>
          <p:nvPr/>
        </p:nvSpPr>
        <p:spPr>
          <a:xfrm>
            <a:off x="8096250" y="1600200"/>
            <a:ext cx="0" cy="4267200"/>
          </a:xfrm>
          <a:prstGeom prst="line">
            <a:avLst/>
          </a:prstGeom>
          <a:noFill/>
          <a:ln w="9525">
            <a:solidFill>
              <a:srgbClr val="D4D0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ilt-run24-value">
            <a:extLst>
              <a:ext uri="{FF2B5EF4-FFF2-40B4-BE49-F238E27FC236}">
                <a16:creationId xmlns:a16="http://schemas.microsoft.com/office/drawing/2014/main" id="{EF096D6E-7B9E-4D93-AD62-123F9A364B4E}"/>
              </a:ext>
            </a:extLst>
          </p:cNvPr>
          <p:cNvSpPr>
            <a:spLocks noGrp="1"/>
          </p:cNvSpPr>
          <p:nvPr/>
        </p:nvSpPr>
        <p:spPr>
          <a:xfrm>
            <a:off x="8439150" y="1743075"/>
            <a:ext cx="2952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475" b="1" i="0">
                <a:solidFill>
                  <a:srgbClr val="B7684B"/>
                </a:solidFill>
                <a:latin typeface="Cambria"/>
                <a:ea typeface="Cambria"/>
                <a:cs typeface="Cambria"/>
              </a:defRPr>
            </a:pPr>
            <a:r>
              <a:rPr sz="2475" b="1" i="0">
                <a:solidFill>
                  <a:srgbClr val="B7684B"/>
                </a:solidFill>
                <a:latin typeface="Cambria"/>
                <a:ea typeface="Cambria"/>
                <a:cs typeface="Cambria"/>
              </a:rPr>
              <a:t>US-1  +3.266°</a:t>
            </a:r>
          </a:p>
        </p:txBody>
      </p:sp>
      <p:sp>
        <p:nvSpPr>
          <p:cNvPr id="8" name="tilt-run24-caption">
            <a:extLst>
              <a:ext uri="{FF2B5EF4-FFF2-40B4-BE49-F238E27FC236}">
                <a16:creationId xmlns:a16="http://schemas.microsoft.com/office/drawing/2014/main" id="{B24864E9-F95D-496E-8918-CD545CD90A8B}"/>
              </a:ext>
            </a:extLst>
          </p:cNvPr>
          <p:cNvSpPr>
            <a:spLocks noGrp="1"/>
          </p:cNvSpPr>
          <p:nvPr/>
        </p:nvSpPr>
        <p:spPr>
          <a:xfrm>
            <a:off x="8467725" y="2305050"/>
            <a:ext cx="2857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Run 24 change from its Run 21 reading</a:t>
            </a:r>
          </a:p>
        </p:txBody>
      </p:sp>
      <p:sp>
        <p:nvSpPr>
          <p:cNvPr id="9" name="tilt-us2-value">
            <a:extLst>
              <a:ext uri="{FF2B5EF4-FFF2-40B4-BE49-F238E27FC236}">
                <a16:creationId xmlns:a16="http://schemas.microsoft.com/office/drawing/2014/main" id="{2A558286-51F8-463E-8325-20A1468EE92E}"/>
              </a:ext>
            </a:extLst>
          </p:cNvPr>
          <p:cNvSpPr>
            <a:spLocks noGrp="1"/>
          </p:cNvSpPr>
          <p:nvPr/>
        </p:nvSpPr>
        <p:spPr>
          <a:xfrm>
            <a:off x="8439150" y="3000375"/>
            <a:ext cx="2952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475" b="1" i="0">
                <a:solidFill>
                  <a:srgbClr val="276B8E"/>
                </a:solidFill>
                <a:latin typeface="Cambria"/>
                <a:ea typeface="Cambria"/>
                <a:cs typeface="Cambria"/>
              </a:defRPr>
            </a:pPr>
            <a:r>
              <a:rPr sz="2475" b="1" i="0">
                <a:solidFill>
                  <a:srgbClr val="276B8E"/>
                </a:solidFill>
                <a:latin typeface="Cambria"/>
                <a:ea typeface="Cambria"/>
                <a:cs typeface="Cambria"/>
              </a:rPr>
              <a:t>US-2  +1.065°</a:t>
            </a:r>
          </a:p>
        </p:txBody>
      </p:sp>
      <p:sp>
        <p:nvSpPr>
          <p:cNvPr id="10" name="tilt-us2-caption">
            <a:extLst>
              <a:ext uri="{FF2B5EF4-FFF2-40B4-BE49-F238E27FC236}">
                <a16:creationId xmlns:a16="http://schemas.microsoft.com/office/drawing/2014/main" id="{642BFF2E-9893-436B-95F1-DA02AEAD9ED6}"/>
              </a:ext>
            </a:extLst>
          </p:cNvPr>
          <p:cNvSpPr>
            <a:spLocks noGrp="1"/>
          </p:cNvSpPr>
          <p:nvPr/>
        </p:nvSpPr>
        <p:spPr>
          <a:xfrm>
            <a:off x="8467725" y="3562350"/>
            <a:ext cx="2857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Run 25 change; settled reading 2.288°</a:t>
            </a:r>
          </a:p>
        </p:txBody>
      </p:sp>
      <p:sp>
        <p:nvSpPr>
          <p:cNvPr id="11" name="tilt-clip-note">
            <a:extLst>
              <a:ext uri="{FF2B5EF4-FFF2-40B4-BE49-F238E27FC236}">
                <a16:creationId xmlns:a16="http://schemas.microsoft.com/office/drawing/2014/main" id="{4B53D714-F3AD-4EB7-A2F8-455A31E846BB}"/>
              </a:ext>
            </a:extLst>
          </p:cNvPr>
          <p:cNvSpPr>
            <a:spLocks noGrp="1"/>
          </p:cNvSpPr>
          <p:nvPr/>
        </p:nvSpPr>
        <p:spPr>
          <a:xfrm>
            <a:off x="8458200" y="4257675"/>
            <a:ext cx="28765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Within-shaking peaks clip near ±25.75°; this plot uses settled residual readings only.</a:t>
            </a:r>
          </a:p>
        </p:txBody>
      </p:sp>
      <p:sp>
        <p:nvSpPr>
          <p:cNvPr id="12" name="tilt-model-note">
            <a:extLst>
              <a:ext uri="{FF2B5EF4-FFF2-40B4-BE49-F238E27FC236}">
                <a16:creationId xmlns:a16="http://schemas.microsoft.com/office/drawing/2014/main" id="{18C0ADA4-61BF-4D62-8125-76A246E8960B}"/>
              </a:ext>
            </a:extLst>
          </p:cNvPr>
          <p:cNvSpPr>
            <a:spLocks noGrp="1"/>
          </p:cNvSpPr>
          <p:nvPr/>
        </p:nvSpPr>
        <p:spPr>
          <a:xfrm>
            <a:off x="8458200" y="5124450"/>
            <a:ext cx="28765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These are instrument readings. The model's local-chord angle is excluded from this comparison.</a:t>
            </a:r>
          </a:p>
        </p:txBody>
      </p:sp>
    </p:spTree>
    <p:extLst>
      <p:ext uri="{BB962C8B-B14F-4D97-AF65-F5344CB8AC3E}">
        <p14:creationId xmlns:p14="http://schemas.microsoft.com/office/powerpoint/2010/main" val="6976871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-number-circle-14">
            <a:extLst>
              <a:ext uri="{FF2B5EF4-FFF2-40B4-BE49-F238E27FC236}">
                <a16:creationId xmlns:a16="http://schemas.microsoft.com/office/drawing/2014/main" id="{65434A07-EA14-4072-AB90-84257FE95175}"/>
              </a:ext>
            </a:extLst>
          </p:cNvPr>
          <p:cNvSpPr>
            <a:spLocks noGrp="1"/>
          </p:cNvSpPr>
          <p:nvPr/>
        </p:nvSpPr>
        <p:spPr>
          <a:xfrm>
            <a:off x="495300" y="352425"/>
            <a:ext cx="400050" cy="400050"/>
          </a:xfrm>
          <a:prstGeom prst="ellipse">
            <a:avLst/>
          </a:prstGeom>
          <a:solidFill>
            <a:srgbClr val="B7684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slide-number-14">
            <a:extLst>
              <a:ext uri="{FF2B5EF4-FFF2-40B4-BE49-F238E27FC236}">
                <a16:creationId xmlns:a16="http://schemas.microsoft.com/office/drawing/2014/main" id="{27D82180-8F5B-46D8-B4C3-3D4DE0E6B09C}"/>
              </a:ext>
            </a:extLst>
          </p:cNvPr>
          <p:cNvSpPr>
            <a:spLocks noGrp="1"/>
          </p:cNvSpPr>
          <p:nvPr/>
        </p:nvSpPr>
        <p:spPr>
          <a:xfrm>
            <a:off x="495300" y="352425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  <p:sp>
        <p:nvSpPr>
          <p:cNvPr id="3" name="slide-title-14">
            <a:extLst>
              <a:ext uri="{FF2B5EF4-FFF2-40B4-BE49-F238E27FC236}">
                <a16:creationId xmlns:a16="http://schemas.microsoft.com/office/drawing/2014/main" id="{DEF5D1AC-7DAD-4D72-BA1C-E8426F649309}"/>
              </a:ext>
            </a:extLst>
          </p:cNvPr>
          <p:cNvSpPr>
            <a:spLocks noGrp="1"/>
          </p:cNvSpPr>
          <p:nvPr/>
        </p:nvSpPr>
        <p:spPr>
          <a:xfrm>
            <a:off x="1066800" y="285750"/>
            <a:ext cx="10572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What these runs support</a:t>
            </a:r>
          </a:p>
        </p:txBody>
      </p:sp>
      <p:sp>
        <p:nvSpPr>
          <p:cNvPr id="4" name="slide-subtitle-14">
            <a:extLst>
              <a:ext uri="{FF2B5EF4-FFF2-40B4-BE49-F238E27FC236}">
                <a16:creationId xmlns:a16="http://schemas.microsoft.com/office/drawing/2014/main" id="{52800D04-E042-4862-9138-42A6C28C3FAD}"/>
              </a:ext>
            </a:extLst>
          </p:cNvPr>
          <p:cNvSpPr>
            <a:spLocks noGrp="1"/>
          </p:cNvSpPr>
          <p:nvPr/>
        </p:nvSpPr>
        <p:spPr>
          <a:xfrm>
            <a:off x="1066800" y="838200"/>
            <a:ext cx="1047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The method ranking depends on response metric and specimen</a:t>
            </a:r>
          </a:p>
        </p:txBody>
      </p:sp>
      <p:sp>
        <p:nvSpPr>
          <p:cNvPr id="5" name="summary-value-0">
            <a:extLst>
              <a:ext uri="{FF2B5EF4-FFF2-40B4-BE49-F238E27FC236}">
                <a16:creationId xmlns:a16="http://schemas.microsoft.com/office/drawing/2014/main" id="{4EC9E47A-348C-4237-B496-F74B09343BBC}"/>
              </a:ext>
            </a:extLst>
          </p:cNvPr>
          <p:cNvSpPr>
            <a:spLocks noGrp="1"/>
          </p:cNvSpPr>
          <p:nvPr/>
        </p:nvSpPr>
        <p:spPr>
          <a:xfrm>
            <a:off x="895350" y="1676400"/>
            <a:ext cx="2857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4050" b="1" i="0">
                <a:solidFill>
                  <a:srgbClr val="E07A2D"/>
                </a:solidFill>
                <a:latin typeface="Cambria"/>
                <a:ea typeface="Cambria"/>
                <a:cs typeface="Cambria"/>
              </a:defRPr>
            </a:pPr>
            <a:r>
              <a:rPr sz="4050" b="1" i="0">
                <a:solidFill>
                  <a:srgbClr val="E07A2D"/>
                </a:solidFill>
                <a:latin typeface="Cambria"/>
                <a:ea typeface="Cambria"/>
                <a:cs typeface="Cambria"/>
              </a:rPr>
              <a:t>17.1%</a:t>
            </a:r>
          </a:p>
        </p:txBody>
      </p:sp>
      <p:sp>
        <p:nvSpPr>
          <p:cNvPr id="6" name="summary-method-0">
            <a:extLst>
              <a:ext uri="{FF2B5EF4-FFF2-40B4-BE49-F238E27FC236}">
                <a16:creationId xmlns:a16="http://schemas.microsoft.com/office/drawing/2014/main" id="{CE638E94-025A-4A0E-A84C-E2A3E59A169C}"/>
              </a:ext>
            </a:extLst>
          </p:cNvPr>
          <p:cNvSpPr>
            <a:spLocks noGrp="1"/>
          </p:cNvSpPr>
          <p:nvPr/>
        </p:nvSpPr>
        <p:spPr>
          <a:xfrm>
            <a:off x="895350" y="2514600"/>
            <a:ext cx="28575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500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Method 2</a:t>
            </a:r>
          </a:p>
        </p:txBody>
      </p:sp>
      <p:sp>
        <p:nvSpPr>
          <p:cNvPr id="7" name="summary-label-0">
            <a:extLst>
              <a:ext uri="{FF2B5EF4-FFF2-40B4-BE49-F238E27FC236}">
                <a16:creationId xmlns:a16="http://schemas.microsoft.com/office/drawing/2014/main" id="{8210190D-D6B8-413C-9DC0-CA6536AF5900}"/>
              </a:ext>
            </a:extLst>
          </p:cNvPr>
          <p:cNvSpPr>
            <a:spLocks noGrp="1"/>
          </p:cNvSpPr>
          <p:nvPr/>
        </p:nvSpPr>
        <p:spPr>
          <a:xfrm>
            <a:off x="895350" y="2886075"/>
            <a:ext cx="285750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Lowest US-1 mean OOP</a:t>
            </a:r>
          </a:p>
          <a:p>
            <a:pPr algn="ctr">
              <a:def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displacement error</a:t>
            </a:r>
          </a:p>
        </p:txBody>
      </p:sp>
      <p:sp>
        <p:nvSpPr>
          <p:cNvPr id="8" name="summary-divider-0">
            <a:extLst>
              <a:ext uri="{FF2B5EF4-FFF2-40B4-BE49-F238E27FC236}">
                <a16:creationId xmlns:a16="http://schemas.microsoft.com/office/drawing/2014/main" id="{B3226454-1417-4D3A-8268-4E02717D4A08}"/>
              </a:ext>
            </a:extLst>
          </p:cNvPr>
          <p:cNvSpPr>
            <a:spLocks noGrp="1"/>
          </p:cNvSpPr>
          <p:nvPr/>
        </p:nvSpPr>
        <p:spPr>
          <a:xfrm>
            <a:off x="4105275" y="1743075"/>
            <a:ext cx="0" cy="1781175"/>
          </a:xfrm>
          <a:prstGeom prst="line">
            <a:avLst/>
          </a:prstGeom>
          <a:noFill/>
          <a:ln w="9525">
            <a:solidFill>
              <a:srgbClr val="D4D0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ummary-value-1">
            <a:extLst>
              <a:ext uri="{FF2B5EF4-FFF2-40B4-BE49-F238E27FC236}">
                <a16:creationId xmlns:a16="http://schemas.microsoft.com/office/drawing/2014/main" id="{B08E1CE7-321E-4D9D-A7B2-D2197DEEA116}"/>
              </a:ext>
            </a:extLst>
          </p:cNvPr>
          <p:cNvSpPr>
            <a:spLocks noGrp="1"/>
          </p:cNvSpPr>
          <p:nvPr/>
        </p:nvSpPr>
        <p:spPr>
          <a:xfrm>
            <a:off x="4543425" y="1676400"/>
            <a:ext cx="2857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4050" b="1" i="0">
                <a:solidFill>
                  <a:srgbClr val="276B8E"/>
                </a:solidFill>
                <a:latin typeface="Cambria"/>
                <a:ea typeface="Cambria"/>
                <a:cs typeface="Cambria"/>
              </a:defRPr>
            </a:pPr>
            <a:r>
              <a:rPr sz="4050" b="1" i="0">
                <a:solidFill>
                  <a:srgbClr val="276B8E"/>
                </a:solidFill>
                <a:latin typeface="Cambria"/>
                <a:ea typeface="Cambria"/>
                <a:cs typeface="Cambria"/>
              </a:rPr>
              <a:t>9.3%</a:t>
            </a:r>
          </a:p>
        </p:txBody>
      </p:sp>
      <p:sp>
        <p:nvSpPr>
          <p:cNvPr id="10" name="summary-method-1">
            <a:extLst>
              <a:ext uri="{FF2B5EF4-FFF2-40B4-BE49-F238E27FC236}">
                <a16:creationId xmlns:a16="http://schemas.microsoft.com/office/drawing/2014/main" id="{9CB0DCB1-EC27-4756-AE7A-5C668B08A4A1}"/>
              </a:ext>
            </a:extLst>
          </p:cNvPr>
          <p:cNvSpPr>
            <a:spLocks noGrp="1"/>
          </p:cNvSpPr>
          <p:nvPr/>
        </p:nvSpPr>
        <p:spPr>
          <a:xfrm>
            <a:off x="4543425" y="2514600"/>
            <a:ext cx="28575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500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Method 1</a:t>
            </a:r>
          </a:p>
        </p:txBody>
      </p:sp>
      <p:sp>
        <p:nvSpPr>
          <p:cNvPr id="11" name="summary-label-1">
            <a:extLst>
              <a:ext uri="{FF2B5EF4-FFF2-40B4-BE49-F238E27FC236}">
                <a16:creationId xmlns:a16="http://schemas.microsoft.com/office/drawing/2014/main" id="{1EC00375-5CA5-4E58-9148-4974F31FD5A5}"/>
              </a:ext>
            </a:extLst>
          </p:cNvPr>
          <p:cNvSpPr>
            <a:spLocks noGrp="1"/>
          </p:cNvSpPr>
          <p:nvPr/>
        </p:nvSpPr>
        <p:spPr>
          <a:xfrm>
            <a:off x="4543425" y="2886075"/>
            <a:ext cx="285750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Lowest US-1 mean base-shear</a:t>
            </a:r>
          </a:p>
          <a:p>
            <a:pPr algn="ctr">
              <a:def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peak error</a:t>
            </a:r>
          </a:p>
        </p:txBody>
      </p:sp>
      <p:sp>
        <p:nvSpPr>
          <p:cNvPr id="12" name="summary-divider-1">
            <a:extLst>
              <a:ext uri="{FF2B5EF4-FFF2-40B4-BE49-F238E27FC236}">
                <a16:creationId xmlns:a16="http://schemas.microsoft.com/office/drawing/2014/main" id="{8FA982DB-7AF9-4009-AD6F-B68215726D98}"/>
              </a:ext>
            </a:extLst>
          </p:cNvPr>
          <p:cNvSpPr>
            <a:spLocks noGrp="1"/>
          </p:cNvSpPr>
          <p:nvPr/>
        </p:nvSpPr>
        <p:spPr>
          <a:xfrm>
            <a:off x="7753350" y="1743075"/>
            <a:ext cx="0" cy="1781175"/>
          </a:xfrm>
          <a:prstGeom prst="line">
            <a:avLst/>
          </a:prstGeom>
          <a:noFill/>
          <a:ln w="9525">
            <a:solidFill>
              <a:srgbClr val="D4D0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ummary-value-2">
            <a:extLst>
              <a:ext uri="{FF2B5EF4-FFF2-40B4-BE49-F238E27FC236}">
                <a16:creationId xmlns:a16="http://schemas.microsoft.com/office/drawing/2014/main" id="{C10FAA01-377E-456F-8B6A-05138D044A4A}"/>
              </a:ext>
            </a:extLst>
          </p:cNvPr>
          <p:cNvSpPr>
            <a:spLocks noGrp="1"/>
          </p:cNvSpPr>
          <p:nvPr/>
        </p:nvSpPr>
        <p:spPr>
          <a:xfrm>
            <a:off x="8191500" y="1676400"/>
            <a:ext cx="2857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4050" b="1" i="0">
                <a:solidFill>
                  <a:srgbClr val="B7684B"/>
                </a:solidFill>
                <a:latin typeface="Cambria"/>
                <a:ea typeface="Cambria"/>
                <a:cs typeface="Cambria"/>
              </a:defRPr>
            </a:pPr>
            <a:r>
              <a:rPr sz="4050" b="1" i="0">
                <a:solidFill>
                  <a:srgbClr val="B7684B"/>
                </a:solidFill>
                <a:latin typeface="Cambria"/>
                <a:ea typeface="Cambria"/>
                <a:cs typeface="Cambria"/>
              </a:rPr>
              <a:t>16 / 16</a:t>
            </a:r>
          </a:p>
        </p:txBody>
      </p:sp>
      <p:sp>
        <p:nvSpPr>
          <p:cNvPr id="14" name="summary-method-2">
            <a:extLst>
              <a:ext uri="{FF2B5EF4-FFF2-40B4-BE49-F238E27FC236}">
                <a16:creationId xmlns:a16="http://schemas.microsoft.com/office/drawing/2014/main" id="{7084B6EF-3608-4D72-944D-93C4EF02D48D}"/>
              </a:ext>
            </a:extLst>
          </p:cNvPr>
          <p:cNvSpPr>
            <a:spLocks noGrp="1"/>
          </p:cNvSpPr>
          <p:nvPr/>
        </p:nvSpPr>
        <p:spPr>
          <a:xfrm>
            <a:off x="8191500" y="2514600"/>
            <a:ext cx="28575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500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All methods</a:t>
            </a:r>
          </a:p>
        </p:txBody>
      </p:sp>
      <p:sp>
        <p:nvSpPr>
          <p:cNvPr id="15" name="summary-label-2">
            <a:extLst>
              <a:ext uri="{FF2B5EF4-FFF2-40B4-BE49-F238E27FC236}">
                <a16:creationId xmlns:a16="http://schemas.microsoft.com/office/drawing/2014/main" id="{35E01DA0-3685-4F60-AD42-DBB070CDC3E2}"/>
              </a:ext>
            </a:extLst>
          </p:cNvPr>
          <p:cNvSpPr>
            <a:spLocks noGrp="1"/>
          </p:cNvSpPr>
          <p:nvPr/>
        </p:nvSpPr>
        <p:spPr>
          <a:xfrm>
            <a:off x="8191500" y="2886075"/>
            <a:ext cx="285750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Spectral fits outside</a:t>
            </a:r>
          </a:p>
          <a:p>
            <a:pPr algn="ctr">
              <a:def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2% tolerance</a:t>
            </a:r>
          </a:p>
        </p:txBody>
      </p:sp>
      <p:sp>
        <p:nvSpPr>
          <p:cNvPr id="16" name="summary-lower-rule">
            <a:extLst>
              <a:ext uri="{FF2B5EF4-FFF2-40B4-BE49-F238E27FC236}">
                <a16:creationId xmlns:a16="http://schemas.microsoft.com/office/drawing/2014/main" id="{98AC66F2-1117-47B7-9E35-9F0A988C6A1A}"/>
              </a:ext>
            </a:extLst>
          </p:cNvPr>
          <p:cNvSpPr>
            <a:spLocks noGrp="1"/>
          </p:cNvSpPr>
          <p:nvPr/>
        </p:nvSpPr>
        <p:spPr>
          <a:xfrm>
            <a:off x="828675" y="3943350"/>
            <a:ext cx="10525125" cy="0"/>
          </a:xfrm>
          <a:prstGeom prst="line">
            <a:avLst/>
          </a:prstGeom>
          <a:noFill/>
          <a:ln w="9525">
            <a:solidFill>
              <a:srgbClr val="D4D0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ummary-reading">
            <a:extLst>
              <a:ext uri="{FF2B5EF4-FFF2-40B4-BE49-F238E27FC236}">
                <a16:creationId xmlns:a16="http://schemas.microsoft.com/office/drawing/2014/main" id="{0212E47A-DB8B-4053-A0A8-CF463EB6E42C}"/>
              </a:ext>
            </a:extLst>
          </p:cNvPr>
          <p:cNvSpPr>
            <a:spLocks noGrp="1"/>
          </p:cNvSpPr>
          <p:nvPr/>
        </p:nvSpPr>
        <p:spPr>
          <a:xfrm>
            <a:off x="895350" y="4171950"/>
            <a:ext cx="10382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875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1875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US-2 adds a different result: Method 3 has the lowest mean displacement error, while Method 1 leads on base shear.</a:t>
            </a:r>
          </a:p>
        </p:txBody>
      </p:sp>
      <p:sp>
        <p:nvSpPr>
          <p:cNvPr id="18" name="summary-next-step">
            <a:extLst>
              <a:ext uri="{FF2B5EF4-FFF2-40B4-BE49-F238E27FC236}">
                <a16:creationId xmlns:a16="http://schemas.microsoft.com/office/drawing/2014/main" id="{A16D326B-6AE4-4B03-9FF7-B8983349382D}"/>
              </a:ext>
            </a:extLst>
          </p:cNvPr>
          <p:cNvSpPr>
            <a:spLocks noGrp="1"/>
          </p:cNvSpPr>
          <p:nvPr/>
        </p:nvSpPr>
        <p:spPr>
          <a:xfrm>
            <a:off x="895350" y="5153025"/>
            <a:ext cx="103632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75" b="1" i="0">
                <a:solidFill>
                  <a:srgbClr val="B7684B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B7684B"/>
                </a:solidFill>
                <a:latin typeface="Calibri"/>
                <a:ea typeface="Calibri"/>
                <a:cs typeface="Calibri"/>
              </a:rPr>
              <a:t>Method 3 still misses the sharp US-2 Run 25 displacement jump; refine the fit and investigate this transition.</a:t>
            </a:r>
          </a:p>
        </p:txBody>
      </p:sp>
      <p:sp>
        <p:nvSpPr>
          <p:cNvPr id="19" name="summary-scope-note">
            <a:extLst>
              <a:ext uri="{FF2B5EF4-FFF2-40B4-BE49-F238E27FC236}">
                <a16:creationId xmlns:a16="http://schemas.microsoft.com/office/drawing/2014/main" id="{9510EB46-414A-4C27-9A0A-473004A422E1}"/>
              </a:ext>
            </a:extLst>
          </p:cNvPr>
          <p:cNvSpPr>
            <a:spLocks noGrp="1"/>
          </p:cNvSpPr>
          <p:nvPr/>
        </p:nvSpPr>
        <p:spPr>
          <a:xfrm>
            <a:off x="895350" y="6029325"/>
            <a:ext cx="10382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US-1 is scored over Runs 22–24; US-2 over Runs 22–25. Tests stay separate; models start from US-1 Strategy F Run 21.</a:t>
            </a:r>
          </a:p>
        </p:txBody>
      </p:sp>
    </p:spTree>
    <p:extLst>
      <p:ext uri="{BB962C8B-B14F-4D97-AF65-F5344CB8AC3E}">
        <p14:creationId xmlns:p14="http://schemas.microsoft.com/office/powerpoint/2010/main" val="207779088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3349</Words>
  <Application>Microsoft Office PowerPoint</Application>
  <DocSecurity>0</DocSecurity>
  <PresentationFormat>Widescreen</PresentationFormat>
  <Paragraphs>191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Calibri</vt:lpstr>
      <vt:lpstr>Cambria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Oktiovan YP, Yopi</cp:lastModifiedBy>
  <cp:revision>1</cp:revision>
  <dcterms:created xsi:type="dcterms:W3CDTF">2026-10-05T10:51:54Z</dcterms:created>
  <dcterms:modified xsi:type="dcterms:W3CDTF">2026-10-05T11:54:48Z</dcterms:modified>
</cp:coreProperties>
</file>