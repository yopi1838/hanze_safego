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09bb9b2ef4ea1" /><Relationship Type="http://schemas.openxmlformats.org/officeDocument/2006/relationships/extended-properties" Target="/docProps/app.xml" Id="R167b241286384a91" /><Relationship Type="http://schemas.openxmlformats.org/officeDocument/2006/relationships/officeDocument" Target="/ppt/presentation.xml" Id="Re84748fe2246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3346d93514768"/>
  </p:sldMasterIdLst>
  <p:notesMasterIdLst>
    <p:notesMasterId xmlns:r="http://schemas.openxmlformats.org/officeDocument/2006/relationships" r:id="R7c9b9b712534434c"/>
  </p:notesMasterIdLst>
  <p:sldIdLst>
    <p:sldId xmlns:r="http://schemas.openxmlformats.org/officeDocument/2006/relationships" id="256" r:id="R652dd021534645a5"/>
    <p:sldId xmlns:r="http://schemas.openxmlformats.org/officeDocument/2006/relationships" id="257" r:id="Rdea731d4b1fa4f83"/>
    <p:sldId xmlns:r="http://schemas.openxmlformats.org/officeDocument/2006/relationships" id="258" r:id="Rd3afe7765fee4c68"/>
    <p:sldId xmlns:r="http://schemas.openxmlformats.org/officeDocument/2006/relationships" id="259" r:id="R6802571ea1b34c45"/>
    <p:sldId xmlns:r="http://schemas.openxmlformats.org/officeDocument/2006/relationships" id="260" r:id="Ra7a6a179f5a34617"/>
    <p:sldId xmlns:r="http://schemas.openxmlformats.org/officeDocument/2006/relationships" id="261" r:id="R81ad20a238dd40cb"/>
    <p:sldId xmlns:r="http://schemas.openxmlformats.org/officeDocument/2006/relationships" id="262" r:id="Ra901480f345e4eab"/>
    <p:sldId xmlns:r="http://schemas.openxmlformats.org/officeDocument/2006/relationships" id="263" r:id="Rf0b8f86bb9f444bd"/>
    <p:sldId xmlns:r="http://schemas.openxmlformats.org/officeDocument/2006/relationships" id="264" r:id="Rdaa3f09b6f2b46c6"/>
    <p:sldId xmlns:r="http://schemas.openxmlformats.org/officeDocument/2006/relationships" id="265" r:id="R1062368501de4ae6"/>
    <p:sldId xmlns:r="http://schemas.openxmlformats.org/officeDocument/2006/relationships" id="266" r:id="R7053021862b247bd"/>
    <p:sldId xmlns:r="http://schemas.openxmlformats.org/officeDocument/2006/relationships" id="267" r:id="Ra33f6076e01f440d"/>
    <p:sldId xmlns:r="http://schemas.openxmlformats.org/officeDocument/2006/relationships" id="268" r:id="R954c40dfea954856"/>
    <p:sldId xmlns:r="http://schemas.openxmlformats.org/officeDocument/2006/relationships" id="269" r:id="R6cb1adb600ca4b40"/>
    <p:sldId xmlns:r="http://schemas.openxmlformats.org/officeDocument/2006/relationships" id="270" r:id="Re790b3d58d82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70e09b6744e62" /><Relationship Type="http://schemas.openxmlformats.org/officeDocument/2006/relationships/slideMaster" Target="/ppt/slideMasters/slideMaster1.xml" Id="Ra573346d93514768" /><Relationship Type="http://schemas.openxmlformats.org/officeDocument/2006/relationships/notesMaster" Target="/ppt/notesMasters/notesMaster1.xml" Id="R7c9b9b712534434c" /><Relationship Type="http://schemas.openxmlformats.org/officeDocument/2006/relationships/presProps" Target="/ppt/presProps.xml" Id="Rd799caa25a464ea7" /><Relationship Type="http://schemas.openxmlformats.org/officeDocument/2006/relationships/tableStyles" Target="/ppt/tableStyles.xml" Id="Rd95b66d2f8cf45bd" /><Relationship Type="http://schemas.openxmlformats.org/officeDocument/2006/relationships/slide" Target="/ppt/slides/slide1.xml" Id="R652dd021534645a5" /><Relationship Type="http://schemas.openxmlformats.org/officeDocument/2006/relationships/slide" Target="/ppt/slides/slide2.xml" Id="Rdea731d4b1fa4f83" /><Relationship Type="http://schemas.openxmlformats.org/officeDocument/2006/relationships/slide" Target="/ppt/slides/slide3.xml" Id="Rd3afe7765fee4c68" /><Relationship Type="http://schemas.openxmlformats.org/officeDocument/2006/relationships/slide" Target="/ppt/slides/slide4.xml" Id="R6802571ea1b34c45" /><Relationship Type="http://schemas.openxmlformats.org/officeDocument/2006/relationships/slide" Target="/ppt/slides/slide5.xml" Id="Ra7a6a179f5a34617" /><Relationship Type="http://schemas.openxmlformats.org/officeDocument/2006/relationships/slide" Target="/ppt/slides/slide6.xml" Id="R81ad20a238dd40cb" /><Relationship Type="http://schemas.openxmlformats.org/officeDocument/2006/relationships/slide" Target="/ppt/slides/slide7.xml" Id="Ra901480f345e4eab" /><Relationship Type="http://schemas.openxmlformats.org/officeDocument/2006/relationships/slide" Target="/ppt/slides/slide8.xml" Id="Rf0b8f86bb9f444bd" /><Relationship Type="http://schemas.openxmlformats.org/officeDocument/2006/relationships/slide" Target="/ppt/slides/slide9.xml" Id="Rdaa3f09b6f2b46c6" /><Relationship Type="http://schemas.openxmlformats.org/officeDocument/2006/relationships/slide" Target="/ppt/slides/slide10.xml" Id="R1062368501de4ae6" /><Relationship Type="http://schemas.openxmlformats.org/officeDocument/2006/relationships/slide" Target="/ppt/slides/slide11.xml" Id="R7053021862b247bd" /><Relationship Type="http://schemas.openxmlformats.org/officeDocument/2006/relationships/slide" Target="/ppt/slides/slide12.xml" Id="Ra33f6076e01f440d" /><Relationship Type="http://schemas.openxmlformats.org/officeDocument/2006/relationships/slide" Target="/ppt/slides/slide13.xml" Id="R954c40dfea954856" /><Relationship Type="http://schemas.openxmlformats.org/officeDocument/2006/relationships/slide" Target="/ppt/slides/slide14.xml" Id="R6cb1adb600ca4b40" /><Relationship Type="http://schemas.openxmlformats.org/officeDocument/2006/relationships/slide" Target="/ppt/slides/slide15.xml" Id="Re790b3d58d82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ce707c0072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f9067ea1040b2" /><Relationship Type="http://schemas.openxmlformats.org/officeDocument/2006/relationships/notesMaster" Target="/ppt/notesMasters/notesMaster1.xml" Id="R644767c14084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91cc5c29941fa" /><Relationship Type="http://schemas.openxmlformats.org/officeDocument/2006/relationships/notesMaster" Target="/ppt/notesMasters/notesMaster1.xml" Id="Rb84f9dc77622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99db0a9654ed7" /><Relationship Type="http://schemas.openxmlformats.org/officeDocument/2006/relationships/notesMaster" Target="/ppt/notesMasters/notesMaster1.xml" Id="Rb0eca213c9c5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98de743ad43a3" /><Relationship Type="http://schemas.openxmlformats.org/officeDocument/2006/relationships/notesMaster" Target="/ppt/notesMasters/notesMaster1.xml" Id="R6ebb7aa6cdef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91704a4bd4079" /><Relationship Type="http://schemas.openxmlformats.org/officeDocument/2006/relationships/notesMaster" Target="/ppt/notesMasters/notesMaster1.xml" Id="Rd13b9d3cdcf5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f8afbefe747a0" /><Relationship Type="http://schemas.openxmlformats.org/officeDocument/2006/relationships/notesMaster" Target="/ppt/notesMasters/notesMaster1.xml" Id="R47c06d463d00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84d7aef2e4bdd" /><Relationship Type="http://schemas.openxmlformats.org/officeDocument/2006/relationships/notesMaster" Target="/ppt/notesMasters/notesMaster1.xml" Id="R0c72cc7c8cc34a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e8325b1aa4dc0" /><Relationship Type="http://schemas.openxmlformats.org/officeDocument/2006/relationships/notesMaster" Target="/ppt/notesMasters/notesMaster1.xml" Id="Ra1f083647da6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8b54f7514d4c1c" /><Relationship Type="http://schemas.openxmlformats.org/officeDocument/2006/relationships/notesMaster" Target="/ppt/notesMasters/notesMaster1.xml" Id="R7540baa6d99f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6f19a0a3be4fdb" /><Relationship Type="http://schemas.openxmlformats.org/officeDocument/2006/relationships/notesMaster" Target="/ppt/notesMasters/notesMaster1.xml" Id="Rd378a4898bbe40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62c84a17d4643" /><Relationship Type="http://schemas.openxmlformats.org/officeDocument/2006/relationships/notesMaster" Target="/ppt/notesMasters/notesMaster1.xml" Id="Rd4cad5809cb14b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81124a0d3405a" /><Relationship Type="http://schemas.openxmlformats.org/officeDocument/2006/relationships/notesMaster" Target="/ppt/notesMasters/notesMaster1.xml" Id="R6cc7e3c7747a46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612b47999b4a98" /><Relationship Type="http://schemas.openxmlformats.org/officeDocument/2006/relationships/notesMaster" Target="/ppt/notesMasters/notesMaster1.xml" Id="R7525eea1976542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e71f31aea942e7" /><Relationship Type="http://schemas.openxmlformats.org/officeDocument/2006/relationships/notesMaster" Target="/ppt/notesMasters/notesMaster1.xml" Id="Ra7ec5ee6272647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37e33375ee4c46" /><Relationship Type="http://schemas.openxmlformats.org/officeDocument/2006/relationships/notesMaster" Target="/ppt/notesMasters/notesMaster1.xml" Id="R0a6941181c6342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US-1 and US-2 tiltmeter residuals are recomputed with the same rule from EXP_DATA/US1_Tilt_values.csv and EXP_DATA/US2_Tilt_values.csv: use accelerometer swing to identify shaking events, then take the settled median after each event relative to the median of the first five samples. US-1 Runs 21–24 = 2.768, 2.533, 2.417, and 6.034 degrees; Run 24 is +3.266 degrees relative to Run 21. US-2 Runs 21–25 = 1.223, 1.0225, 0.385, 0.944, and 2.288 degrees;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c4c0ddbe8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c6031d25844de" /><Relationship Type="http://schemas.openxmlformats.org/officeDocument/2006/relationships/slideLayout" Target="/ppt/slideLayouts/slideLayout1.xml" Id="Rbb8a68e88274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a68e88274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c46724537420d" /><Relationship Type="http://schemas.openxmlformats.org/officeDocument/2006/relationships/notesSlide" Target="/ppt/notesSlides/notesSlide1.xml" Id="R11368d5ed9b2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c2764c524e95" /><Relationship Type="http://schemas.openxmlformats.org/officeDocument/2006/relationships/notesSlide" Target="/ppt/notesSlides/notesSlide2.xml" Id="R9c09acc4b964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9cf80ee64836" /><Relationship Type="http://schemas.openxmlformats.org/officeDocument/2006/relationships/chart" Target="/ppt/slides/charts/chart1.xml" Id="Rb80f2796c3b74ea0" /><Relationship Type="http://schemas.openxmlformats.org/officeDocument/2006/relationships/notesSlide" Target="/ppt/notesSlides/notesSlide3.xml" Id="Rdf0182776d68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5f0c0a0cc42b9" /><Relationship Type="http://schemas.openxmlformats.org/officeDocument/2006/relationships/notesSlide" Target="/ppt/notesSlides/notesSlide4.xml" Id="R1834294aae234a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44365ce1a4528" /><Relationship Type="http://schemas.openxmlformats.org/officeDocument/2006/relationships/chart" Target="/ppt/slides/charts/chart2.xml" Id="Rb6223c7cd0ea4794" /><Relationship Type="http://schemas.openxmlformats.org/officeDocument/2006/relationships/notesSlide" Target="/ppt/notesSlides/notesSlide5.xml" Id="R8c66552f6d8a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82be722574048" /><Relationship Type="http://schemas.openxmlformats.org/officeDocument/2006/relationships/image" Target="/ppt/media/image.png" Id="Rdd5361ca684f4872" /><Relationship Type="http://schemas.openxmlformats.org/officeDocument/2006/relationships/notesSlide" Target="/ppt/notesSlides/notesSlide6.xml" Id="R4b80a6e5e5d34d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55c3803d74916" /><Relationship Type="http://schemas.openxmlformats.org/officeDocument/2006/relationships/image" Target="/ppt/media/image2.png" Id="R2a646a1c22f94446" /><Relationship Type="http://schemas.openxmlformats.org/officeDocument/2006/relationships/notesSlide" Target="/ppt/notesSlides/notesSlide7.xml" Id="Raf0f25b63ccd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8808761742da" /><Relationship Type="http://schemas.openxmlformats.org/officeDocument/2006/relationships/notesSlide" Target="/ppt/notesSlides/notesSlide8.xml" Id="Re5970d7a930d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1d11e5faa4656" /><Relationship Type="http://schemas.openxmlformats.org/officeDocument/2006/relationships/image" Target="/ppt/media/image3.png" Id="Reaf2a137a4aa4cbf" /><Relationship Type="http://schemas.openxmlformats.org/officeDocument/2006/relationships/notesSlide" Target="/ppt/notesSlides/notesSlide9.xml" Id="Rddf42f98c4a0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844bd503e405d" /><Relationship Type="http://schemas.openxmlformats.org/officeDocument/2006/relationships/image" Target="/ppt/media/image4.png" Id="Rb2eb6f2778244b6c" /><Relationship Type="http://schemas.openxmlformats.org/officeDocument/2006/relationships/notesSlide" Target="/ppt/notesSlides/notesSlide10.xml" Id="R0bebe64c4b8949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7030ae6514e17" /><Relationship Type="http://schemas.openxmlformats.org/officeDocument/2006/relationships/image" Target="/ppt/media/image5.png" Id="Ra42be9bccf124a2f" /><Relationship Type="http://schemas.openxmlformats.org/officeDocument/2006/relationships/notesSlide" Target="/ppt/notesSlides/notesSlide11.xml" Id="R054b2e54cce043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4dc4b04da41fe" /><Relationship Type="http://schemas.openxmlformats.org/officeDocument/2006/relationships/image" Target="/ppt/media/image6.png" Id="R88375c78e89e4542" /><Relationship Type="http://schemas.openxmlformats.org/officeDocument/2006/relationships/notesSlide" Target="/ppt/notesSlides/notesSlide12.xml" Id="R41da5799888f49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314277b8d4088" /><Relationship Type="http://schemas.openxmlformats.org/officeDocument/2006/relationships/chart" Target="/ppt/slides/charts/chart3.xml" Id="Rfec2e94027f74c5d" /><Relationship Type="http://schemas.openxmlformats.org/officeDocument/2006/relationships/chart" Target="/ppt/slides/charts/chart4.xml" Id="R333f913adbe94141" /><Relationship Type="http://schemas.openxmlformats.org/officeDocument/2006/relationships/notesSlide" Target="/ppt/notesSlides/notesSlide13.xml" Id="Rc14aa1fea0fd4a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8f1d828af4fae" /><Relationship Type="http://schemas.openxmlformats.org/officeDocument/2006/relationships/chart" Target="/ppt/slides/charts/chart5.xml" Id="Ra317366be37142e7" /><Relationship Type="http://schemas.openxmlformats.org/officeDocument/2006/relationships/notesSlide" Target="/ppt/notesSlides/notesSlide14.xml" Id="R28aacd0e41444c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ad970cdd435f" /><Relationship Type="http://schemas.openxmlformats.org/officeDocument/2006/relationships/notesSlide" Target="/ppt/notesSlides/notesSlide15.xml" Id="R86a2823794d24733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3.3132</c:v>
              </c:pt>
              <c:pt idx="1">
                <c:v>24.0228</c:v>
              </c:pt>
              <c:pt idx="2">
                <c:v>31.823</c:v>
              </c:pt>
              <c:pt idx="3">
                <c:v>34.1371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2.4738</c:v>
              </c:pt>
              <c:pt idx="1">
                <c:v>12.1028</c:v>
              </c:pt>
              <c:pt idx="2">
                <c:v>32.7545</c:v>
              </c:pt>
              <c:pt idx="3">
                <c:v>41.014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3.5841</c:v>
              </c:pt>
              <c:pt idx="1">
                <c:v>5.8417</c:v>
              </c:pt>
              <c:pt idx="2">
                <c:v>7.4077</c:v>
              </c:pt>
              <c:pt idx="3">
                <c:v>9.9228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2.25</c:v>
              </c:pt>
              <c:pt idx="1">
                <c:v>5.3268</c:v>
              </c:pt>
              <c:pt idx="2">
                <c:v>28.2426</c:v>
              </c:pt>
              <c:pt idx="3">
                <c:v>36.3054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3.6473</c:v>
              </c:pt>
              <c:pt idx="1">
                <c:v>13.1536</c:v>
              </c:pt>
              <c:pt idx="2">
                <c:v>29.4828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2.3847</c:v>
              </c:pt>
              <c:pt idx="1">
                <c:v>5.2645</c:v>
              </c:pt>
              <c:pt idx="2">
                <c:v>7.5808</c:v>
              </c:pt>
              <c:pt idx="3">
                <c:v>31.1419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17.7439</c:v>
              </c:pt>
              <c:pt idx="1">
                <c:v>29.0586</c:v>
              </c:pt>
              <c:pt idx="2">
                <c:v>31.8247</c:v>
              </c:pt>
              <c:pt idx="3">
                <c:v>36.527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18.4502</c:v>
              </c:pt>
              <c:pt idx="1">
                <c:v>26.5624</c:v>
              </c:pt>
              <c:pt idx="2">
                <c:v>38.0256</c:v>
              </c:pt>
              <c:pt idx="3">
                <c:v>32.525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21.3379</c:v>
              </c:pt>
              <c:pt idx="1">
                <c:v>20.0858</c:v>
              </c:pt>
              <c:pt idx="2">
                <c:v>25.5861</c:v>
              </c:pt>
              <c:pt idx="3">
                <c:v>22.9949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20.9988</c:v>
              </c:pt>
              <c:pt idx="1">
                <c:v>21.8173</c:v>
              </c:pt>
              <c:pt idx="2">
                <c:v>37.98</c:v>
              </c:pt>
              <c:pt idx="3">
                <c:v>39.8456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20.3266</c:v>
              </c:pt>
              <c:pt idx="1">
                <c:v>27.041</c:v>
              </c:pt>
              <c:pt idx="2">
                <c:v>29.5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21.1914</c:v>
              </c:pt>
              <c:pt idx="1">
                <c:v>27.8652</c:v>
              </c:pt>
              <c:pt idx="2">
                <c:v>29.9902</c:v>
              </c:pt>
              <c:pt idx="3">
                <c:v>38.0722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xVal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xVal>
          <c:yVal>
            <c:numLit>
              <c:formatCode>General</c:formatCode>
              <c:ptCount val="4"/>
              <c:pt idx="0">
                <c:v>2.768</c:v>
              </c:pt>
              <c:pt idx="1">
                <c:v>2.533</c:v>
              </c:pt>
              <c:pt idx="2">
                <c:v>2.417</c:v>
              </c:pt>
              <c:pt idx="3">
                <c:v>6.034</c:v>
              </c:pt>
            </c:numLit>
          </c:yVal>
        </c:ser>
        <c:ser>
          <c:idx val="1"/>
          <c:order val="1"/>
          <c:tx>
            <c:v>US-2 Test 12</c:v>
          </c:tx>
          <c:spPr>
            <a:ln xmlns:a="http://schemas.openxmlformats.org/drawingml/2006/main"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5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  <c:pt idx="4">
                <c:v>25</c:v>
              </c:pt>
            </c:numLit>
          </c:xVal>
          <c:yVal>
            <c:numLit>
              <c:formatCode>General</c:formatCode>
              <c:ptCount val="5"/>
              <c:pt idx="0">
                <c:v>1.223</c:v>
              </c:pt>
              <c:pt idx="1">
                <c:v>1.0225</c:v>
              </c:pt>
              <c:pt idx="2">
                <c:v>0.385</c:v>
              </c:pt>
              <c:pt idx="3">
                <c:v>0.944</c:v>
              </c:pt>
              <c:pt idx="4">
                <c:v>2.288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5A44E5-1FC6-4AD0-A54F-A0965C2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4C6EAA9-B96F-4066-A68C-D3B9FADB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6B669940-D4B6-4D0F-9D6E-0E55B44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13633B06-BE9C-40C9-9D86-E77BAFB7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8406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FA9A0B8C-57DB-4177-BB50-6CBF0207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4698F85B-2676-45D7-BC17-1EC2070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F98B5690-3C3C-4D35-A4EE-C82B61E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F695F645-863E-492D-A677-624D1C0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8F661C4D-F40F-4C59-A217-A9AA290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5609B19E-861E-4C9E-A62F-05BF225A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CD533FD3-3E55-4D87-AA6D-818B5CE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BB8101A6-96D5-4725-B834-C8036D3F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B31A3462-0ADB-4675-816B-0414AFC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99EBE5C-B601-4268-8855-CA9300E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5D0A4FE5-BA76-4AE7-B3A6-68E6410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EDB84152-B536-45D5-907C-A60D7C9B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66C0A081-E3E5-4893-9764-E689608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5CEFEC91-21C8-469D-B221-B954B5A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042FE6D2-640A-42C6-B4EA-452876B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3F1C4E50-B725-4197-A00D-471674A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67073317-A0F3-4539-A75C-102A783B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F7AEEB6B-7751-41B6-B4E4-8259679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04AF88C7-40FC-474A-84B6-F6A6AE5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6F10F4CF-3347-4420-9967-9887248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A7F0E4F6-B08B-47C4-BCD7-FC66D1D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32C7C051-C179-424C-B425-03CE1D1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39839ABE-4195-400F-90BD-221CDF4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B2DF7718-DEBD-4AF8-96D1-E024C17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CC654C8F-A233-44E5-B5EF-D4C17A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D52E2843-A79D-4E70-A00F-EB255CD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96DABA16-32D8-404C-B2BC-A586A7A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6CA7D96-CDDD-48C7-BDD8-603DFE3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8F13C1DB-BAAA-4EAF-BCC6-47C65B5A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42958B52-6F80-4624-B9D3-A89D749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4DC34147-5A8E-42F5-8317-B02C9F7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7451B91E-4193-48E1-953D-A42F409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FE68F847-4DEC-4FB9-B4E8-F4EB894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BDEA71B2-4AFE-4A1A-A91B-93559ED6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7448FC9F-C037-4443-868D-6749A49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FE2D22A9-B1EC-4779-81E8-2A91F89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D4D43794-5344-4DD4-AC85-C9E35A0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7E83CD53-2C0B-496D-A56B-561143A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52D4F9AE-015B-4F93-A673-2F4F867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5EAE00FF-DDE6-4FA5-8F0F-89F7C2F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F59CCE7E-D1E8-4FF6-B525-B516D5B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E0E63FC4-EC32-4D3F-84FD-8B26F7D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2BCC2DE9-891A-4E35-9A1A-66A52DA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2A7EE898-D690-4E1A-B477-8EE2B67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ADBD8CC9-BD37-48DF-A75D-878988D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97A32829-F4B7-415E-A86E-705855D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E6862ED3-A955-4771-AB6B-D63750D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7FA702E6-B310-496C-8BC7-8D82223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08C326FA-56C8-4528-840C-A9D378B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EF6AD256-CA7C-4524-A83B-253DD2D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698085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7D9134A7-3FDD-462C-9206-BD8D2B5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A5C2044F-F937-4BE6-AAC8-99B1455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F760D52-F87F-420D-83D6-45B62B6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7BC3D03E-B8FF-4AAC-91DE-AD4FD05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f2796c3b74ea0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8485F973-3212-4DA6-AFE5-5E87EDFD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F04B2F92-351C-492A-878A-9AAAD297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A5F8A356-BB7C-49DC-8387-BA2DA1F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310757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39AEBF26-6C78-4194-8E44-F563888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BC3F72D6-3B13-439E-B9C6-ED1AEB9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5AFAB56-FEBB-453B-8DF1-BF025A4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4EA2D4F-4CEA-40F0-90B2-9CC4884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6B060172-FD57-4D72-85D1-36928EE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714184B0-7070-4B60-8729-45836B13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EFBB4A7E-08BD-441F-842A-0F4281C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18C40AF3-FE45-4FA9-BD93-C090CE16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D2A56F18-A60C-49B7-9357-A565BDF0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472808B6-969B-40A5-8437-08CDB8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7D1DDA26-806C-4056-B881-BAA0E72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B621CAE2-44B4-447E-BBFA-914AA8A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B58AB7BD-F6F9-40D9-8B3A-16AD17A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5D8FB9CD-6FA7-4B7D-B55A-920EF52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CB87E756-EDDC-4335-9FB0-204420FE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6419A99E-F977-495E-9C72-4CF9BFB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4047E28D-5F40-4729-8FEE-10B2D74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E59C5BE2-9B7B-45B5-B0C4-2358698F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5F29A5D0-FB33-4F54-98E9-2828ABF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621EDF8C-A5C9-4D8A-8790-08A204B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53391DC1-154C-4A09-AA88-70B5EC59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085928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BF3FDCD0-B9CA-4703-B2CC-B132BEA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98C678D7-1320-43BA-A93C-FE50C82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CE4A66EE-0DA3-411A-9EC6-15AA8AD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F170AD6C-1B8C-4132-A8C6-1DE8E571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223c7cd0ea4794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E48A929C-73B3-4FF1-BC6C-123C6F8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276225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8A6256EB-8F7B-4513-8F4E-9BFB1CF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03F7953-9225-4840-B994-1F197E8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B822D458-F78B-49CA-989F-7B30384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0DB4DA3-F620-4396-BA8A-4C6A2935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61ca684f4872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042F6A47-349A-49C5-B1CC-296798AC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05D5182C-4A0D-43D6-B307-725B951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98C02F62-2AAE-4157-932C-653029B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66A9871B-A0B2-4B26-AADE-0AC81D6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FBE2C11A-88CB-4595-80AC-1700177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DD51E31B-CB7A-4E54-AE42-886824C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408674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35749A2D-A0EC-4EBC-9309-F7B67FEA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8F45701-D077-4D94-A369-C322A45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D700076A-9B69-427D-B56B-FAE41C8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95260445-B8C2-4D04-A661-8BE3E239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46a1c22f94446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93886179-AE2E-43A0-92F4-6A59DD01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39964832-ACF0-4469-B020-89BCE9D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814702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2F136B6A-D5F7-4B6F-BB08-F29A494D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6596E023-A8C9-4501-BCE3-2984EA1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26C91327-298D-4E1A-A673-CAFF21FD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40AFCE7C-F182-4441-AAAF-7963579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C8A3DC98-76DE-4E29-8C12-4E652CA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8204DC31-C3C5-461F-BFD0-122774D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1661ECE7-10B1-428D-B1C1-2FBEF3C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26AD6014-1D4E-424E-89B3-37969B13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C7B0CADF-FD9D-4EAF-9DA6-FFDE974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717A1758-418C-49CE-974C-0725B6E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FD0ED19A-E3F8-4FA0-95F3-03672D54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D78277B9-76BF-4295-BA0A-E7F1FF31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B5697ACC-A1D4-4FBC-89A4-7157784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D55A020E-9C93-422A-90EA-E5254F3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284AB6F4-7B28-44AA-8A0C-8E80999C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44AD3981-CA6E-476D-A9DF-7107C44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EFC80C4C-5A0C-48E8-8F3E-DE05DE3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2298281A-F8D6-4BD9-8451-3F282A2C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6F55B70F-478C-409F-A447-4C5E9F3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5E4C9150-B577-4CEB-A189-BFDD27A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A299A7F1-651D-4A45-A091-6EB6C496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50740CC1-BBA8-4C91-A517-2B4786C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365C3330-7272-47CC-BCB9-D9AAD9E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A455E54E-24DF-43E5-9BE9-D24AEDE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E2F79D84-8186-4084-B70E-59F75FF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6A4688BB-D393-4828-BBF2-5E32EA41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0623E713-8F5B-4295-8AA2-0E61413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6269233E-EBF4-4964-922D-3BFBCFE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E65ED434-446A-4038-B4AA-F7ECF76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862C88A5-4E57-4195-8D9E-7042F3D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509291D9-A107-4388-9442-40D7CDE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A6638A92-8388-40A3-8F49-91776AB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AD101EF9-86CE-43F5-AD0B-260A471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F2B6AF44-DFBF-482E-A586-4D9C90A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46598DC0-C07E-41F4-97B7-C0CD802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7BBAE5A5-96CD-43C2-99FB-E13CFD7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608942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3E2C7734-A557-4009-BB4B-4509740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96A0CD08-87F9-430B-A2C7-9B873213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329CC5F3-86EC-4E96-97E0-1B00AE2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BD770208-C834-47CB-8809-D5707054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2a137a4aa4cb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AED3C22D-33F3-46B0-9618-EE30132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3746C6A8-B976-401D-B95E-FBFFA13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AC915A59-F2D6-4F76-9E53-3A2BD47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BB6A1CE0-BD57-4E19-B735-6EA3F1AD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4EC17A9-7DB0-4918-8904-F32BA8D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332DA3E9-4F93-4E1D-92C4-46126338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647886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E837BCA9-B198-4723-93D4-154F1DCF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DF2BFF0E-4AF0-4C8F-A5EE-33D1B2A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87196CAB-6D68-40B8-8557-12060DB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865220A0-8668-43E5-96D2-B2A92C2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b6f2778244b6c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9BE8593C-ACA1-4F66-971A-425F151D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91DC4388-AA65-4DA2-B9FD-5A576C22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78FE53B3-0944-4436-8BA8-283B955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29A4B7C6-0F13-4213-B5A4-82FDBCDB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F81C1CF0-CEDB-407D-A693-025FC92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77C23A1E-1CF9-472B-9CF6-05C51CA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449706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89774E3E-3913-4FBC-A82A-DFE6CACC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12BC4D48-A705-4EF6-8BB0-9EEC29C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E5205E41-9BFD-435E-8196-74D2B2E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8E1AA9E5-F5C4-452C-A5A7-38D53C6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be9bccf124a2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71D06756-30E9-4611-BC4D-FD8075F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3AA3B0EA-067F-431F-BB39-3FE0B4FC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E4EB453E-5498-403C-A075-D3FB9F0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9C4B67CD-A5D9-4B0D-9D99-2FAB0FA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0BC48C5E-0BB4-46DE-ACC9-BB23530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60ACA1BA-E333-4A9F-86B3-3CCFD01F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094665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87AEAE89-5245-4BAC-BAD9-0D818ECB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78140058-16DD-44DF-8A1E-0E4B294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CC535B0D-4873-4FB8-9A44-A97A5F2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F0A0A93B-5B81-4D8B-821A-D1E4004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5c78e89e4542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38E4056A-5557-4EC1-B401-753C5F7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71D70E5B-3209-48E1-B101-67A4C836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A7DFE5D8-5CD4-49D8-B834-0429003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573D8978-C344-40B5-9E98-83B54E1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4859CAE7-17F9-409E-A279-9AB4CB46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3B1C69C9-79BB-4658-BBC3-92D4FA5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413280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719E2C38-E753-4E76-9F53-ED09AFD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76ACA97C-767D-4A8C-BBC9-0254391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78C77AA4-4F94-48C8-8546-C4D4829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465946C1-07A1-48C5-A9C3-9B3D85C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5381625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2e94027f74c5d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10300" y="1362075"/>
          <a:ext xmlns:a="http://schemas.openxmlformats.org/drawingml/2006/main" cx="5448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3f913adbe94141"/>
          </a:graphicData>
        </a:graphic>
      </p:graphicFrame>
      <p:sp>
        <p:nvSpPr>
          <p:cNvPr id="7" name="us2-benchmark-lower-rule">
            <a:extLst xmlns:a="http://schemas.openxmlformats.org/drawingml/2006/main">
              <a:ext uri="{FF2B5EF4-FFF2-40B4-BE49-F238E27FC236}">
                <a16:creationId xmlns:a16="http://schemas.microsoft.com/office/drawing/2014/main" id="{B2EFCB6C-41CA-49D9-B793-02643B4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8" name="us2-benchmark-label-0">
            <a:extLst xmlns:a="http://schemas.openxmlformats.org/drawingml/2006/main">
              <a:ext uri="{FF2B5EF4-FFF2-40B4-BE49-F238E27FC236}">
                <a16:creationId xmlns:a16="http://schemas.microsoft.com/office/drawing/2014/main" id="{1F1B7D6A-44A9-4F71-A4CC-4A37491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 xmlns:a="http://schemas.openxmlformats.org/drawingml/2006/main">
              <a:ext uri="{FF2B5EF4-FFF2-40B4-BE49-F238E27FC236}">
                <a16:creationId xmlns:a16="http://schemas.microsoft.com/office/drawing/2014/main" id="{BC207403-60DC-43CD-92C7-07931C16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 xmlns:a="http://schemas.openxmlformats.org/drawingml/2006/main">
              <a:ext uri="{FF2B5EF4-FFF2-40B4-BE49-F238E27FC236}">
                <a16:creationId xmlns:a16="http://schemas.microsoft.com/office/drawing/2014/main" id="{3E6A9BBA-29A6-4758-B9A7-28AD0D6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 xmlns:a="http://schemas.openxmlformats.org/drawingml/2006/main">
              <a:ext uri="{FF2B5EF4-FFF2-40B4-BE49-F238E27FC236}">
                <a16:creationId xmlns:a16="http://schemas.microsoft.com/office/drawing/2014/main" id="{AD7DD9F8-52C2-4AF6-8CE6-8E569BC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2" name="us2-benchmark-label-1">
            <a:extLst xmlns:a="http://schemas.openxmlformats.org/drawingml/2006/main">
              <a:ext uri="{FF2B5EF4-FFF2-40B4-BE49-F238E27FC236}">
                <a16:creationId xmlns:a16="http://schemas.microsoft.com/office/drawing/2014/main" id="{86A56C78-A507-49DC-BCDE-922F472E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 xmlns:a="http://schemas.openxmlformats.org/drawingml/2006/main">
              <a:ext uri="{FF2B5EF4-FFF2-40B4-BE49-F238E27FC236}">
                <a16:creationId xmlns:a16="http://schemas.microsoft.com/office/drawing/2014/main" id="{82784C73-C18D-4958-84C0-AC88403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 xmlns:a="http://schemas.openxmlformats.org/drawingml/2006/main">
              <a:ext uri="{FF2B5EF4-FFF2-40B4-BE49-F238E27FC236}">
                <a16:creationId xmlns:a16="http://schemas.microsoft.com/office/drawing/2014/main" id="{70ACE6C3-0E9C-47C6-A920-95D428F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578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 xmlns:a="http://schemas.openxmlformats.org/drawingml/2006/main">
              <a:ext uri="{FF2B5EF4-FFF2-40B4-BE49-F238E27FC236}">
                <a16:creationId xmlns:a16="http://schemas.microsoft.com/office/drawing/2014/main" id="{9F8D4CC0-2016-44CE-8DEA-E0A9268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6" name="us2-benchmark-label-2">
            <a:extLst xmlns:a="http://schemas.openxmlformats.org/drawingml/2006/main">
              <a:ext uri="{FF2B5EF4-FFF2-40B4-BE49-F238E27FC236}">
                <a16:creationId xmlns:a16="http://schemas.microsoft.com/office/drawing/2014/main" id="{3A9A214B-C96F-4D5B-A220-5B24D3E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387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 xmlns:a="http://schemas.openxmlformats.org/drawingml/2006/main">
              <a:ext uri="{FF2B5EF4-FFF2-40B4-BE49-F238E27FC236}">
                <a16:creationId xmlns:a16="http://schemas.microsoft.com/office/drawing/2014/main" id="{363131B8-57A9-444A-ABDF-636EC4A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 xmlns:a="http://schemas.openxmlformats.org/drawingml/2006/main">
              <a:ext uri="{FF2B5EF4-FFF2-40B4-BE49-F238E27FC236}">
                <a16:creationId xmlns:a16="http://schemas.microsoft.com/office/drawing/2014/main" id="{C6749025-BE9C-4D32-9C33-684E74A6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 xmlns:a="http://schemas.openxmlformats.org/drawingml/2006/main">
              <a:ext uri="{FF2B5EF4-FFF2-40B4-BE49-F238E27FC236}">
                <a16:creationId xmlns:a16="http://schemas.microsoft.com/office/drawing/2014/main" id="{95585879-5163-4A86-9828-09E90D06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11692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F51E8952-C624-4658-8774-2461507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44B5373B-8ECB-4ED1-892B-97DB5FFA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16224A6E-98B1-4B0B-B793-C9BCCC6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B36827E9-DA26-437D-BB6F-A6139F7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7366be37142e7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F278765C-35D7-4F5E-BE3A-7F9C7FA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EF096D6E-7B9E-4D93-AD62-123F9A36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+3.266°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B24864E9-F95D-496E-8918-CD545CD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 xmlns:a="http://schemas.openxmlformats.org/drawingml/2006/main">
              <a:ext uri="{FF2B5EF4-FFF2-40B4-BE49-F238E27FC236}">
                <a16:creationId xmlns:a16="http://schemas.microsoft.com/office/drawing/2014/main" id="{2A558286-51F8-463E-8325-20A1468E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 xmlns:a="http://schemas.openxmlformats.org/drawingml/2006/main">
              <a:ext uri="{FF2B5EF4-FFF2-40B4-BE49-F238E27FC236}">
                <a16:creationId xmlns:a16="http://schemas.microsoft.com/office/drawing/2014/main" id="{642BFF2E-9893-436B-95F1-DA02AEA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4B53D714-F3AD-4EB7-A2F8-455A31E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18C0ADA4-61BF-4D62-8125-76A246E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697687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4">
            <a:extLst xmlns:a="http://schemas.openxmlformats.org/drawingml/2006/main">
              <a:ext uri="{FF2B5EF4-FFF2-40B4-BE49-F238E27FC236}">
                <a16:creationId xmlns:a16="http://schemas.microsoft.com/office/drawing/2014/main" id="{65434A07-EA14-4072-AB90-84257FE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27D82180-8F5B-46D8-B4C3-3D4DE0E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DEF5D1AC-7DAD-4D72-BA1C-E8426F6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52800D04-E042-4862-9138-42A6C28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4EC9E47A-348C-4237-B496-F74B0934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CE638E94-025A-4A0E-A84C-E2A3E59A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8210190D-D6B8-413C-9DC0-CA6536A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B3226454-1417-4D3A-8268-4E02717D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B08E1CE7-321E-4D9D-A7B2-D2197DE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9CB0DCB1-EC27-4756-AE7A-5C668B0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1EC00375-5CA5-4E58-9148-4974F31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8FA982DB-7AF9-4009-AD6F-B682157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C10FAA01-377E-456F-8B6A-05138D0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7084B6EF-3608-4D72-944D-93C4EF02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35E01DA0-3685-4F60-AD42-DBB070C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98AC66F2-1117-47B7-9E35-9F0A988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0212E47A-DB8B-4053-A0A8-CF463EB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A16D326B-6AE4-4B03-9FF7-B898334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9510EB46-414A-4C27-9A0A-473004A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2077790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2026-10-05T10:51:54.2620000Z</dcterms:created>
  <dcterms:modified xsi:type="dcterms:W3CDTF">2026-10-05T10:51:54.2620000Z</dcterms:modified>
</coreProperties>
</file>