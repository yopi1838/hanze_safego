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fd11d382b478c" /><Relationship Type="http://schemas.openxmlformats.org/officeDocument/2006/relationships/extended-properties" Target="/docProps/app.xml" Id="Rfa35b78bc6534174" /><Relationship Type="http://schemas.openxmlformats.org/officeDocument/2006/relationships/officeDocument" Target="/ppt/presentation.xml" Id="Rae94c4dba596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ee4bc4377443eb"/>
  </p:sldMasterIdLst>
  <p:notesMasterIdLst>
    <p:notesMasterId xmlns:r="http://schemas.openxmlformats.org/officeDocument/2006/relationships" r:id="Rb28de4a2b1654d57"/>
  </p:notesMasterIdLst>
  <p:sldIdLst>
    <p:sldId xmlns:r="http://schemas.openxmlformats.org/officeDocument/2006/relationships" id="256" r:id="R85fb137c4c504cc0"/>
    <p:sldId xmlns:r="http://schemas.openxmlformats.org/officeDocument/2006/relationships" id="257" r:id="Rd5a6d927f6ff4832"/>
    <p:sldId xmlns:r="http://schemas.openxmlformats.org/officeDocument/2006/relationships" id="258" r:id="Rae34b3cd109f4865"/>
    <p:sldId xmlns:r="http://schemas.openxmlformats.org/officeDocument/2006/relationships" id="259" r:id="R23d75c248dcd45fc"/>
    <p:sldId xmlns:r="http://schemas.openxmlformats.org/officeDocument/2006/relationships" id="260" r:id="Rd02be2f3450840e9"/>
    <p:sldId xmlns:r="http://schemas.openxmlformats.org/officeDocument/2006/relationships" id="261" r:id="R49f5d4949ba04f5e"/>
    <p:sldId xmlns:r="http://schemas.openxmlformats.org/officeDocument/2006/relationships" id="262" r:id="Rfe0e2a49ea1d4f9e"/>
    <p:sldId xmlns:r="http://schemas.openxmlformats.org/officeDocument/2006/relationships" id="263" r:id="R3532c879858e4a67"/>
    <p:sldId xmlns:r="http://schemas.openxmlformats.org/officeDocument/2006/relationships" id="264" r:id="Rb71c5e2fa5f5422d"/>
    <p:sldId xmlns:r="http://schemas.openxmlformats.org/officeDocument/2006/relationships" id="265" r:id="R3ea90dd050844643"/>
    <p:sldId xmlns:r="http://schemas.openxmlformats.org/officeDocument/2006/relationships" id="266" r:id="Rd0ce4a45d6104050"/>
    <p:sldId xmlns:r="http://schemas.openxmlformats.org/officeDocument/2006/relationships" id="267" r:id="R98f2de0f75df46f2"/>
    <p:sldId xmlns:r="http://schemas.openxmlformats.org/officeDocument/2006/relationships" id="268" r:id="R258436a82ffb490c"/>
    <p:sldId xmlns:r="http://schemas.openxmlformats.org/officeDocument/2006/relationships" id="269" r:id="R883c417c6d3d4c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02fddf97ab4891" /><Relationship Type="http://schemas.openxmlformats.org/officeDocument/2006/relationships/slideMaster" Target="/ppt/slideMasters/slideMaster1.xml" Id="R2aee4bc4377443eb" /><Relationship Type="http://schemas.openxmlformats.org/officeDocument/2006/relationships/notesMaster" Target="/ppt/notesMasters/notesMaster1.xml" Id="Rb28de4a2b1654d57" /><Relationship Type="http://schemas.openxmlformats.org/officeDocument/2006/relationships/presProps" Target="/ppt/presProps.xml" Id="R06c3db8c34a24e2f" /><Relationship Type="http://schemas.openxmlformats.org/officeDocument/2006/relationships/tableStyles" Target="/ppt/tableStyles.xml" Id="R55be51dfdc3f4dc6" /><Relationship Type="http://schemas.openxmlformats.org/officeDocument/2006/relationships/slide" Target="/ppt/slides/slide1.xml" Id="R85fb137c4c504cc0" /><Relationship Type="http://schemas.openxmlformats.org/officeDocument/2006/relationships/slide" Target="/ppt/slides/slide2.xml" Id="Rd5a6d927f6ff4832" /><Relationship Type="http://schemas.openxmlformats.org/officeDocument/2006/relationships/slide" Target="/ppt/slides/slide3.xml" Id="Rae34b3cd109f4865" /><Relationship Type="http://schemas.openxmlformats.org/officeDocument/2006/relationships/slide" Target="/ppt/slides/slide4.xml" Id="R23d75c248dcd45fc" /><Relationship Type="http://schemas.openxmlformats.org/officeDocument/2006/relationships/slide" Target="/ppt/slides/slide5.xml" Id="Rd02be2f3450840e9" /><Relationship Type="http://schemas.openxmlformats.org/officeDocument/2006/relationships/slide" Target="/ppt/slides/slide6.xml" Id="R49f5d4949ba04f5e" /><Relationship Type="http://schemas.openxmlformats.org/officeDocument/2006/relationships/slide" Target="/ppt/slides/slide7.xml" Id="Rfe0e2a49ea1d4f9e" /><Relationship Type="http://schemas.openxmlformats.org/officeDocument/2006/relationships/slide" Target="/ppt/slides/slide8.xml" Id="R3532c879858e4a67" /><Relationship Type="http://schemas.openxmlformats.org/officeDocument/2006/relationships/slide" Target="/ppt/slides/slide9.xml" Id="Rb71c5e2fa5f5422d" /><Relationship Type="http://schemas.openxmlformats.org/officeDocument/2006/relationships/slide" Target="/ppt/slides/slide10.xml" Id="R3ea90dd050844643" /><Relationship Type="http://schemas.openxmlformats.org/officeDocument/2006/relationships/slide" Target="/ppt/slides/slide11.xml" Id="Rd0ce4a45d6104050" /><Relationship Type="http://schemas.openxmlformats.org/officeDocument/2006/relationships/slide" Target="/ppt/slides/slide12.xml" Id="R98f2de0f75df46f2" /><Relationship Type="http://schemas.openxmlformats.org/officeDocument/2006/relationships/slide" Target="/ppt/slides/slide13.xml" Id="R258436a82ffb490c" /><Relationship Type="http://schemas.openxmlformats.org/officeDocument/2006/relationships/slide" Target="/ppt/slides/slide14.xml" Id="R883c417c6d3d4c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2a68239e9a4d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a240178df440e" /><Relationship Type="http://schemas.openxmlformats.org/officeDocument/2006/relationships/notesMaster" Target="/ppt/notesMasters/notesMaster1.xml" Id="R29ae388e58884d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7bd747782c42e7" /><Relationship Type="http://schemas.openxmlformats.org/officeDocument/2006/relationships/notesMaster" Target="/ppt/notesMasters/notesMaster1.xml" Id="Rb376146fc19a47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197fa5e3f04b12" /><Relationship Type="http://schemas.openxmlformats.org/officeDocument/2006/relationships/notesMaster" Target="/ppt/notesMasters/notesMaster1.xml" Id="R5393efe6e7da43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386f232e644272" /><Relationship Type="http://schemas.openxmlformats.org/officeDocument/2006/relationships/notesMaster" Target="/ppt/notesMasters/notesMaster1.xml" Id="R73d36f76f31943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be550180e43bb" /><Relationship Type="http://schemas.openxmlformats.org/officeDocument/2006/relationships/notesMaster" Target="/ppt/notesMasters/notesMaster1.xml" Id="Rae7bb11a379540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fd060707f4271" /><Relationship Type="http://schemas.openxmlformats.org/officeDocument/2006/relationships/notesMaster" Target="/ppt/notesMasters/notesMaster1.xml" Id="R1245bd0b6c3846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81a0c0640940e1" /><Relationship Type="http://schemas.openxmlformats.org/officeDocument/2006/relationships/notesMaster" Target="/ppt/notesMasters/notesMaster1.xml" Id="R65555eb1f51242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93a9d1f2145cb" /><Relationship Type="http://schemas.openxmlformats.org/officeDocument/2006/relationships/notesMaster" Target="/ppt/notesMasters/notesMaster1.xml" Id="R1d05ceb653b2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a6288888af49ec" /><Relationship Type="http://schemas.openxmlformats.org/officeDocument/2006/relationships/notesMaster" Target="/ppt/notesMasters/notesMaster1.xml" Id="Rdc9d8b0a6a4a4a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652c7ec05a74290" /><Relationship Type="http://schemas.openxmlformats.org/officeDocument/2006/relationships/notesMaster" Target="/ppt/notesMasters/notesMaster1.xml" Id="R59f1a26a55e142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0dfaaf2dec4080" /><Relationship Type="http://schemas.openxmlformats.org/officeDocument/2006/relationships/notesMaster" Target="/ppt/notesMasters/notesMaster1.xml" Id="R90c8cb2311ba43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69e0938a862433e" /><Relationship Type="http://schemas.openxmlformats.org/officeDocument/2006/relationships/notesMaster" Target="/ppt/notesMasters/notesMaster1.xml" Id="R95950b55fb5c4c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aa8ddadcd84253" /><Relationship Type="http://schemas.openxmlformats.org/officeDocument/2006/relationships/notesMaster" Target="/ppt/notesMasters/notesMaster1.xml" Id="R770b0843e28448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8ce5411dbf84fde" /><Relationship Type="http://schemas.openxmlformats.org/officeDocument/2006/relationships/notesMaster" Target="/ppt/notesMasters/notesMaster1.xml" Id="R728f9e49381b4d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update focuses on the four Route 2 carrier and target combinations. Each sequence starts from the same Strategy F Run 21 save and carries the damage state forward through FR76 Runs 22–25.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Wave A is common to all four methods and targets scale × Sd(T1), where T1 is about 0.1119 s. Methods 1 and 2 use fixed target points at T1 and Teff, with Teff about 0.2414 s. Methods 3 and 4 use the precomputed capacity-proxy target d* and T* for each intensity. Method 1 carries Wave B at Teff; Method 2 uses the FR76 predominant period Tp = 0.260 s; Method 3 carries Wave B at T*; Method 4 uses Tp. The amplitude fit changes the two input velocity amplitudes while the carrier periods remain prescribed. The adaptive schedule is precomputed and independent of the preceding 3DEC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25 lines are the 5%-damped displacement spectra for the run's ground-motion record multiplied by that run's protocol scale. T1 = 0.111887 s and Teff = 0.241382 s are the fixed periods from the wall's bilinear pushover idealisation and are reused for every run. For each run, the ordinate read at T1 sets the Wave A spectral-displacement target, and the ordinate read at Teff sets Method 1's Wave B target. The chart zooms the period axis to 0–0.35 s to make both fixed target periods legible. The lines are grouped by record; repeated curves have different protocol scales.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value d*=3.423165 mm is read from Claude outputs/casm_step1_targets.csv for Run 22, FR76 at scale 1.00. The calculation uses the actual pushover force-displacement backbone and the 5%-damped FR76 spectrum. At d=3.423165 mm the cracked backbone gives F=12.360003 kN, hence F/d=3.610694 kN/mm. With m_eff=1635 kg, the secant-period calculation gives T*=0.133703694 s. Linear interpolation of the FR76 spectrum at that period gives Sd=3.423165 mm, so scale × Sd(Tsec(d)) equals d. The script numerically scans and interpolates the first stable crossing. The target schedule's cracked-backbone state is property-based damage memory: it switches after an earlier scheduled d* crossed dy; it does not read the measured Run 21 or Run 22 3DEC response. Method 3 uses this T* as its Wave B carrier before snapping to the 0.135 s time-grid period.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series is read from the corresponding Run22_FR76_s1p00_*_vel.txt table saved in route2_four_methods and imported by the 3DEC Itasca Python script. These are the applied boundary/table velocities at the native 0.005 s sample interval, not wall response velocities. The common Wave A carrier is 0.110 s on the input grid. Wave B grid periods are 0.240 s, 0.260 s, 0.135 s, and 0.260 s for Methods 1–4. The carrier periods are set by each method; the joint spectral fit adjusts the component velocities.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Metrics use the three experimental comparisons available for US-1 Test 9, Runs 22–24. Method 2 has the lowest mean absolute percentage error in peak relative OOP displacement at 17.1%. Method 1 has the lowest mean absolute percentage error in peak base shear at 9.3%. Run 25 is shown for the model sequence only because no US-1 Test 9 experiment exists for that run. The four methods used the common Strategy F Run 21 starting state. All 16 signal fits report fit_converged=False at the 2% tolerance, so the method ranking is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visual focus transition from the preceding all-method comparison. Methods 1, 3 and 4 use one pale grey with partial transparency; Method 2 retains its orange emphasis, and the US-1 experiment remains black. The underlying data are unchanged. Method 2 has the lowest mean absolute peak relative OOP displacement error at 17.1%, while Method 1 has the lowest mean absolute peak base-shear error at 9.3%. All 16 spectral fits missed the 2% convergence tolerance, so these rankings remain preliminary.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cstav is the direct model support reaction from the base and joist supports; the existing source plots it as a grey context trace. The experimental base shear is derived from accelerometer inertia (Moshfeghi et al. 2024, Eq. 2), not cstav. It uses the three sensor-point absolute accelerations at z=0.60, 1.26, and 2.06 m, weighted by tributary masses 408.52, 320.66, and 404.13 kg. The model side reconstructs those absolute accelerations by differentiating absolute out-of-plane velocities, resampling at 0.5 ms, and applying a 50 Hz low-pass filter. The processed test formula combines table acceleration and wall accelerometer channels to get absolute acceleration. The factor lambda=2.317348 is applied to both sides to reproduce the factor embedded in the processed tests; its origin is unknown and remains a question. Curves are start-zeroed, sign-aligned, and plotted against relative OOP displacement at 2.06 m. The reported model-to-test peak base-shear errors use the experimental-derived sum(m*a) quantity, not cstav.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1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2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3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4 uses the per-method plot generated from the project copy of Claude outputs/baseshear_exp_from_model.py. The script sums tributary masses at sensors 15–17 using ρ = 1,619 kg/m³ and applies MASS_SCALE = 2.317348 to both the model and experimental sides. The source figure also retains US-2 Test 12 and the support reaction traces. The reported mean base-shear peak error is the mean absolute percentage error over the three available US-1 Test 9 comparisons, Runs 22–24.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Experimental points are read from Claude outputs/exp_Test9_incl_tilt.csv, column resid_tilt_y_deg: Run 21 = 2.756°, Run 22 = 2.529°, Run 23 = 2.3965°, and Run 24 = 6.035°. Run 24 is +3.279° relative to Run 21. The within-shaking inclinometers clip near ±25.75°; this figure therefore uses settled residuals. No matched model instrument-point tilt series is presented. The current local chord-angle proxy is deliberately excluded from this experimental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mean error metrics compare Methods 1–4 against US-1 Test 9 for Runs 22–24. Method 2 gives the lowest mean absolute OOP displacement error at 17.1%; Method 1 gives the lowest mean absolute base-shear peak error at 9.3%. These four runs do not identify one overall winner. All spectral calibration fits missed the 2% convergence tolerance, so first improve the joint two-wave fit. Then generate a model tilt measure at the actual inclinometer location and compare settled residuals before selecting a method.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31a782b2945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378edf802249ae" /><Relationship Type="http://schemas.openxmlformats.org/officeDocument/2006/relationships/slideLayout" Target="/ppt/slideLayouts/slideLayout1.xml" Id="Rb47337fa26a942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337fa26a942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573161d31498f" /><Relationship Type="http://schemas.openxmlformats.org/officeDocument/2006/relationships/notesSlide" Target="/ppt/notesSlides/notesSlide1.xml" Id="R80aef74fcb2c46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6b15da15749cf" /><Relationship Type="http://schemas.openxmlformats.org/officeDocument/2006/relationships/notesSlide" Target="/ppt/notesSlides/notesSlide2.xml" Id="Rf40096cc297c48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68304ff42465e" /><Relationship Type="http://schemas.openxmlformats.org/officeDocument/2006/relationships/chart" Target="/ppt/slides/charts/chart1.xml" Id="R12121ebce0ab43c9" /><Relationship Type="http://schemas.openxmlformats.org/officeDocument/2006/relationships/notesSlide" Target="/ppt/notesSlides/notesSlide3.xml" Id="R319f701cbee249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023c890d54add" /><Relationship Type="http://schemas.openxmlformats.org/officeDocument/2006/relationships/notesSlide" Target="/ppt/notesSlides/notesSlide4.xml" Id="Re3c60436d12743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ff543e944421f" /><Relationship Type="http://schemas.openxmlformats.org/officeDocument/2006/relationships/chart" Target="/ppt/slides/charts/chart2.xml" Id="R58f1c0b65ca94f4d" /><Relationship Type="http://schemas.openxmlformats.org/officeDocument/2006/relationships/notesSlide" Target="/ppt/notesSlides/notesSlide5.xml" Id="R2cc33c20019246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4d0c85d124120" /><Relationship Type="http://schemas.openxmlformats.org/officeDocument/2006/relationships/image" Target="/ppt/media/image.png" Id="R27b1f982fb26484e" /><Relationship Type="http://schemas.openxmlformats.org/officeDocument/2006/relationships/notesSlide" Target="/ppt/notesSlides/notesSlide6.xml" Id="Reab11f0a5cac482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0515ecd214045" /><Relationship Type="http://schemas.openxmlformats.org/officeDocument/2006/relationships/image" Target="/ppt/media/image2.png" Id="R5344bfb8703c4729" /><Relationship Type="http://schemas.openxmlformats.org/officeDocument/2006/relationships/notesSlide" Target="/ppt/notesSlides/notesSlide7.xml" Id="Re6798bdd2b7e4c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4f02aabec486b" /><Relationship Type="http://schemas.openxmlformats.org/officeDocument/2006/relationships/notesSlide" Target="/ppt/notesSlides/notesSlide8.xml" Id="R81cbb052a60b41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7e0ef6361a447f" /><Relationship Type="http://schemas.openxmlformats.org/officeDocument/2006/relationships/image" Target="/ppt/media/image3.png" Id="Rcec99af9610b40a6" /><Relationship Type="http://schemas.openxmlformats.org/officeDocument/2006/relationships/notesSlide" Target="/ppt/notesSlides/notesSlide9.xml" Id="Raa7a85d3012d4c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a14181682400e" /><Relationship Type="http://schemas.openxmlformats.org/officeDocument/2006/relationships/image" Target="/ppt/media/image4.png" Id="R85f73d96755443fe" /><Relationship Type="http://schemas.openxmlformats.org/officeDocument/2006/relationships/notesSlide" Target="/ppt/notesSlides/notesSlide10.xml" Id="R071c551d8df2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8cb20476747a0" /><Relationship Type="http://schemas.openxmlformats.org/officeDocument/2006/relationships/image" Target="/ppt/media/image5.png" Id="R6882fa1ea44d4e2a" /><Relationship Type="http://schemas.openxmlformats.org/officeDocument/2006/relationships/notesSlide" Target="/ppt/notesSlides/notesSlide11.xml" Id="R6e35826708e648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378ff04654c4a" /><Relationship Type="http://schemas.openxmlformats.org/officeDocument/2006/relationships/image" Target="/ppt/media/image6.png" Id="R71b1b6aa6f3e43bd" /><Relationship Type="http://schemas.openxmlformats.org/officeDocument/2006/relationships/notesSlide" Target="/ppt/notesSlides/notesSlide12.xml" Id="R2fa3c1971ec74a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af5fae46a4ec4" /><Relationship Type="http://schemas.openxmlformats.org/officeDocument/2006/relationships/chart" Target="/ppt/slides/charts/chart3.xml" Id="Rd31144da118b494e" /><Relationship Type="http://schemas.openxmlformats.org/officeDocument/2006/relationships/notesSlide" Target="/ppt/notesSlides/notesSlide13.xml" Id="Rdc5ad2c5023f4f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5444829f643b8" /><Relationship Type="http://schemas.openxmlformats.org/officeDocument/2006/relationships/notesSlide" Target="/ppt/notesSlides/notesSlide14.xml" Id="Rd65bfbbf94c245e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Run 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Data'!$A$2:$A$97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Data'!$B$2:$B$97</c:f>
              <c:numCache>
                <c:formatCode>0</c:formatCode>
                <c:ptCount val="96"/>
                <c:pt idx="0">
                  <c:v>0.00164827835214</c:v>
                </c:pt>
                <c:pt idx="1">
                  <c:v>0.00237870502054</c:v>
                </c:pt>
                <c:pt idx="2">
                  <c:v>0.00324839989999</c:v>
                </c:pt>
                <c:pt idx="3">
                  <c:v>0.00426516158274</c:v>
                </c:pt>
                <c:pt idx="4">
                  <c:v>0.00543510165273</c:v>
                </c:pt>
                <c:pt idx="5">
                  <c:v>0.00679336261975</c:v>
                </c:pt>
                <c:pt idx="6">
                  <c:v>0.00842130983084</c:v>
                </c:pt>
                <c:pt idx="7">
                  <c:v>0.0101384705694</c:v>
                </c:pt>
                <c:pt idx="8">
                  <c:v>0.0117932431438</c:v>
                </c:pt>
                <c:pt idx="9">
                  <c:v>0.0138698274164</c:v>
                </c:pt>
                <c:pt idx="10">
                  <c:v>0.016184750822</c:v>
                </c:pt>
                <c:pt idx="11">
                  <c:v>0.0182597386334</c:v>
                </c:pt>
                <c:pt idx="12">
                  <c:v>0.0212394245123</c:v>
                </c:pt>
                <c:pt idx="13">
                  <c:v>0.0246914070621</c:v>
                </c:pt>
                <c:pt idx="14">
                  <c:v>0.0276688526531</c:v>
                </c:pt>
                <c:pt idx="15">
                  <c:v>0.0301023688207</c:v>
                </c:pt>
                <c:pt idx="16">
                  <c:v>0.0330135028758</c:v>
                </c:pt>
                <c:pt idx="17">
                  <c:v>0.0373130711758</c:v>
                </c:pt>
                <c:pt idx="18">
                  <c:v>0.0418092272709</c:v>
                </c:pt>
                <c:pt idx="19">
                  <c:v>0.0447480723994</c:v>
                </c:pt>
                <c:pt idx="20">
                  <c:v>0.0462678279036</c:v>
                </c:pt>
                <c:pt idx="21">
                  <c:v>0.0475676968481</c:v>
                </c:pt>
                <c:pt idx="22">
                  <c:v>0.052985908978</c:v>
                </c:pt>
                <c:pt idx="23">
                  <c:v>0.0638372891157</c:v>
                </c:pt>
                <c:pt idx="24">
                  <c:v>0.0757037130048</c:v>
                </c:pt>
                <c:pt idx="25">
                  <c:v>0.0889577208527</c:v>
                </c:pt>
                <c:pt idx="26">
                  <c:v>0.101757736105</c:v>
                </c:pt>
                <c:pt idx="27">
                  <c:v>0.113048676229</c:v>
                </c:pt>
                <c:pt idx="28">
                  <c:v>0.124980919803</c:v>
                </c:pt>
                <c:pt idx="29">
                  <c:v>0.134191213646</c:v>
                </c:pt>
                <c:pt idx="30">
                  <c:v>0.142727821187</c:v>
                </c:pt>
                <c:pt idx="31">
                  <c:v>0.150990082702</c:v>
                </c:pt>
                <c:pt idx="32">
                  <c:v>0.157401507336</c:v>
                </c:pt>
                <c:pt idx="33">
                  <c:v>0.163015563085</c:v>
                </c:pt>
                <c:pt idx="34">
                  <c:v>0.168921499797</c:v>
                </c:pt>
                <c:pt idx="35">
                  <c:v>0.17634837191</c:v>
                </c:pt>
                <c:pt idx="36">
                  <c:v>0.185859164187</c:v>
                </c:pt>
                <c:pt idx="37">
                  <c:v>0.197312656093</c:v>
                </c:pt>
                <c:pt idx="38">
                  <c:v>0.210860367839</c:v>
                </c:pt>
                <c:pt idx="39">
                  <c:v>0.226578132007</c:v>
                </c:pt>
                <c:pt idx="40">
                  <c:v>0.244450368705</c:v>
                </c:pt>
                <c:pt idx="41">
                  <c:v>0.264120395218</c:v>
                </c:pt>
                <c:pt idx="42">
                  <c:v>0.284886413878</c:v>
                </c:pt>
                <c:pt idx="43">
                  <c:v>0.305983712996</c:v>
                </c:pt>
                <c:pt idx="44">
                  <c:v>0.32681669712</c:v>
                </c:pt>
                <c:pt idx="45">
                  <c:v>0.34765876077</c:v>
                </c:pt>
                <c:pt idx="46">
                  <c:v>0.34765876077</c:v>
                </c:pt>
                <c:pt idx="47">
                  <c:v>0.406514654418</c:v>
                </c:pt>
                <c:pt idx="48">
                  <c:v>0.461426011927</c:v>
                </c:pt>
                <c:pt idx="49">
                  <c:v>0.518821366051</c:v>
                </c:pt>
                <c:pt idx="50">
                  <c:v>0.570776908368</c:v>
                </c:pt>
                <c:pt idx="51">
                  <c:v>0.611219608717</c:v>
                </c:pt>
                <c:pt idx="52">
                  <c:v>0.6509165725</c:v>
                </c:pt>
                <c:pt idx="53">
                  <c:v>0.680829603017</c:v>
                </c:pt>
                <c:pt idx="54">
                  <c:v>0.720172388134</c:v>
                </c:pt>
                <c:pt idx="55">
                  <c:v>0.754081861593</c:v>
                </c:pt>
                <c:pt idx="56">
                  <c:v>0.809210887798</c:v>
                </c:pt>
                <c:pt idx="57">
                  <c:v>0.853159469257</c:v>
                </c:pt>
                <c:pt idx="58">
                  <c:v>0.879437951818</c:v>
                </c:pt>
                <c:pt idx="59">
                  <c:v>0.881952284162</c:v>
                </c:pt>
                <c:pt idx="60">
                  <c:v>0.868031840562</c:v>
                </c:pt>
                <c:pt idx="61">
                  <c:v>0.847225062854</c:v>
                </c:pt>
                <c:pt idx="62">
                  <c:v>0.82392946817</c:v>
                </c:pt>
                <c:pt idx="63">
                  <c:v>0.821641293769</c:v>
                </c:pt>
                <c:pt idx="64">
                  <c:v>0.824487117924</c:v>
                </c:pt>
                <c:pt idx="65">
                  <c:v>0.823322744638</c:v>
                </c:pt>
                <c:pt idx="66">
                  <c:v>0.821711543868</c:v>
                </c:pt>
                <c:pt idx="67">
                  <c:v>0.826931588098</c:v>
                </c:pt>
                <c:pt idx="68">
                  <c:v>0.836893874208</c:v>
                </c:pt>
                <c:pt idx="69">
                  <c:v>0.847216637824</c:v>
                </c:pt>
                <c:pt idx="70">
                  <c:v>0.861797868947</c:v>
                </c:pt>
                <c:pt idx="71">
                  <c:v>0.876695249777</c:v>
                </c:pt>
                <c:pt idx="72">
                  <c:v>0.891321823194</c:v>
                </c:pt>
                <c:pt idx="73">
                  <c:v>0.90571986976</c:v>
                </c:pt>
                <c:pt idx="74">
                  <c:v>0.920831366705</c:v>
                </c:pt>
                <c:pt idx="75">
                  <c:v>0.939066335303</c:v>
                </c:pt>
                <c:pt idx="76">
                  <c:v>0.957540097987</c:v>
                </c:pt>
                <c:pt idx="77">
                  <c:v>0.976321774265</c:v>
                </c:pt>
                <c:pt idx="78">
                  <c:v>0.995312140016</c:v>
                </c:pt>
                <c:pt idx="79">
                  <c:v>1.01433830347</c:v>
                </c:pt>
                <c:pt idx="80">
                  <c:v>1.03671325728</c:v>
                </c:pt>
                <c:pt idx="81">
                  <c:v>1.05870938793</c:v>
                </c:pt>
                <c:pt idx="82">
                  <c:v>1.0801765808</c:v>
                </c:pt>
                <c:pt idx="83">
                  <c:v>1.10097497881</c:v>
                </c:pt>
                <c:pt idx="84">
                  <c:v>1.12104517972</c:v>
                </c:pt>
                <c:pt idx="85">
                  <c:v>1.14377644575</c:v>
                </c:pt>
                <c:pt idx="86">
                  <c:v>1.16523631036</c:v>
                </c:pt>
                <c:pt idx="87">
                  <c:v>1.18513853293</c:v>
                </c:pt>
                <c:pt idx="88">
                  <c:v>1.20325558659</c:v>
                </c:pt>
                <c:pt idx="89">
                  <c:v>1.22144924911</c:v>
                </c:pt>
                <c:pt idx="90">
                  <c:v>1.23942306935</c:v>
                </c:pt>
                <c:pt idx="91">
                  <c:v>1.2550716043</c:v>
                </c:pt>
                <c:pt idx="92">
                  <c:v>1.26844821006</c:v>
                </c:pt>
                <c:pt idx="93">
                  <c:v>1.28098942029</c:v>
                </c:pt>
                <c:pt idx="94">
                  <c:v>1.29408905952</c:v>
                </c:pt>
                <c:pt idx="95">
                  <c:v>1.30520106506</c:v>
                </c:pt>
              </c:numCache>
            </c:numRef>
          </c:yVal>
        </c:ser>
        <c:ser>
          <c:idx val="1"/>
          <c:order val="1"/>
          <c:tx>
            <c:v>Run 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Data'!$C$2:$C$97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Data'!$D$2:$D$97</c:f>
              <c:numCache>
                <c:formatCode>0</c:formatCode>
                <c:ptCount val="96"/>
                <c:pt idx="0">
                  <c:v>0.00247241752821</c:v>
                </c:pt>
                <c:pt idx="1">
                  <c:v>0.00356805753081</c:v>
                </c:pt>
                <c:pt idx="2">
                  <c:v>0.00487259984998</c:v>
                </c:pt>
                <c:pt idx="3">
                  <c:v>0.00639774237411</c:v>
                </c:pt>
                <c:pt idx="4">
                  <c:v>0.0081526524791</c:v>
                </c:pt>
                <c:pt idx="5">
                  <c:v>0.0101900439296</c:v>
                </c:pt>
                <c:pt idx="6">
                  <c:v>0.0126319647463</c:v>
                </c:pt>
                <c:pt idx="7">
                  <c:v>0.0152077058542</c:v>
                </c:pt>
                <c:pt idx="8">
                  <c:v>0.0176898647158</c:v>
                </c:pt>
                <c:pt idx="9">
                  <c:v>0.0208047411246</c:v>
                </c:pt>
                <c:pt idx="10">
                  <c:v>0.0242771262331</c:v>
                </c:pt>
                <c:pt idx="11">
                  <c:v>0.0273896079502</c:v>
                </c:pt>
                <c:pt idx="12">
                  <c:v>0.0318591367685</c:v>
                </c:pt>
                <c:pt idx="13">
                  <c:v>0.0370371105931</c:v>
                </c:pt>
                <c:pt idx="14">
                  <c:v>0.0415032789796</c:v>
                </c:pt>
                <c:pt idx="15">
                  <c:v>0.0451535532311</c:v>
                </c:pt>
                <c:pt idx="16">
                  <c:v>0.0495202543136</c:v>
                </c:pt>
                <c:pt idx="17">
                  <c:v>0.0559696067637</c:v>
                </c:pt>
                <c:pt idx="18">
                  <c:v>0.0627138409063</c:v>
                </c:pt>
                <c:pt idx="19">
                  <c:v>0.0671221085991</c:v>
                </c:pt>
                <c:pt idx="20">
                  <c:v>0.0694017418553</c:v>
                </c:pt>
                <c:pt idx="21">
                  <c:v>0.0713515452721</c:v>
                </c:pt>
                <c:pt idx="22">
                  <c:v>0.0794788634669</c:v>
                </c:pt>
                <c:pt idx="23">
                  <c:v>0.0957559336735</c:v>
                </c:pt>
                <c:pt idx="24">
                  <c:v>0.113555569507</c:v>
                </c:pt>
                <c:pt idx="25">
                  <c:v>0.133436581279</c:v>
                </c:pt>
                <c:pt idx="26">
                  <c:v>0.152636604157</c:v>
                </c:pt>
                <c:pt idx="27">
                  <c:v>0.169573014344</c:v>
                </c:pt>
                <c:pt idx="28">
                  <c:v>0.187471379705</c:v>
                </c:pt>
                <c:pt idx="29">
                  <c:v>0.201286820469</c:v>
                </c:pt>
                <c:pt idx="30">
                  <c:v>0.21409173178</c:v>
                </c:pt>
                <c:pt idx="31">
                  <c:v>0.226485124053</c:v>
                </c:pt>
                <c:pt idx="32">
                  <c:v>0.236102261005</c:v>
                </c:pt>
                <c:pt idx="33">
                  <c:v>0.244523344628</c:v>
                </c:pt>
                <c:pt idx="34">
                  <c:v>0.253382249696</c:v>
                </c:pt>
                <c:pt idx="35">
                  <c:v>0.264522557865</c:v>
                </c:pt>
                <c:pt idx="36">
                  <c:v>0.278788746281</c:v>
                </c:pt>
                <c:pt idx="37">
                  <c:v>0.29596898414</c:v>
                </c:pt>
                <c:pt idx="38">
                  <c:v>0.316290551758</c:v>
                </c:pt>
                <c:pt idx="39">
                  <c:v>0.33986719801</c:v>
                </c:pt>
                <c:pt idx="40">
                  <c:v>0.366675553058</c:v>
                </c:pt>
                <c:pt idx="41">
                  <c:v>0.396180592827</c:v>
                </c:pt>
                <c:pt idx="42">
                  <c:v>0.427329620817</c:v>
                </c:pt>
                <c:pt idx="43">
                  <c:v>0.458975569494</c:v>
                </c:pt>
                <c:pt idx="44">
                  <c:v>0.49022504568</c:v>
                </c:pt>
                <c:pt idx="45">
                  <c:v>0.521488141155</c:v>
                </c:pt>
                <c:pt idx="46">
                  <c:v>0.521488141155</c:v>
                </c:pt>
                <c:pt idx="47">
                  <c:v>0.609771981627</c:v>
                </c:pt>
                <c:pt idx="48">
                  <c:v>0.692139017891</c:v>
                </c:pt>
                <c:pt idx="49">
                  <c:v>0.778232049077</c:v>
                </c:pt>
                <c:pt idx="50">
                  <c:v>0.856165362552</c:v>
                </c:pt>
                <c:pt idx="51">
                  <c:v>0.916829413075</c:v>
                </c:pt>
                <c:pt idx="52">
                  <c:v>0.976374858749</c:v>
                </c:pt>
                <c:pt idx="53">
                  <c:v>1.02124440453</c:v>
                </c:pt>
                <c:pt idx="54">
                  <c:v>1.0802585822</c:v>
                </c:pt>
                <c:pt idx="55">
                  <c:v>1.13112279239</c:v>
                </c:pt>
                <c:pt idx="56">
                  <c:v>1.2138163317</c:v>
                </c:pt>
                <c:pt idx="57">
                  <c:v>1.27973920389</c:v>
                </c:pt>
                <c:pt idx="58">
                  <c:v>1.31915692773</c:v>
                </c:pt>
                <c:pt idx="59">
                  <c:v>1.32292842624</c:v>
                </c:pt>
                <c:pt idx="60">
                  <c:v>1.30204776084</c:v>
                </c:pt>
                <c:pt idx="61">
                  <c:v>1.27083759428</c:v>
                </c:pt>
                <c:pt idx="62">
                  <c:v>1.23589420225</c:v>
                </c:pt>
                <c:pt idx="63">
                  <c:v>1.23246194065</c:v>
                </c:pt>
                <c:pt idx="64">
                  <c:v>1.23673067689</c:v>
                </c:pt>
                <c:pt idx="65">
                  <c:v>1.23498411696</c:v>
                </c:pt>
                <c:pt idx="66">
                  <c:v>1.2325673158</c:v>
                </c:pt>
                <c:pt idx="67">
                  <c:v>1.24039738215</c:v>
                </c:pt>
                <c:pt idx="68">
                  <c:v>1.25534081131</c:v>
                </c:pt>
                <c:pt idx="69">
                  <c:v>1.27082495674</c:v>
                </c:pt>
                <c:pt idx="70">
                  <c:v>1.29269680342</c:v>
                </c:pt>
                <c:pt idx="71">
                  <c:v>1.31504287467</c:v>
                </c:pt>
                <c:pt idx="72">
                  <c:v>1.33698273479</c:v>
                </c:pt>
                <c:pt idx="73">
                  <c:v>1.35857980464</c:v>
                </c:pt>
                <c:pt idx="74">
                  <c:v>1.38124705006</c:v>
                </c:pt>
                <c:pt idx="75">
                  <c:v>1.40859950295</c:v>
                </c:pt>
                <c:pt idx="76">
                  <c:v>1.43631014698</c:v>
                </c:pt>
                <c:pt idx="77">
                  <c:v>1.4644826614</c:v>
                </c:pt>
                <c:pt idx="78">
                  <c:v>1.49296821002</c:v>
                </c:pt>
                <c:pt idx="79">
                  <c:v>1.5215074552</c:v>
                </c:pt>
                <c:pt idx="80">
                  <c:v>1.55506988592</c:v>
                </c:pt>
                <c:pt idx="81">
                  <c:v>1.5880640819</c:v>
                </c:pt>
                <c:pt idx="82">
                  <c:v>1.62026487119</c:v>
                </c:pt>
                <c:pt idx="83">
                  <c:v>1.65146246821</c:v>
                </c:pt>
                <c:pt idx="84">
                  <c:v>1.68156776959</c:v>
                </c:pt>
                <c:pt idx="85">
                  <c:v>1.71566466863</c:v>
                </c:pt>
                <c:pt idx="86">
                  <c:v>1.74785446554</c:v>
                </c:pt>
                <c:pt idx="87">
                  <c:v>1.7777077994</c:v>
                </c:pt>
                <c:pt idx="88">
                  <c:v>1.80488337988</c:v>
                </c:pt>
                <c:pt idx="89">
                  <c:v>1.83217387366</c:v>
                </c:pt>
                <c:pt idx="90">
                  <c:v>1.85913460403</c:v>
                </c:pt>
                <c:pt idx="91">
                  <c:v>1.88260740645</c:v>
                </c:pt>
                <c:pt idx="92">
                  <c:v>1.90267231509</c:v>
                </c:pt>
                <c:pt idx="93">
                  <c:v>1.92148413043</c:v>
                </c:pt>
                <c:pt idx="94">
                  <c:v>1.94113358927</c:v>
                </c:pt>
                <c:pt idx="95">
                  <c:v>1.95780159759</c:v>
                </c:pt>
              </c:numCache>
            </c:numRef>
          </c:yVal>
        </c:ser>
        <c:ser>
          <c:idx val="2"/>
          <c:order val="2"/>
          <c:tx>
            <c:v>Run 3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Data'!$E$2:$E$97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Data'!$F$2:$F$97</c:f>
              <c:numCache>
                <c:formatCode>0</c:formatCode>
                <c:ptCount val="96"/>
                <c:pt idx="0">
                  <c:v>0.00192960779103</c:v>
                </c:pt>
                <c:pt idx="1">
                  <c:v>0.00278314498568</c:v>
                </c:pt>
                <c:pt idx="2">
                  <c:v>0.00383231877454</c:v>
                </c:pt>
                <c:pt idx="3">
                  <c:v>0.00505210803056</c:v>
                </c:pt>
                <c:pt idx="4">
                  <c:v>0.00654305469227</c:v>
                </c:pt>
                <c:pt idx="5">
                  <c:v>0.0082572601591</c:v>
                </c:pt>
                <c:pt idx="6">
                  <c:v>0.0105549231102</c:v>
                </c:pt>
                <c:pt idx="7">
                  <c:v>0.0131586846223</c:v>
                </c:pt>
                <c:pt idx="8">
                  <c:v>0.0158305194371</c:v>
                </c:pt>
                <c:pt idx="9">
                  <c:v>0.0189735699132</c:v>
                </c:pt>
                <c:pt idx="10">
                  <c:v>0.0230372494679</c:v>
                </c:pt>
                <c:pt idx="11">
                  <c:v>0.0268415339788</c:v>
                </c:pt>
                <c:pt idx="12">
                  <c:v>0.030355862355</c:v>
                </c:pt>
                <c:pt idx="13">
                  <c:v>0.033891144477</c:v>
                </c:pt>
                <c:pt idx="14">
                  <c:v>0.0355230069115</c:v>
                </c:pt>
                <c:pt idx="15">
                  <c:v>0.0402712763405</c:v>
                </c:pt>
                <c:pt idx="16">
                  <c:v>0.047185469439</c:v>
                </c:pt>
                <c:pt idx="17">
                  <c:v>0.0480316746205</c:v>
                </c:pt>
                <c:pt idx="18">
                  <c:v>0.0507449357402</c:v>
                </c:pt>
                <c:pt idx="19">
                  <c:v>0.0541684355795</c:v>
                </c:pt>
                <c:pt idx="20">
                  <c:v>0.0637416202167</c:v>
                </c:pt>
                <c:pt idx="21">
                  <c:v>0.0711595733541</c:v>
                </c:pt>
                <c:pt idx="22">
                  <c:v>0.0769464538874</c:v>
                </c:pt>
                <c:pt idx="23">
                  <c:v>0.079481108485</c:v>
                </c:pt>
                <c:pt idx="24">
                  <c:v>0.0862341797959</c:v>
                </c:pt>
                <c:pt idx="25">
                  <c:v>0.0949344032641</c:v>
                </c:pt>
                <c:pt idx="26">
                  <c:v>0.105114835557</c:v>
                </c:pt>
                <c:pt idx="27">
                  <c:v>0.108214973046</c:v>
                </c:pt>
                <c:pt idx="28">
                  <c:v>0.105950860553</c:v>
                </c:pt>
                <c:pt idx="29">
                  <c:v>0.107789848484</c:v>
                </c:pt>
                <c:pt idx="30">
                  <c:v>0.118296052259</c:v>
                </c:pt>
                <c:pt idx="31">
                  <c:v>0.134233557155</c:v>
                </c:pt>
                <c:pt idx="32">
                  <c:v>0.151323716253</c:v>
                </c:pt>
                <c:pt idx="33">
                  <c:v>0.17485647382</c:v>
                </c:pt>
                <c:pt idx="34">
                  <c:v>0.19769101322</c:v>
                </c:pt>
                <c:pt idx="35">
                  <c:v>0.208723770476</c:v>
                </c:pt>
                <c:pt idx="36">
                  <c:v>0.21805619111</c:v>
                </c:pt>
                <c:pt idx="37">
                  <c:v>0.222471997293</c:v>
                </c:pt>
                <c:pt idx="38">
                  <c:v>0.229928688605</c:v>
                </c:pt>
                <c:pt idx="39">
                  <c:v>0.231066506805</c:v>
                </c:pt>
                <c:pt idx="40">
                  <c:v>0.230272557184</c:v>
                </c:pt>
                <c:pt idx="41">
                  <c:v>0.249708279488</c:v>
                </c:pt>
                <c:pt idx="42">
                  <c:v>0.262752090379</c:v>
                </c:pt>
                <c:pt idx="43">
                  <c:v>0.293527312142</c:v>
                </c:pt>
                <c:pt idx="44">
                  <c:v>0.320194918195</c:v>
                </c:pt>
                <c:pt idx="45">
                  <c:v>0.33314644311</c:v>
                </c:pt>
                <c:pt idx="46">
                  <c:v>0.33314644311</c:v>
                </c:pt>
                <c:pt idx="47">
                  <c:v>0.389971287376</c:v>
                </c:pt>
                <c:pt idx="48">
                  <c:v>0.419808555057</c:v>
                </c:pt>
                <c:pt idx="49">
                  <c:v>0.470576477857</c:v>
                </c:pt>
                <c:pt idx="50">
                  <c:v>0.541012079419</c:v>
                </c:pt>
                <c:pt idx="51">
                  <c:v>0.672057621989</c:v>
                </c:pt>
                <c:pt idx="52">
                  <c:v>0.77193117864</c:v>
                </c:pt>
                <c:pt idx="53">
                  <c:v>0.807998454978</c:v>
                </c:pt>
                <c:pt idx="54">
                  <c:v>0.746984610253</c:v>
                </c:pt>
                <c:pt idx="55">
                  <c:v>0.804415971741</c:v>
                </c:pt>
                <c:pt idx="56">
                  <c:v>0.832401691023</c:v>
                </c:pt>
                <c:pt idx="57">
                  <c:v>0.779926974449</c:v>
                </c:pt>
                <c:pt idx="58">
                  <c:v>0.805063452287</c:v>
                </c:pt>
                <c:pt idx="59">
                  <c:v>1.02977319128</c:v>
                </c:pt>
                <c:pt idx="60">
                  <c:v>1.21665464831</c:v>
                </c:pt>
                <c:pt idx="61">
                  <c:v>1.28177970162</c:v>
                </c:pt>
                <c:pt idx="62">
                  <c:v>1.27096332051</c:v>
                </c:pt>
                <c:pt idx="63">
                  <c:v>1.26691741955</c:v>
                </c:pt>
                <c:pt idx="64">
                  <c:v>1.24659341591</c:v>
                </c:pt>
                <c:pt idx="65">
                  <c:v>1.25496544772</c:v>
                </c:pt>
                <c:pt idx="66">
                  <c:v>1.36038158131</c:v>
                </c:pt>
                <c:pt idx="67">
                  <c:v>1.4556705955</c:v>
                </c:pt>
                <c:pt idx="68">
                  <c:v>1.52575609114</c:v>
                </c:pt>
                <c:pt idx="69">
                  <c:v>1.58948001538</c:v>
                </c:pt>
                <c:pt idx="70">
                  <c:v>1.67650918807</c:v>
                </c:pt>
                <c:pt idx="71">
                  <c:v>1.81180270686</c:v>
                </c:pt>
                <c:pt idx="72">
                  <c:v>2.0141443987</c:v>
                </c:pt>
                <c:pt idx="73">
                  <c:v>2.25072425319</c:v>
                </c:pt>
                <c:pt idx="74">
                  <c:v>2.50359733347</c:v>
                </c:pt>
                <c:pt idx="75">
                  <c:v>2.72916090633</c:v>
                </c:pt>
                <c:pt idx="76">
                  <c:v>2.90962523341</c:v>
                </c:pt>
                <c:pt idx="77">
                  <c:v>3.0314515164</c:v>
                </c:pt>
                <c:pt idx="78">
                  <c:v>3.08558189534</c:v>
                </c:pt>
                <c:pt idx="79">
                  <c:v>3.07942110613</c:v>
                </c:pt>
                <c:pt idx="80">
                  <c:v>3.03339134526</c:v>
                </c:pt>
                <c:pt idx="81">
                  <c:v>2.96997649149</c:v>
                </c:pt>
                <c:pt idx="82">
                  <c:v>2.91679924512</c:v>
                </c:pt>
                <c:pt idx="83">
                  <c:v>2.8930624355</c:v>
                </c:pt>
                <c:pt idx="84">
                  <c:v>2.90487756787</c:v>
                </c:pt>
                <c:pt idx="85">
                  <c:v>2.94786279904</c:v>
                </c:pt>
                <c:pt idx="86">
                  <c:v>3.01021083433</c:v>
                </c:pt>
                <c:pt idx="87">
                  <c:v>3.07787545051</c:v>
                </c:pt>
                <c:pt idx="88">
                  <c:v>3.16346625569</c:v>
                </c:pt>
                <c:pt idx="89">
                  <c:v>3.351154713</c:v>
                </c:pt>
                <c:pt idx="90">
                  <c:v>3.41245504543</c:v>
                </c:pt>
                <c:pt idx="91">
                  <c:v>3.35562048161</c:v>
                </c:pt>
                <c:pt idx="92">
                  <c:v>3.39280186749</c:v>
                </c:pt>
                <c:pt idx="93">
                  <c:v>3.4149800335</c:v>
                </c:pt>
                <c:pt idx="94">
                  <c:v>3.42238338495</c:v>
                </c:pt>
                <c:pt idx="95">
                  <c:v>3.42244924256</c:v>
                </c:pt>
              </c:numCache>
            </c:numRef>
          </c:yVal>
        </c:ser>
        <c:ser>
          <c:idx val="3"/>
          <c:order val="3"/>
          <c:tx>
            <c:v>Run 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Data'!$G$2:$G$97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Data'!$H$2:$H$97</c:f>
              <c:numCache>
                <c:formatCode>0</c:formatCode>
                <c:ptCount val="96"/>
                <c:pt idx="0">
                  <c:v>0.00329655670429</c:v>
                </c:pt>
                <c:pt idx="1">
                  <c:v>0.00475741004107</c:v>
                </c:pt>
                <c:pt idx="2">
                  <c:v>0.00649679979998</c:v>
                </c:pt>
                <c:pt idx="3">
                  <c:v>0.00853032316548</c:v>
                </c:pt>
                <c:pt idx="4">
                  <c:v>0.0108702033055</c:v>
                </c:pt>
                <c:pt idx="5">
                  <c:v>0.0135867252395</c:v>
                </c:pt>
                <c:pt idx="6">
                  <c:v>0.0168426196617</c:v>
                </c:pt>
                <c:pt idx="7">
                  <c:v>0.0202769411389</c:v>
                </c:pt>
                <c:pt idx="8">
                  <c:v>0.0235864862877</c:v>
                </c:pt>
                <c:pt idx="9">
                  <c:v>0.0277396548328</c:v>
                </c:pt>
                <c:pt idx="10">
                  <c:v>0.0323695016441</c:v>
                </c:pt>
                <c:pt idx="11">
                  <c:v>0.0365194772669</c:v>
                </c:pt>
                <c:pt idx="12">
                  <c:v>0.0424788490247</c:v>
                </c:pt>
                <c:pt idx="13">
                  <c:v>0.0493828141241</c:v>
                </c:pt>
                <c:pt idx="14">
                  <c:v>0.0553377053061</c:v>
                </c:pt>
                <c:pt idx="15">
                  <c:v>0.0602047376414</c:v>
                </c:pt>
                <c:pt idx="16">
                  <c:v>0.0660270057515</c:v>
                </c:pt>
                <c:pt idx="17">
                  <c:v>0.0746261423516</c:v>
                </c:pt>
                <c:pt idx="18">
                  <c:v>0.0836184545418</c:v>
                </c:pt>
                <c:pt idx="19">
                  <c:v>0.0894961447988</c:v>
                </c:pt>
                <c:pt idx="20">
                  <c:v>0.0925356558071</c:v>
                </c:pt>
                <c:pt idx="21">
                  <c:v>0.0951353936961</c:v>
                </c:pt>
                <c:pt idx="22">
                  <c:v>0.105971817956</c:v>
                </c:pt>
                <c:pt idx="23">
                  <c:v>0.127674578231</c:v>
                </c:pt>
                <c:pt idx="24">
                  <c:v>0.15140742601</c:v>
                </c:pt>
                <c:pt idx="25">
                  <c:v>0.177915441705</c:v>
                </c:pt>
                <c:pt idx="26">
                  <c:v>0.20351547221</c:v>
                </c:pt>
                <c:pt idx="27">
                  <c:v>0.226097352459</c:v>
                </c:pt>
                <c:pt idx="28">
                  <c:v>0.249961839606</c:v>
                </c:pt>
                <c:pt idx="29">
                  <c:v>0.268382427292</c:v>
                </c:pt>
                <c:pt idx="30">
                  <c:v>0.285455642373</c:v>
                </c:pt>
                <c:pt idx="31">
                  <c:v>0.301980165404</c:v>
                </c:pt>
                <c:pt idx="32">
                  <c:v>0.314803014673</c:v>
                </c:pt>
                <c:pt idx="33">
                  <c:v>0.326031126171</c:v>
                </c:pt>
                <c:pt idx="34">
                  <c:v>0.337842999595</c:v>
                </c:pt>
                <c:pt idx="35">
                  <c:v>0.35269674382</c:v>
                </c:pt>
                <c:pt idx="36">
                  <c:v>0.371718328374</c:v>
                </c:pt>
                <c:pt idx="37">
                  <c:v>0.394625312187</c:v>
                </c:pt>
                <c:pt idx="38">
                  <c:v>0.421720735677</c:v>
                </c:pt>
                <c:pt idx="39">
                  <c:v>0.453156264014</c:v>
                </c:pt>
                <c:pt idx="40">
                  <c:v>0.48890073741</c:v>
                </c:pt>
                <c:pt idx="41">
                  <c:v>0.528240790436</c:v>
                </c:pt>
                <c:pt idx="42">
                  <c:v>0.569772827756</c:v>
                </c:pt>
                <c:pt idx="43">
                  <c:v>0.611967425991</c:v>
                </c:pt>
                <c:pt idx="44">
                  <c:v>0.65363339424</c:v>
                </c:pt>
                <c:pt idx="45">
                  <c:v>0.69531752154</c:v>
                </c:pt>
                <c:pt idx="46">
                  <c:v>0.69531752154</c:v>
                </c:pt>
                <c:pt idx="47">
                  <c:v>0.813029308836</c:v>
                </c:pt>
                <c:pt idx="48">
                  <c:v>0.922852023854</c:v>
                </c:pt>
                <c:pt idx="49">
                  <c:v>1.0376427321</c:v>
                </c:pt>
                <c:pt idx="50">
                  <c:v>1.14155381674</c:v>
                </c:pt>
                <c:pt idx="51">
                  <c:v>1.22243921743</c:v>
                </c:pt>
                <c:pt idx="52">
                  <c:v>1.301833145</c:v>
                </c:pt>
                <c:pt idx="53">
                  <c:v>1.36165920603</c:v>
                </c:pt>
                <c:pt idx="54">
                  <c:v>1.44034477627</c:v>
                </c:pt>
                <c:pt idx="55">
                  <c:v>1.50816372319</c:v>
                </c:pt>
                <c:pt idx="56">
                  <c:v>1.6184217756</c:v>
                </c:pt>
                <c:pt idx="57">
                  <c:v>1.70631893851</c:v>
                </c:pt>
                <c:pt idx="58">
                  <c:v>1.75887590364</c:v>
                </c:pt>
                <c:pt idx="59">
                  <c:v>1.76390456832</c:v>
                </c:pt>
                <c:pt idx="60">
                  <c:v>1.73606368112</c:v>
                </c:pt>
                <c:pt idx="61">
                  <c:v>1.69445012571</c:v>
                </c:pt>
                <c:pt idx="62">
                  <c:v>1.64785893634</c:v>
                </c:pt>
                <c:pt idx="63">
                  <c:v>1.64328258754</c:v>
                </c:pt>
                <c:pt idx="64">
                  <c:v>1.64897423585</c:v>
                </c:pt>
                <c:pt idx="65">
                  <c:v>1.64664548928</c:v>
                </c:pt>
                <c:pt idx="66">
                  <c:v>1.64342308774</c:v>
                </c:pt>
                <c:pt idx="67">
                  <c:v>1.6538631762</c:v>
                </c:pt>
                <c:pt idx="68">
                  <c:v>1.67378774842</c:v>
                </c:pt>
                <c:pt idx="69">
                  <c:v>1.69443327565</c:v>
                </c:pt>
                <c:pt idx="70">
                  <c:v>1.72359573789</c:v>
                </c:pt>
                <c:pt idx="71">
                  <c:v>1.75339049955</c:v>
                </c:pt>
                <c:pt idx="72">
                  <c:v>1.78264364639</c:v>
                </c:pt>
                <c:pt idx="73">
                  <c:v>1.81143973952</c:v>
                </c:pt>
                <c:pt idx="74">
                  <c:v>1.84166273341</c:v>
                </c:pt>
                <c:pt idx="75">
                  <c:v>1.87813267061</c:v>
                </c:pt>
                <c:pt idx="76">
                  <c:v>1.91508019597</c:v>
                </c:pt>
                <c:pt idx="77">
                  <c:v>1.95264354853</c:v>
                </c:pt>
                <c:pt idx="78">
                  <c:v>1.99062428003</c:v>
                </c:pt>
                <c:pt idx="79">
                  <c:v>2.02867660693</c:v>
                </c:pt>
                <c:pt idx="80">
                  <c:v>2.07342651456</c:v>
                </c:pt>
                <c:pt idx="81">
                  <c:v>2.11741877587</c:v>
                </c:pt>
                <c:pt idx="82">
                  <c:v>2.16035316159</c:v>
                </c:pt>
                <c:pt idx="83">
                  <c:v>2.20194995762</c:v>
                </c:pt>
                <c:pt idx="84">
                  <c:v>2.24209035945</c:v>
                </c:pt>
                <c:pt idx="85">
                  <c:v>2.28755289151</c:v>
                </c:pt>
                <c:pt idx="86">
                  <c:v>2.33047262073</c:v>
                </c:pt>
                <c:pt idx="87">
                  <c:v>2.37027706586</c:v>
                </c:pt>
                <c:pt idx="88">
                  <c:v>2.40651117317</c:v>
                </c:pt>
                <c:pt idx="89">
                  <c:v>2.44289849821</c:v>
                </c:pt>
                <c:pt idx="90">
                  <c:v>2.47884613871</c:v>
                </c:pt>
                <c:pt idx="91">
                  <c:v>2.5101432086</c:v>
                </c:pt>
                <c:pt idx="92">
                  <c:v>2.53689642012</c:v>
                </c:pt>
                <c:pt idx="93">
                  <c:v>2.56197884058</c:v>
                </c:pt>
                <c:pt idx="94">
                  <c:v>2.58817811903</c:v>
                </c:pt>
                <c:pt idx="95">
                  <c:v>2.61040213012</c:v>
                </c:pt>
              </c:numCache>
            </c:numRef>
          </c:yVal>
        </c:ser>
        <c:ser>
          <c:idx val="4"/>
          <c:order val="4"/>
          <c:tx>
            <c:v>Run 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Data'!$I$2:$I$97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Data'!$J$2:$J$97</c:f>
              <c:numCache>
                <c:formatCode>0</c:formatCode>
                <c:ptCount val="96"/>
                <c:pt idx="0">
                  <c:v>0.00412069588036</c:v>
                </c:pt>
                <c:pt idx="1">
                  <c:v>0.00594676255134</c:v>
                </c:pt>
                <c:pt idx="2">
                  <c:v>0.00812099974997</c:v>
                </c:pt>
                <c:pt idx="3">
                  <c:v>0.0106629039569</c:v>
                </c:pt>
                <c:pt idx="4">
                  <c:v>0.0135877541318</c:v>
                </c:pt>
                <c:pt idx="5">
                  <c:v>0.0169834065494</c:v>
                </c:pt>
                <c:pt idx="6">
                  <c:v>0.0210532745771</c:v>
                </c:pt>
                <c:pt idx="7">
                  <c:v>0.0253461764236</c:v>
                </c:pt>
                <c:pt idx="8">
                  <c:v>0.0294831078596</c:v>
                </c:pt>
                <c:pt idx="9">
                  <c:v>0.0346745685409</c:v>
                </c:pt>
                <c:pt idx="10">
                  <c:v>0.0404618770551</c:v>
                </c:pt>
                <c:pt idx="11">
                  <c:v>0.0456493465836</c:v>
                </c:pt>
                <c:pt idx="12">
                  <c:v>0.0530985612808</c:v>
                </c:pt>
                <c:pt idx="13">
                  <c:v>0.0617285176551</c:v>
                </c:pt>
                <c:pt idx="14">
                  <c:v>0.0691721316327</c:v>
                </c:pt>
                <c:pt idx="15">
                  <c:v>0.0752559220518</c:v>
                </c:pt>
                <c:pt idx="16">
                  <c:v>0.0825337571894</c:v>
                </c:pt>
                <c:pt idx="17">
                  <c:v>0.0932826779395</c:v>
                </c:pt>
                <c:pt idx="18">
                  <c:v>0.104523068177</c:v>
                </c:pt>
                <c:pt idx="19">
                  <c:v>0.111870180999</c:v>
                </c:pt>
                <c:pt idx="20">
                  <c:v>0.115669569759</c:v>
                </c:pt>
                <c:pt idx="21">
                  <c:v>0.11891924212</c:v>
                </c:pt>
                <c:pt idx="22">
                  <c:v>0.132464772445</c:v>
                </c:pt>
                <c:pt idx="23">
                  <c:v>0.159593222789</c:v>
                </c:pt>
                <c:pt idx="24">
                  <c:v>0.189259282512</c:v>
                </c:pt>
                <c:pt idx="25">
                  <c:v>0.222394302132</c:v>
                </c:pt>
                <c:pt idx="26">
                  <c:v>0.254394340262</c:v>
                </c:pt>
                <c:pt idx="27">
                  <c:v>0.282621690574</c:v>
                </c:pt>
                <c:pt idx="28">
                  <c:v>0.312452299508</c:v>
                </c:pt>
                <c:pt idx="29">
                  <c:v>0.335478034115</c:v>
                </c:pt>
                <c:pt idx="30">
                  <c:v>0.356819552966</c:v>
                </c:pt>
                <c:pt idx="31">
                  <c:v>0.377475206755</c:v>
                </c:pt>
                <c:pt idx="32">
                  <c:v>0.393503768341</c:v>
                </c:pt>
                <c:pt idx="33">
                  <c:v>0.407538907713</c:v>
                </c:pt>
                <c:pt idx="34">
                  <c:v>0.422303749493</c:v>
                </c:pt>
                <c:pt idx="35">
                  <c:v>0.440870929775</c:v>
                </c:pt>
                <c:pt idx="36">
                  <c:v>0.464647910468</c:v>
                </c:pt>
                <c:pt idx="37">
                  <c:v>0.493281640234</c:v>
                </c:pt>
                <c:pt idx="38">
                  <c:v>0.527150919596</c:v>
                </c:pt>
                <c:pt idx="39">
                  <c:v>0.566445330017</c:v>
                </c:pt>
                <c:pt idx="40">
                  <c:v>0.611125921763</c:v>
                </c:pt>
                <c:pt idx="41">
                  <c:v>0.660300988045</c:v>
                </c:pt>
                <c:pt idx="42">
                  <c:v>0.712216034695</c:v>
                </c:pt>
                <c:pt idx="43">
                  <c:v>0.764959282489</c:v>
                </c:pt>
                <c:pt idx="44">
                  <c:v>0.8170417428</c:v>
                </c:pt>
                <c:pt idx="45">
                  <c:v>0.869146901925</c:v>
                </c:pt>
                <c:pt idx="46">
                  <c:v>0.869146901925</c:v>
                </c:pt>
                <c:pt idx="47">
                  <c:v>1.01628663605</c:v>
                </c:pt>
                <c:pt idx="48">
                  <c:v>1.15356502982</c:v>
                </c:pt>
                <c:pt idx="49">
                  <c:v>1.29705341513</c:v>
                </c:pt>
                <c:pt idx="50">
                  <c:v>1.42694227092</c:v>
                </c:pt>
                <c:pt idx="51">
                  <c:v>1.52804902179</c:v>
                </c:pt>
                <c:pt idx="52">
                  <c:v>1.62729143125</c:v>
                </c:pt>
                <c:pt idx="53">
                  <c:v>1.70207400754</c:v>
                </c:pt>
                <c:pt idx="54">
                  <c:v>1.80043097033</c:v>
                </c:pt>
                <c:pt idx="55">
                  <c:v>1.88520465398</c:v>
                </c:pt>
                <c:pt idx="56">
                  <c:v>2.02302721949</c:v>
                </c:pt>
                <c:pt idx="57">
                  <c:v>2.13289867314</c:v>
                </c:pt>
                <c:pt idx="58">
                  <c:v>2.19859487954</c:v>
                </c:pt>
                <c:pt idx="59">
                  <c:v>2.2048807104</c:v>
                </c:pt>
                <c:pt idx="60">
                  <c:v>2.17007960141</c:v>
                </c:pt>
                <c:pt idx="61">
                  <c:v>2.11806265714</c:v>
                </c:pt>
                <c:pt idx="62">
                  <c:v>2.05982367042</c:v>
                </c:pt>
                <c:pt idx="63">
                  <c:v>2.05410323442</c:v>
                </c:pt>
                <c:pt idx="64">
                  <c:v>2.06121779481</c:v>
                </c:pt>
                <c:pt idx="65">
                  <c:v>2.0583068616</c:v>
                </c:pt>
                <c:pt idx="66">
                  <c:v>2.05427885967</c:v>
                </c:pt>
                <c:pt idx="67">
                  <c:v>2.06732897025</c:v>
                </c:pt>
                <c:pt idx="68">
                  <c:v>2.09223468552</c:v>
                </c:pt>
                <c:pt idx="69">
                  <c:v>2.11804159456</c:v>
                </c:pt>
                <c:pt idx="70">
                  <c:v>2.15449467237</c:v>
                </c:pt>
                <c:pt idx="71">
                  <c:v>2.19173812444</c:v>
                </c:pt>
                <c:pt idx="72">
                  <c:v>2.22830455798</c:v>
                </c:pt>
                <c:pt idx="73">
                  <c:v>2.2642996744</c:v>
                </c:pt>
                <c:pt idx="74">
                  <c:v>2.30207841676</c:v>
                </c:pt>
                <c:pt idx="75">
                  <c:v>2.34766583826</c:v>
                </c:pt>
                <c:pt idx="76">
                  <c:v>2.39385024497</c:v>
                </c:pt>
                <c:pt idx="77">
                  <c:v>2.44080443566</c:v>
                </c:pt>
                <c:pt idx="78">
                  <c:v>2.48828035004</c:v>
                </c:pt>
                <c:pt idx="79">
                  <c:v>2.53584575866</c:v>
                </c:pt>
                <c:pt idx="80">
                  <c:v>2.5917831432</c:v>
                </c:pt>
                <c:pt idx="81">
                  <c:v>2.64677346984</c:v>
                </c:pt>
                <c:pt idx="82">
                  <c:v>2.70044145199</c:v>
                </c:pt>
                <c:pt idx="83">
                  <c:v>2.75243744702</c:v>
                </c:pt>
                <c:pt idx="84">
                  <c:v>2.80261294931</c:v>
                </c:pt>
                <c:pt idx="85">
                  <c:v>2.85944111438</c:v>
                </c:pt>
                <c:pt idx="86">
                  <c:v>2.91309077591</c:v>
                </c:pt>
                <c:pt idx="87">
                  <c:v>2.96284633233</c:v>
                </c:pt>
                <c:pt idx="88">
                  <c:v>3.00813896646</c:v>
                </c:pt>
                <c:pt idx="89">
                  <c:v>3.05362312277</c:v>
                </c:pt>
                <c:pt idx="90">
                  <c:v>3.09855767338</c:v>
                </c:pt>
                <c:pt idx="91">
                  <c:v>3.13767901075</c:v>
                </c:pt>
                <c:pt idx="92">
                  <c:v>3.17112052515</c:v>
                </c:pt>
                <c:pt idx="93">
                  <c:v>3.20247355072</c:v>
                </c:pt>
                <c:pt idx="94">
                  <c:v>3.23522264879</c:v>
                </c:pt>
                <c:pt idx="95">
                  <c:v>3.26300266265</c:v>
                </c:pt>
              </c:numCache>
            </c:numRef>
          </c:yVal>
        </c:ser>
        <c:ser>
          <c:idx val="5"/>
          <c:order val="5"/>
          <c:tx>
            <c:v>Run 6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Data'!$K$2:$K$97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Data'!$L$2:$L$97</c:f>
              <c:numCache>
                <c:formatCode>0</c:formatCode>
                <c:ptCount val="96"/>
                <c:pt idx="0">
                  <c:v>0.00289441168655</c:v>
                </c:pt>
                <c:pt idx="1">
                  <c:v>0.00417471747852</c:v>
                </c:pt>
                <c:pt idx="2">
                  <c:v>0.00574847816181</c:v>
                </c:pt>
                <c:pt idx="3">
                  <c:v>0.00757816204584</c:v>
                </c:pt>
                <c:pt idx="4">
                  <c:v>0.0098145820384</c:v>
                </c:pt>
                <c:pt idx="5">
                  <c:v>0.0123858902386</c:v>
                </c:pt>
                <c:pt idx="6">
                  <c:v>0.0158323846653</c:v>
                </c:pt>
                <c:pt idx="7">
                  <c:v>0.0197380269334</c:v>
                </c:pt>
                <c:pt idx="8">
                  <c:v>0.0237457791556</c:v>
                </c:pt>
                <c:pt idx="9">
                  <c:v>0.0284603548698</c:v>
                </c:pt>
                <c:pt idx="10">
                  <c:v>0.0345558742018</c:v>
                </c:pt>
                <c:pt idx="11">
                  <c:v>0.0402623009682</c:v>
                </c:pt>
                <c:pt idx="12">
                  <c:v>0.0455337935325</c:v>
                </c:pt>
                <c:pt idx="13">
                  <c:v>0.0508367167155</c:v>
                </c:pt>
                <c:pt idx="14">
                  <c:v>0.0532845103672</c:v>
                </c:pt>
                <c:pt idx="15">
                  <c:v>0.0604069145108</c:v>
                </c:pt>
                <c:pt idx="16">
                  <c:v>0.0707782041585</c:v>
                </c:pt>
                <c:pt idx="17">
                  <c:v>0.0720475119307</c:v>
                </c:pt>
                <c:pt idx="18">
                  <c:v>0.0761174036104</c:v>
                </c:pt>
                <c:pt idx="19">
                  <c:v>0.0812526533693</c:v>
                </c:pt>
                <c:pt idx="20">
                  <c:v>0.0956124303251</c:v>
                </c:pt>
                <c:pt idx="21">
                  <c:v>0.106739360031</c:v>
                </c:pt>
                <c:pt idx="22">
                  <c:v>0.115419680831</c:v>
                </c:pt>
                <c:pt idx="23">
                  <c:v>0.119221662727</c:v>
                </c:pt>
                <c:pt idx="24">
                  <c:v>0.129351269694</c:v>
                </c:pt>
                <c:pt idx="25">
                  <c:v>0.142401604896</c:v>
                </c:pt>
                <c:pt idx="26">
                  <c:v>0.157672253336</c:v>
                </c:pt>
                <c:pt idx="27">
                  <c:v>0.162322459569</c:v>
                </c:pt>
                <c:pt idx="28">
                  <c:v>0.158926290829</c:v>
                </c:pt>
                <c:pt idx="29">
                  <c:v>0.161684772726</c:v>
                </c:pt>
                <c:pt idx="30">
                  <c:v>0.177444078389</c:v>
                </c:pt>
                <c:pt idx="31">
                  <c:v>0.201350335733</c:v>
                </c:pt>
                <c:pt idx="32">
                  <c:v>0.226985574379</c:v>
                </c:pt>
                <c:pt idx="33">
                  <c:v>0.26228471073</c:v>
                </c:pt>
                <c:pt idx="34">
                  <c:v>0.29653651983</c:v>
                </c:pt>
                <c:pt idx="35">
                  <c:v>0.313085655714</c:v>
                </c:pt>
                <c:pt idx="36">
                  <c:v>0.327084286665</c:v>
                </c:pt>
                <c:pt idx="37">
                  <c:v>0.33370799594</c:v>
                </c:pt>
                <c:pt idx="38">
                  <c:v>0.344893032907</c:v>
                </c:pt>
                <c:pt idx="39">
                  <c:v>0.346599760208</c:v>
                </c:pt>
                <c:pt idx="40">
                  <c:v>0.345408835776</c:v>
                </c:pt>
                <c:pt idx="41">
                  <c:v>0.374562419232</c:v>
                </c:pt>
                <c:pt idx="42">
                  <c:v>0.394128135569</c:v>
                </c:pt>
                <c:pt idx="43">
                  <c:v>0.440290968213</c:v>
                </c:pt>
                <c:pt idx="44">
                  <c:v>0.480292377293</c:v>
                </c:pt>
                <c:pt idx="45">
                  <c:v>0.499719664666</c:v>
                </c:pt>
                <c:pt idx="46">
                  <c:v>0.499719664666</c:v>
                </c:pt>
                <c:pt idx="47">
                  <c:v>0.584956931064</c:v>
                </c:pt>
                <c:pt idx="48">
                  <c:v>0.629712832585</c:v>
                </c:pt>
                <c:pt idx="49">
                  <c:v>0.705864716785</c:v>
                </c:pt>
                <c:pt idx="50">
                  <c:v>0.811518119128</c:v>
                </c:pt>
                <c:pt idx="51">
                  <c:v>1.00808643298</c:v>
                </c:pt>
                <c:pt idx="52">
                  <c:v>1.15789676796</c:v>
                </c:pt>
                <c:pt idx="53">
                  <c:v>1.21199768247</c:v>
                </c:pt>
                <c:pt idx="54">
                  <c:v>1.12047691538</c:v>
                </c:pt>
                <c:pt idx="55">
                  <c:v>1.20662395761</c:v>
                </c:pt>
                <c:pt idx="56">
                  <c:v>1.24860253653</c:v>
                </c:pt>
                <c:pt idx="57">
                  <c:v>1.16989046167</c:v>
                </c:pt>
                <c:pt idx="58">
                  <c:v>1.20759517843</c:v>
                </c:pt>
                <c:pt idx="59">
                  <c:v>1.54465978693</c:v>
                </c:pt>
                <c:pt idx="60">
                  <c:v>1.82498197246</c:v>
                </c:pt>
                <c:pt idx="61">
                  <c:v>1.92266955243</c:v>
                </c:pt>
                <c:pt idx="62">
                  <c:v>1.90644498077</c:v>
                </c:pt>
                <c:pt idx="63">
                  <c:v>1.90037612932</c:v>
                </c:pt>
                <c:pt idx="64">
                  <c:v>1.86989012386</c:v>
                </c:pt>
                <c:pt idx="65">
                  <c:v>1.88244817158</c:v>
                </c:pt>
                <c:pt idx="66">
                  <c:v>2.04057237196</c:v>
                </c:pt>
                <c:pt idx="67">
                  <c:v>2.18350589326</c:v>
                </c:pt>
                <c:pt idx="68">
                  <c:v>2.28863413672</c:v>
                </c:pt>
                <c:pt idx="69">
                  <c:v>2.38422002307</c:v>
                </c:pt>
                <c:pt idx="70">
                  <c:v>2.51476378211</c:v>
                </c:pt>
                <c:pt idx="71">
                  <c:v>2.71770406029</c:v>
                </c:pt>
                <c:pt idx="72">
                  <c:v>3.02121659805</c:v>
                </c:pt>
                <c:pt idx="73">
                  <c:v>3.37608637978</c:v>
                </c:pt>
                <c:pt idx="74">
                  <c:v>3.7553960002</c:v>
                </c:pt>
                <c:pt idx="75">
                  <c:v>4.09374135949</c:v>
                </c:pt>
                <c:pt idx="76">
                  <c:v>4.36443785011</c:v>
                </c:pt>
                <c:pt idx="77">
                  <c:v>4.5471772746</c:v>
                </c:pt>
                <c:pt idx="78">
                  <c:v>4.62837284301</c:v>
                </c:pt>
                <c:pt idx="79">
                  <c:v>4.6191316592</c:v>
                </c:pt>
                <c:pt idx="80">
                  <c:v>4.55008701789</c:v>
                </c:pt>
                <c:pt idx="81">
                  <c:v>4.45496473724</c:v>
                </c:pt>
                <c:pt idx="82">
                  <c:v>4.37519886769</c:v>
                </c:pt>
                <c:pt idx="83">
                  <c:v>4.33959365325</c:v>
                </c:pt>
                <c:pt idx="84">
                  <c:v>4.35731635181</c:v>
                </c:pt>
                <c:pt idx="85">
                  <c:v>4.42179419856</c:v>
                </c:pt>
                <c:pt idx="86">
                  <c:v>4.5153162515</c:v>
                </c:pt>
                <c:pt idx="87">
                  <c:v>4.61681317577</c:v>
                </c:pt>
                <c:pt idx="88">
                  <c:v>4.74519938354</c:v>
                </c:pt>
                <c:pt idx="89">
                  <c:v>5.0267320695</c:v>
                </c:pt>
                <c:pt idx="90">
                  <c:v>5.11868256814</c:v>
                </c:pt>
                <c:pt idx="91">
                  <c:v>5.03343072242</c:v>
                </c:pt>
                <c:pt idx="92">
                  <c:v>5.08920280124</c:v>
                </c:pt>
                <c:pt idx="93">
                  <c:v>5.12247005026</c:v>
                </c:pt>
                <c:pt idx="94">
                  <c:v>5.13357507742</c:v>
                </c:pt>
                <c:pt idx="95">
                  <c:v>5.13367386383</c:v>
                </c:pt>
              </c:numCache>
            </c:numRef>
          </c:yVal>
        </c:ser>
        <c:ser>
          <c:idx val="6"/>
          <c:order val="6"/>
          <c:tx>
            <c:v>Run 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Data'!$M$2:$M$97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Data'!$N$2:$N$97</c:f>
              <c:numCache>
                <c:formatCode>0</c:formatCode>
                <c:ptCount val="96"/>
                <c:pt idx="0">
                  <c:v>0.00494483505643</c:v>
                </c:pt>
                <c:pt idx="1">
                  <c:v>0.00713611506161</c:v>
                </c:pt>
                <c:pt idx="2">
                  <c:v>0.00974519969996</c:v>
                </c:pt>
                <c:pt idx="3">
                  <c:v>0.0127954847482</c:v>
                </c:pt>
                <c:pt idx="4">
                  <c:v>0.0163053049582</c:v>
                </c:pt>
                <c:pt idx="5">
                  <c:v>0.0203800878593</c:v>
                </c:pt>
                <c:pt idx="6">
                  <c:v>0.0252639294925</c:v>
                </c:pt>
                <c:pt idx="7">
                  <c:v>0.0304154117083</c:v>
                </c:pt>
                <c:pt idx="8">
                  <c:v>0.0353797294315</c:v>
                </c:pt>
                <c:pt idx="9">
                  <c:v>0.0416094822491</c:v>
                </c:pt>
                <c:pt idx="10">
                  <c:v>0.0485542524661</c:v>
                </c:pt>
                <c:pt idx="11">
                  <c:v>0.0547792159003</c:v>
                </c:pt>
                <c:pt idx="12">
                  <c:v>0.063718273537</c:v>
                </c:pt>
                <c:pt idx="13">
                  <c:v>0.0740742211862</c:v>
                </c:pt>
                <c:pt idx="14">
                  <c:v>0.0830065579592</c:v>
                </c:pt>
                <c:pt idx="15">
                  <c:v>0.0903071064622</c:v>
                </c:pt>
                <c:pt idx="16">
                  <c:v>0.0990405086273</c:v>
                </c:pt>
                <c:pt idx="17">
                  <c:v>0.111939213527</c:v>
                </c:pt>
                <c:pt idx="18">
                  <c:v>0.125427681813</c:v>
                </c:pt>
                <c:pt idx="19">
                  <c:v>0.134244217198</c:v>
                </c:pt>
                <c:pt idx="20">
                  <c:v>0.138803483711</c:v>
                </c:pt>
                <c:pt idx="21">
                  <c:v>0.142703090544</c:v>
                </c:pt>
                <c:pt idx="22">
                  <c:v>0.158957726934</c:v>
                </c:pt>
                <c:pt idx="23">
                  <c:v>0.191511867347</c:v>
                </c:pt>
                <c:pt idx="24">
                  <c:v>0.227111139015</c:v>
                </c:pt>
                <c:pt idx="25">
                  <c:v>0.266873162558</c:v>
                </c:pt>
                <c:pt idx="26">
                  <c:v>0.305273208315</c:v>
                </c:pt>
                <c:pt idx="27">
                  <c:v>0.339146028688</c:v>
                </c:pt>
                <c:pt idx="28">
                  <c:v>0.374942759409</c:v>
                </c:pt>
                <c:pt idx="29">
                  <c:v>0.402573640938</c:v>
                </c:pt>
                <c:pt idx="30">
                  <c:v>0.42818346356</c:v>
                </c:pt>
                <c:pt idx="31">
                  <c:v>0.452970248106</c:v>
                </c:pt>
                <c:pt idx="32">
                  <c:v>0.472204522009</c:v>
                </c:pt>
                <c:pt idx="33">
                  <c:v>0.489046689256</c:v>
                </c:pt>
                <c:pt idx="34">
                  <c:v>0.506764499392</c:v>
                </c:pt>
                <c:pt idx="35">
                  <c:v>0.52904511573</c:v>
                </c:pt>
                <c:pt idx="36">
                  <c:v>0.557577492561</c:v>
                </c:pt>
                <c:pt idx="37">
                  <c:v>0.59193796828</c:v>
                </c:pt>
                <c:pt idx="38">
                  <c:v>0.632581103516</c:v>
                </c:pt>
                <c:pt idx="39">
                  <c:v>0.679734396021</c:v>
                </c:pt>
                <c:pt idx="40">
                  <c:v>0.733351106116</c:v>
                </c:pt>
                <c:pt idx="41">
                  <c:v>0.792361185654</c:v>
                </c:pt>
                <c:pt idx="42">
                  <c:v>0.854659241634</c:v>
                </c:pt>
                <c:pt idx="43">
                  <c:v>0.917951138987</c:v>
                </c:pt>
                <c:pt idx="44">
                  <c:v>0.98045009136</c:v>
                </c:pt>
                <c:pt idx="45">
                  <c:v>1.04297628231</c:v>
                </c:pt>
                <c:pt idx="46">
                  <c:v>1.04297628231</c:v>
                </c:pt>
                <c:pt idx="47">
                  <c:v>1.21954396325</c:v>
                </c:pt>
                <c:pt idx="48">
                  <c:v>1.38427803578</c:v>
                </c:pt>
                <c:pt idx="49">
                  <c:v>1.55646409815</c:v>
                </c:pt>
                <c:pt idx="50">
                  <c:v>1.7123307251</c:v>
                </c:pt>
                <c:pt idx="51">
                  <c:v>1.83365882615</c:v>
                </c:pt>
                <c:pt idx="52">
                  <c:v>1.9527497175</c:v>
                </c:pt>
                <c:pt idx="53">
                  <c:v>2.04248880905</c:v>
                </c:pt>
                <c:pt idx="54">
                  <c:v>2.1605171644</c:v>
                </c:pt>
                <c:pt idx="55">
                  <c:v>2.26224558478</c:v>
                </c:pt>
                <c:pt idx="56">
                  <c:v>2.42763266339</c:v>
                </c:pt>
                <c:pt idx="57">
                  <c:v>2.55947840777</c:v>
                </c:pt>
                <c:pt idx="58">
                  <c:v>2.63831385545</c:v>
                </c:pt>
                <c:pt idx="59">
                  <c:v>2.64585685248</c:v>
                </c:pt>
                <c:pt idx="60">
                  <c:v>2.60409552169</c:v>
                </c:pt>
                <c:pt idx="61">
                  <c:v>2.54167518856</c:v>
                </c:pt>
                <c:pt idx="62">
                  <c:v>2.47178840451</c:v>
                </c:pt>
                <c:pt idx="63">
                  <c:v>2.46492388131</c:v>
                </c:pt>
                <c:pt idx="64">
                  <c:v>2.47346135377</c:v>
                </c:pt>
                <c:pt idx="65">
                  <c:v>2.46996823391</c:v>
                </c:pt>
                <c:pt idx="66">
                  <c:v>2.4651346316</c:v>
                </c:pt>
                <c:pt idx="67">
                  <c:v>2.48079476429</c:v>
                </c:pt>
                <c:pt idx="68">
                  <c:v>2.51068162262</c:v>
                </c:pt>
                <c:pt idx="69">
                  <c:v>2.54164991347</c:v>
                </c:pt>
                <c:pt idx="70">
                  <c:v>2.58539360684</c:v>
                </c:pt>
                <c:pt idx="71">
                  <c:v>2.63008574933</c:v>
                </c:pt>
                <c:pt idx="72">
                  <c:v>2.67396546958</c:v>
                </c:pt>
                <c:pt idx="73">
                  <c:v>2.71715960928</c:v>
                </c:pt>
                <c:pt idx="74">
                  <c:v>2.76249410012</c:v>
                </c:pt>
                <c:pt idx="75">
                  <c:v>2.81719900591</c:v>
                </c:pt>
                <c:pt idx="76">
                  <c:v>2.87262029396</c:v>
                </c:pt>
                <c:pt idx="77">
                  <c:v>2.92896532279</c:v>
                </c:pt>
                <c:pt idx="78">
                  <c:v>2.98593642005</c:v>
                </c:pt>
                <c:pt idx="79">
                  <c:v>3.0430149104</c:v>
                </c:pt>
                <c:pt idx="80">
                  <c:v>3.11013977184</c:v>
                </c:pt>
                <c:pt idx="81">
                  <c:v>3.1761281638</c:v>
                </c:pt>
                <c:pt idx="82">
                  <c:v>3.24052974239</c:v>
                </c:pt>
                <c:pt idx="83">
                  <c:v>3.30292493642</c:v>
                </c:pt>
                <c:pt idx="84">
                  <c:v>3.36313553917</c:v>
                </c:pt>
                <c:pt idx="85">
                  <c:v>3.43132933726</c:v>
                </c:pt>
                <c:pt idx="86">
                  <c:v>3.49570893109</c:v>
                </c:pt>
                <c:pt idx="87">
                  <c:v>3.55541559879</c:v>
                </c:pt>
                <c:pt idx="88">
                  <c:v>3.60976675976</c:v>
                </c:pt>
                <c:pt idx="89">
                  <c:v>3.66434774732</c:v>
                </c:pt>
                <c:pt idx="90">
                  <c:v>3.71826920806</c:v>
                </c:pt>
                <c:pt idx="91">
                  <c:v>3.7652148129</c:v>
                </c:pt>
                <c:pt idx="92">
                  <c:v>3.80534463018</c:v>
                </c:pt>
                <c:pt idx="93">
                  <c:v>3.84296826087</c:v>
                </c:pt>
                <c:pt idx="94">
                  <c:v>3.88226717855</c:v>
                </c:pt>
                <c:pt idx="95">
                  <c:v>3.91560319518</c:v>
                </c:pt>
              </c:numCache>
            </c:numRef>
          </c:yVal>
        </c:ser>
        <c:ser>
          <c:idx val="7"/>
          <c:order val="7"/>
          <c:tx>
            <c:v>Run 8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Data'!$O$2:$O$97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Data'!$P$2:$P$97</c:f>
              <c:numCache>
                <c:formatCode>0</c:formatCode>
                <c:ptCount val="96"/>
                <c:pt idx="0">
                  <c:v>0.00385921558206</c:v>
                </c:pt>
                <c:pt idx="1">
                  <c:v>0.00556628997136</c:v>
                </c:pt>
                <c:pt idx="2">
                  <c:v>0.00766463754908</c:v>
                </c:pt>
                <c:pt idx="3">
                  <c:v>0.0101042160611</c:v>
                </c:pt>
                <c:pt idx="4">
                  <c:v>0.0130861093845</c:v>
                </c:pt>
                <c:pt idx="5">
                  <c:v>0.0165145203182</c:v>
                </c:pt>
                <c:pt idx="6">
                  <c:v>0.0211098462204</c:v>
                </c:pt>
                <c:pt idx="7">
                  <c:v>0.0263173692445</c:v>
                </c:pt>
                <c:pt idx="8">
                  <c:v>0.0316610388741</c:v>
                </c:pt>
                <c:pt idx="9">
                  <c:v>0.0379471398265</c:v>
                </c:pt>
                <c:pt idx="10">
                  <c:v>0.0460744989358</c:v>
                </c:pt>
                <c:pt idx="11">
                  <c:v>0.0536830679576</c:v>
                </c:pt>
                <c:pt idx="12">
                  <c:v>0.06071172471</c:v>
                </c:pt>
                <c:pt idx="13">
                  <c:v>0.067782288954</c:v>
                </c:pt>
                <c:pt idx="14">
                  <c:v>0.0710460138229</c:v>
                </c:pt>
                <c:pt idx="15">
                  <c:v>0.0805425526811</c:v>
                </c:pt>
                <c:pt idx="16">
                  <c:v>0.094370938878</c:v>
                </c:pt>
                <c:pt idx="17">
                  <c:v>0.096063349241</c:v>
                </c:pt>
                <c:pt idx="18">
                  <c:v>0.10148987148</c:v>
                </c:pt>
                <c:pt idx="19">
                  <c:v>0.108336871159</c:v>
                </c:pt>
                <c:pt idx="20">
                  <c:v>0.127483240433</c:v>
                </c:pt>
                <c:pt idx="21">
                  <c:v>0.142319146708</c:v>
                </c:pt>
                <c:pt idx="22">
                  <c:v>0.153892907775</c:v>
                </c:pt>
                <c:pt idx="23">
                  <c:v>0.15896221697</c:v>
                </c:pt>
                <c:pt idx="24">
                  <c:v>0.172468359592</c:v>
                </c:pt>
                <c:pt idx="25">
                  <c:v>0.189868806528</c:v>
                </c:pt>
                <c:pt idx="26">
                  <c:v>0.210229671114</c:v>
                </c:pt>
                <c:pt idx="27">
                  <c:v>0.216429946092</c:v>
                </c:pt>
                <c:pt idx="28">
                  <c:v>0.211901721105</c:v>
                </c:pt>
                <c:pt idx="29">
                  <c:v>0.215579696968</c:v>
                </c:pt>
                <c:pt idx="30">
                  <c:v>0.236592104519</c:v>
                </c:pt>
                <c:pt idx="31">
                  <c:v>0.26846711431</c:v>
                </c:pt>
                <c:pt idx="32">
                  <c:v>0.302647432505</c:v>
                </c:pt>
                <c:pt idx="33">
                  <c:v>0.34971294764</c:v>
                </c:pt>
                <c:pt idx="34">
                  <c:v>0.395382026439</c:v>
                </c:pt>
                <c:pt idx="35">
                  <c:v>0.417447540952</c:v>
                </c:pt>
                <c:pt idx="36">
                  <c:v>0.43611238222</c:v>
                </c:pt>
                <c:pt idx="37">
                  <c:v>0.444943994587</c:v>
                </c:pt>
                <c:pt idx="38">
                  <c:v>0.45985737721</c:v>
                </c:pt>
                <c:pt idx="39">
                  <c:v>0.462133013611</c:v>
                </c:pt>
                <c:pt idx="40">
                  <c:v>0.460545114368</c:v>
                </c:pt>
                <c:pt idx="41">
                  <c:v>0.499416558975</c:v>
                </c:pt>
                <c:pt idx="42">
                  <c:v>0.525504180758</c:v>
                </c:pt>
                <c:pt idx="43">
                  <c:v>0.587054624284</c:v>
                </c:pt>
                <c:pt idx="44">
                  <c:v>0.640389836391</c:v>
                </c:pt>
                <c:pt idx="45">
                  <c:v>0.666292886221</c:v>
                </c:pt>
                <c:pt idx="46">
                  <c:v>0.666292886221</c:v>
                </c:pt>
                <c:pt idx="47">
                  <c:v>0.779942574751</c:v>
                </c:pt>
                <c:pt idx="48">
                  <c:v>0.839617110114</c:v>
                </c:pt>
                <c:pt idx="49">
                  <c:v>0.941152955714</c:v>
                </c:pt>
                <c:pt idx="50">
                  <c:v>1.08202415884</c:v>
                </c:pt>
                <c:pt idx="51">
                  <c:v>1.34411524398</c:v>
                </c:pt>
                <c:pt idx="52">
                  <c:v>1.54386235728</c:v>
                </c:pt>
                <c:pt idx="53">
                  <c:v>1.61599690996</c:v>
                </c:pt>
                <c:pt idx="54">
                  <c:v>1.49396922051</c:v>
                </c:pt>
                <c:pt idx="55">
                  <c:v>1.60883194348</c:v>
                </c:pt>
                <c:pt idx="56">
                  <c:v>1.66480338205</c:v>
                </c:pt>
                <c:pt idx="57">
                  <c:v>1.5598539489</c:v>
                </c:pt>
                <c:pt idx="58">
                  <c:v>1.61012690457</c:v>
                </c:pt>
                <c:pt idx="59">
                  <c:v>2.05954638257</c:v>
                </c:pt>
                <c:pt idx="60">
                  <c:v>2.43330929661</c:v>
                </c:pt>
                <c:pt idx="61">
                  <c:v>2.56355940324</c:v>
                </c:pt>
                <c:pt idx="62">
                  <c:v>2.54192664103</c:v>
                </c:pt>
                <c:pt idx="63">
                  <c:v>2.53383483909</c:v>
                </c:pt>
                <c:pt idx="64">
                  <c:v>2.49318683181</c:v>
                </c:pt>
                <c:pt idx="65">
                  <c:v>2.50993089544</c:v>
                </c:pt>
                <c:pt idx="66">
                  <c:v>2.72076316262</c:v>
                </c:pt>
                <c:pt idx="67">
                  <c:v>2.91134119101</c:v>
                </c:pt>
                <c:pt idx="68">
                  <c:v>3.05151218229</c:v>
                </c:pt>
                <c:pt idx="69">
                  <c:v>3.17896003077</c:v>
                </c:pt>
                <c:pt idx="70">
                  <c:v>3.35301837615</c:v>
                </c:pt>
                <c:pt idx="71">
                  <c:v>3.62360541372</c:v>
                </c:pt>
                <c:pt idx="72">
                  <c:v>4.0282887974</c:v>
                </c:pt>
                <c:pt idx="73">
                  <c:v>4.50144850638</c:v>
                </c:pt>
                <c:pt idx="74">
                  <c:v>5.00719466694</c:v>
                </c:pt>
                <c:pt idx="75">
                  <c:v>5.45832181265</c:v>
                </c:pt>
                <c:pt idx="76">
                  <c:v>5.81925046682</c:v>
                </c:pt>
                <c:pt idx="77">
                  <c:v>6.06290303279</c:v>
                </c:pt>
                <c:pt idx="78">
                  <c:v>6.17116379068</c:v>
                </c:pt>
                <c:pt idx="79">
                  <c:v>6.15884221226</c:v>
                </c:pt>
                <c:pt idx="80">
                  <c:v>6.06678269052</c:v>
                </c:pt>
                <c:pt idx="81">
                  <c:v>5.93995298298</c:v>
                </c:pt>
                <c:pt idx="82">
                  <c:v>5.83359849025</c:v>
                </c:pt>
                <c:pt idx="83">
                  <c:v>5.786124871</c:v>
                </c:pt>
                <c:pt idx="84">
                  <c:v>5.80975513575</c:v>
                </c:pt>
                <c:pt idx="85">
                  <c:v>5.89572559807</c:v>
                </c:pt>
                <c:pt idx="86">
                  <c:v>6.02042166866</c:v>
                </c:pt>
                <c:pt idx="87">
                  <c:v>6.15575090102</c:v>
                </c:pt>
                <c:pt idx="88">
                  <c:v>6.32693251138</c:v>
                </c:pt>
                <c:pt idx="89">
                  <c:v>6.702309426</c:v>
                </c:pt>
                <c:pt idx="90">
                  <c:v>6.82491009086</c:v>
                </c:pt>
                <c:pt idx="91">
                  <c:v>6.71124096322</c:v>
                </c:pt>
                <c:pt idx="92">
                  <c:v>6.78560373498</c:v>
                </c:pt>
                <c:pt idx="93">
                  <c:v>6.82996006701</c:v>
                </c:pt>
                <c:pt idx="94">
                  <c:v>6.8447667699</c:v>
                </c:pt>
                <c:pt idx="95">
                  <c:v>6.84489848511</c:v>
                </c:pt>
              </c:numCache>
            </c:numRef>
          </c:yVal>
        </c:ser>
        <c:ser>
          <c:idx val="8"/>
          <c:order val="8"/>
          <c:tx>
            <c:v>Run 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Data'!$Q$2:$Q$97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Data'!$R$2:$R$97</c:f>
              <c:numCache>
                <c:formatCode>0</c:formatCode>
                <c:ptCount val="96"/>
                <c:pt idx="0">
                  <c:v>0.0057689742325</c:v>
                </c:pt>
                <c:pt idx="1">
                  <c:v>0.00832546757188</c:v>
                </c:pt>
                <c:pt idx="2">
                  <c:v>0.01136939965</c:v>
                </c:pt>
                <c:pt idx="3">
                  <c:v>0.0149280655396</c:v>
                </c:pt>
                <c:pt idx="4">
                  <c:v>0.0190228557846</c:v>
                </c:pt>
                <c:pt idx="5">
                  <c:v>0.0237767691691</c:v>
                </c:pt>
                <c:pt idx="6">
                  <c:v>0.0294745844079</c:v>
                </c:pt>
                <c:pt idx="7">
                  <c:v>0.0354846469931</c:v>
                </c:pt>
                <c:pt idx="8">
                  <c:v>0.0412763510034</c:v>
                </c:pt>
                <c:pt idx="9">
                  <c:v>0.0485443959573</c:v>
                </c:pt>
                <c:pt idx="10">
                  <c:v>0.0566466278771</c:v>
                </c:pt>
                <c:pt idx="11">
                  <c:v>0.0639090852171</c:v>
                </c:pt>
                <c:pt idx="12">
                  <c:v>0.0743379857932</c:v>
                </c:pt>
                <c:pt idx="13">
                  <c:v>0.0864199247172</c:v>
                </c:pt>
                <c:pt idx="14">
                  <c:v>0.0968409842857</c:v>
                </c:pt>
                <c:pt idx="15">
                  <c:v>0.105358290873</c:v>
                </c:pt>
                <c:pt idx="16">
                  <c:v>0.115547260065</c:v>
                </c:pt>
                <c:pt idx="17">
                  <c:v>0.130595749115</c:v>
                </c:pt>
                <c:pt idx="18">
                  <c:v>0.146332295448</c:v>
                </c:pt>
                <c:pt idx="19">
                  <c:v>0.156618253398</c:v>
                </c:pt>
                <c:pt idx="20">
                  <c:v>0.161937397662</c:v>
                </c:pt>
                <c:pt idx="21">
                  <c:v>0.166486938968</c:v>
                </c:pt>
                <c:pt idx="22">
                  <c:v>0.185450681423</c:v>
                </c:pt>
                <c:pt idx="23">
                  <c:v>0.223430511905</c:v>
                </c:pt>
                <c:pt idx="24">
                  <c:v>0.264962995517</c:v>
                </c:pt>
                <c:pt idx="25">
                  <c:v>0.311352022984</c:v>
                </c:pt>
                <c:pt idx="26">
                  <c:v>0.356152076367</c:v>
                </c:pt>
                <c:pt idx="27">
                  <c:v>0.395670366803</c:v>
                </c:pt>
                <c:pt idx="28">
                  <c:v>0.437433219311</c:v>
                </c:pt>
                <c:pt idx="29">
                  <c:v>0.469669247761</c:v>
                </c:pt>
                <c:pt idx="30">
                  <c:v>0.499547374153</c:v>
                </c:pt>
                <c:pt idx="31">
                  <c:v>0.528465289457</c:v>
                </c:pt>
                <c:pt idx="32">
                  <c:v>0.550905275677</c:v>
                </c:pt>
                <c:pt idx="33">
                  <c:v>0.570554470799</c:v>
                </c:pt>
                <c:pt idx="34">
                  <c:v>0.591225249291</c:v>
                </c:pt>
                <c:pt idx="35">
                  <c:v>0.617219301685</c:v>
                </c:pt>
                <c:pt idx="36">
                  <c:v>0.650507074655</c:v>
                </c:pt>
                <c:pt idx="37">
                  <c:v>0.690594296327</c:v>
                </c:pt>
                <c:pt idx="38">
                  <c:v>0.738011287435</c:v>
                </c:pt>
                <c:pt idx="39">
                  <c:v>0.793023462024</c:v>
                </c:pt>
                <c:pt idx="40">
                  <c:v>0.855576290468</c:v>
                </c:pt>
                <c:pt idx="41">
                  <c:v>0.924421383263</c:v>
                </c:pt>
                <c:pt idx="42">
                  <c:v>0.997102448573</c:v>
                </c:pt>
                <c:pt idx="43">
                  <c:v>1.07094299549</c:v>
                </c:pt>
                <c:pt idx="44">
                  <c:v>1.14385843992</c:v>
                </c:pt>
                <c:pt idx="45">
                  <c:v>1.21680566269</c:v>
                </c:pt>
                <c:pt idx="46">
                  <c:v>1.21680566269</c:v>
                </c:pt>
                <c:pt idx="47">
                  <c:v>1.42280129046</c:v>
                </c:pt>
                <c:pt idx="48">
                  <c:v>1.61499104174</c:v>
                </c:pt>
                <c:pt idx="49">
                  <c:v>1.81587478118</c:v>
                </c:pt>
                <c:pt idx="50">
                  <c:v>1.99771917929</c:v>
                </c:pt>
                <c:pt idx="51">
                  <c:v>2.13926863051</c:v>
                </c:pt>
                <c:pt idx="52">
                  <c:v>2.27820800375</c:v>
                </c:pt>
                <c:pt idx="53">
                  <c:v>2.38290361056</c:v>
                </c:pt>
                <c:pt idx="54">
                  <c:v>2.52060335847</c:v>
                </c:pt>
                <c:pt idx="55">
                  <c:v>2.63928651557</c:v>
                </c:pt>
                <c:pt idx="56">
                  <c:v>2.83223810729</c:v>
                </c:pt>
                <c:pt idx="57">
                  <c:v>2.9860581424</c:v>
                </c:pt>
                <c:pt idx="58">
                  <c:v>3.07803283136</c:v>
                </c:pt>
                <c:pt idx="59">
                  <c:v>3.08683299457</c:v>
                </c:pt>
                <c:pt idx="60">
                  <c:v>3.03811144197</c:v>
                </c:pt>
                <c:pt idx="61">
                  <c:v>2.96528771999</c:v>
                </c:pt>
                <c:pt idx="62">
                  <c:v>2.88375313859</c:v>
                </c:pt>
                <c:pt idx="63">
                  <c:v>2.87574452819</c:v>
                </c:pt>
                <c:pt idx="64">
                  <c:v>2.88570491273</c:v>
                </c:pt>
                <c:pt idx="65">
                  <c:v>2.88162960623</c:v>
                </c:pt>
                <c:pt idx="66">
                  <c:v>2.87599040354</c:v>
                </c:pt>
                <c:pt idx="67">
                  <c:v>2.89426055834</c:v>
                </c:pt>
                <c:pt idx="68">
                  <c:v>2.92912855973</c:v>
                </c:pt>
                <c:pt idx="69">
                  <c:v>2.96525823238</c:v>
                </c:pt>
                <c:pt idx="70">
                  <c:v>3.01629254131</c:v>
                </c:pt>
                <c:pt idx="71">
                  <c:v>3.06843337422</c:v>
                </c:pt>
                <c:pt idx="72">
                  <c:v>3.11962638118</c:v>
                </c:pt>
                <c:pt idx="73">
                  <c:v>3.17001954416</c:v>
                </c:pt>
                <c:pt idx="74">
                  <c:v>3.22290978347</c:v>
                </c:pt>
                <c:pt idx="75">
                  <c:v>3.28673217356</c:v>
                </c:pt>
                <c:pt idx="76">
                  <c:v>3.35139034295</c:v>
                </c:pt>
                <c:pt idx="77">
                  <c:v>3.41712620993</c:v>
                </c:pt>
                <c:pt idx="78">
                  <c:v>3.48359249006</c:v>
                </c:pt>
                <c:pt idx="79">
                  <c:v>3.55018406213</c:v>
                </c:pt>
                <c:pt idx="80">
                  <c:v>3.62849640048</c:v>
                </c:pt>
                <c:pt idx="81">
                  <c:v>3.70548285777</c:v>
                </c:pt>
                <c:pt idx="82">
                  <c:v>3.78061803279</c:v>
                </c:pt>
                <c:pt idx="83">
                  <c:v>3.85341242583</c:v>
                </c:pt>
                <c:pt idx="84">
                  <c:v>3.92365812903</c:v>
                </c:pt>
                <c:pt idx="85">
                  <c:v>4.00321756014</c:v>
                </c:pt>
                <c:pt idx="86">
                  <c:v>4.07832708627</c:v>
                </c:pt>
                <c:pt idx="87">
                  <c:v>4.14798486526</c:v>
                </c:pt>
                <c:pt idx="88">
                  <c:v>4.21139455305</c:v>
                </c:pt>
                <c:pt idx="89">
                  <c:v>4.27507237188</c:v>
                </c:pt>
                <c:pt idx="90">
                  <c:v>4.33798074274</c:v>
                </c:pt>
                <c:pt idx="91">
                  <c:v>4.39275061505</c:v>
                </c:pt>
                <c:pt idx="92">
                  <c:v>4.43956873521</c:v>
                </c:pt>
                <c:pt idx="93">
                  <c:v>4.48346297101</c:v>
                </c:pt>
                <c:pt idx="94">
                  <c:v>4.52931170831</c:v>
                </c:pt>
                <c:pt idx="95">
                  <c:v>4.56820372771</c:v>
                </c:pt>
              </c:numCache>
            </c:numRef>
          </c:yVal>
        </c:ser>
        <c:ser>
          <c:idx val="9"/>
          <c:order val="9"/>
          <c:tx>
            <c:v>Run 10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Data'!$S$2:$S$97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Data'!$T$2:$T$97</c:f>
              <c:numCache>
                <c:formatCode>0</c:formatCode>
                <c:ptCount val="96"/>
                <c:pt idx="0">
                  <c:v>0.00659311340857</c:v>
                </c:pt>
                <c:pt idx="1">
                  <c:v>0.00951482008215</c:v>
                </c:pt>
                <c:pt idx="2">
                  <c:v>0.0129935996</c:v>
                </c:pt>
                <c:pt idx="3">
                  <c:v>0.017060646331</c:v>
                </c:pt>
                <c:pt idx="4">
                  <c:v>0.0217404066109</c:v>
                </c:pt>
                <c:pt idx="5">
                  <c:v>0.027173450479</c:v>
                </c:pt>
                <c:pt idx="6">
                  <c:v>0.0336852393234</c:v>
                </c:pt>
                <c:pt idx="7">
                  <c:v>0.0405538822778</c:v>
                </c:pt>
                <c:pt idx="8">
                  <c:v>0.0471729725753</c:v>
                </c:pt>
                <c:pt idx="9">
                  <c:v>0.0554793096655</c:v>
                </c:pt>
                <c:pt idx="10">
                  <c:v>0.0647390032881</c:v>
                </c:pt>
                <c:pt idx="11">
                  <c:v>0.0730389545338</c:v>
                </c:pt>
                <c:pt idx="12">
                  <c:v>0.0849576980493</c:v>
                </c:pt>
                <c:pt idx="13">
                  <c:v>0.0987656282482</c:v>
                </c:pt>
                <c:pt idx="14">
                  <c:v>0.110675410612</c:v>
                </c:pt>
                <c:pt idx="15">
                  <c:v>0.120409475283</c:v>
                </c:pt>
                <c:pt idx="16">
                  <c:v>0.132054011503</c:v>
                </c:pt>
                <c:pt idx="17">
                  <c:v>0.149252284703</c:v>
                </c:pt>
                <c:pt idx="18">
                  <c:v>0.167236909084</c:v>
                </c:pt>
                <c:pt idx="19">
                  <c:v>0.178992289598</c:v>
                </c:pt>
                <c:pt idx="20">
                  <c:v>0.185071311614</c:v>
                </c:pt>
                <c:pt idx="21">
                  <c:v>0.190270787392</c:v>
                </c:pt>
                <c:pt idx="22">
                  <c:v>0.211943635912</c:v>
                </c:pt>
                <c:pt idx="23">
                  <c:v>0.255349156463</c:v>
                </c:pt>
                <c:pt idx="24">
                  <c:v>0.302814852019</c:v>
                </c:pt>
                <c:pt idx="25">
                  <c:v>0.355830883411</c:v>
                </c:pt>
                <c:pt idx="26">
                  <c:v>0.40703094442</c:v>
                </c:pt>
                <c:pt idx="27">
                  <c:v>0.452194704918</c:v>
                </c:pt>
                <c:pt idx="28">
                  <c:v>0.499923679212</c:v>
                </c:pt>
                <c:pt idx="29">
                  <c:v>0.536764854584</c:v>
                </c:pt>
                <c:pt idx="30">
                  <c:v>0.570911284746</c:v>
                </c:pt>
                <c:pt idx="31">
                  <c:v>0.603960330808</c:v>
                </c:pt>
                <c:pt idx="32">
                  <c:v>0.629606029345</c:v>
                </c:pt>
                <c:pt idx="33">
                  <c:v>0.652062252342</c:v>
                </c:pt>
                <c:pt idx="34">
                  <c:v>0.67568599919</c:v>
                </c:pt>
                <c:pt idx="35">
                  <c:v>0.70539348764</c:v>
                </c:pt>
                <c:pt idx="36">
                  <c:v>0.743436656748</c:v>
                </c:pt>
                <c:pt idx="37">
                  <c:v>0.789250624374</c:v>
                </c:pt>
                <c:pt idx="38">
                  <c:v>0.843441471354</c:v>
                </c:pt>
                <c:pt idx="39">
                  <c:v>0.906312528028</c:v>
                </c:pt>
                <c:pt idx="40">
                  <c:v>0.977801474821</c:v>
                </c:pt>
                <c:pt idx="41">
                  <c:v>1.05648158087</c:v>
                </c:pt>
                <c:pt idx="42">
                  <c:v>1.13954565551</c:v>
                </c:pt>
                <c:pt idx="43">
                  <c:v>1.22393485198</c:v>
                </c:pt>
                <c:pt idx="44">
                  <c:v>1.30726678848</c:v>
                </c:pt>
                <c:pt idx="45">
                  <c:v>1.39063504308</c:v>
                </c:pt>
                <c:pt idx="46">
                  <c:v>1.39063504308</c:v>
                </c:pt>
                <c:pt idx="47">
                  <c:v>1.62605861767</c:v>
                </c:pt>
                <c:pt idx="48">
                  <c:v>1.84570404771</c:v>
                </c:pt>
                <c:pt idx="49">
                  <c:v>2.0752854642</c:v>
                </c:pt>
                <c:pt idx="50">
                  <c:v>2.28310763347</c:v>
                </c:pt>
                <c:pt idx="51">
                  <c:v>2.44487843487</c:v>
                </c:pt>
                <c:pt idx="52">
                  <c:v>2.60366629</c:v>
                </c:pt>
                <c:pt idx="53">
                  <c:v>2.72331841207</c:v>
                </c:pt>
                <c:pt idx="54">
                  <c:v>2.88068955254</c:v>
                </c:pt>
                <c:pt idx="55">
                  <c:v>3.01632744637</c:v>
                </c:pt>
                <c:pt idx="56">
                  <c:v>3.23684355119</c:v>
                </c:pt>
                <c:pt idx="57">
                  <c:v>3.41263787703</c:v>
                </c:pt>
                <c:pt idx="58">
                  <c:v>3.51775180727</c:v>
                </c:pt>
                <c:pt idx="59">
                  <c:v>3.52780913665</c:v>
                </c:pt>
                <c:pt idx="60">
                  <c:v>3.47212736225</c:v>
                </c:pt>
                <c:pt idx="61">
                  <c:v>3.38890025142</c:v>
                </c:pt>
                <c:pt idx="62">
                  <c:v>3.29571787268</c:v>
                </c:pt>
                <c:pt idx="63">
                  <c:v>3.28656517507</c:v>
                </c:pt>
                <c:pt idx="64">
                  <c:v>3.29794847169</c:v>
                </c:pt>
                <c:pt idx="65">
                  <c:v>3.29329097855</c:v>
                </c:pt>
                <c:pt idx="66">
                  <c:v>3.28684617547</c:v>
                </c:pt>
                <c:pt idx="67">
                  <c:v>3.30772635239</c:v>
                </c:pt>
                <c:pt idx="68">
                  <c:v>3.34757549683</c:v>
                </c:pt>
                <c:pt idx="69">
                  <c:v>3.3888665513</c:v>
                </c:pt>
                <c:pt idx="70">
                  <c:v>3.44719147579</c:v>
                </c:pt>
                <c:pt idx="71">
                  <c:v>3.50678099911</c:v>
                </c:pt>
                <c:pt idx="72">
                  <c:v>3.56528729278</c:v>
                </c:pt>
                <c:pt idx="73">
                  <c:v>3.62287947904</c:v>
                </c:pt>
                <c:pt idx="74">
                  <c:v>3.68332546682</c:v>
                </c:pt>
                <c:pt idx="75">
                  <c:v>3.75626534121</c:v>
                </c:pt>
                <c:pt idx="76">
                  <c:v>3.83016039195</c:v>
                </c:pt>
                <c:pt idx="77">
                  <c:v>3.90528709706</c:v>
                </c:pt>
                <c:pt idx="78">
                  <c:v>3.98124856006</c:v>
                </c:pt>
                <c:pt idx="79">
                  <c:v>4.05735321386</c:v>
                </c:pt>
                <c:pt idx="80">
                  <c:v>4.14685302912</c:v>
                </c:pt>
                <c:pt idx="81">
                  <c:v>4.23483755174</c:v>
                </c:pt>
                <c:pt idx="82">
                  <c:v>4.32070632319</c:v>
                </c:pt>
                <c:pt idx="83">
                  <c:v>4.40389991523</c:v>
                </c:pt>
                <c:pt idx="84">
                  <c:v>4.48418071889</c:v>
                </c:pt>
                <c:pt idx="85">
                  <c:v>4.57510578301</c:v>
                </c:pt>
                <c:pt idx="86">
                  <c:v>4.66094524145</c:v>
                </c:pt>
                <c:pt idx="87">
                  <c:v>4.74055413172</c:v>
                </c:pt>
                <c:pt idx="88">
                  <c:v>4.81302234634</c:v>
                </c:pt>
                <c:pt idx="89">
                  <c:v>4.88579699643</c:v>
                </c:pt>
                <c:pt idx="90">
                  <c:v>4.95769227742</c:v>
                </c:pt>
                <c:pt idx="91">
                  <c:v>5.0202864172</c:v>
                </c:pt>
                <c:pt idx="92">
                  <c:v>5.07379284024</c:v>
                </c:pt>
                <c:pt idx="93">
                  <c:v>5.12395768115</c:v>
                </c:pt>
                <c:pt idx="94">
                  <c:v>5.17635623806</c:v>
                </c:pt>
                <c:pt idx="95">
                  <c:v>5.22080426024</c:v>
                </c:pt>
              </c:numCache>
            </c:numRef>
          </c:yVal>
        </c:ser>
        <c:ser>
          <c:idx val="10"/>
          <c:order val="10"/>
          <c:tx>
            <c:v>Run 11</c:v>
          </c:tx>
          <c:spPr>
            <a:ln xmlns:a="http://schemas.openxmlformats.org/drawingml/2006/main" w="10954">
              <a:solidFill>
                <a:srgbClr val="3E8C61"/>
              </a:solidFill>
              <a:prstDash val="solid"/>
            </a:ln>
          </c:spPr>
          <c:xVal>
            <c:numRef>
              <c:f>'Chart Data'!$U$2:$U$97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Data'!$V$2:$V$97</c:f>
              <c:numCache>
                <c:formatCode>0</c:formatCode>
                <c:ptCount val="96"/>
                <c:pt idx="0">
                  <c:v>0.00482401947758</c:v>
                </c:pt>
                <c:pt idx="1">
                  <c:v>0.0069578624642</c:v>
                </c:pt>
                <c:pt idx="2">
                  <c:v>0.00958079693635</c:v>
                </c:pt>
                <c:pt idx="3">
                  <c:v>0.0126302700764</c:v>
                </c:pt>
                <c:pt idx="4">
                  <c:v>0.0163576367307</c:v>
                </c:pt>
                <c:pt idx="5">
                  <c:v>0.0206431503977</c:v>
                </c:pt>
                <c:pt idx="6">
                  <c:v>0.0263873077755</c:v>
                </c:pt>
                <c:pt idx="7">
                  <c:v>0.0328967115556</c:v>
                </c:pt>
                <c:pt idx="8">
                  <c:v>0.0395762985926</c:v>
                </c:pt>
                <c:pt idx="9">
                  <c:v>0.0474339247831</c:v>
                </c:pt>
                <c:pt idx="10">
                  <c:v>0.0575931236697</c:v>
                </c:pt>
                <c:pt idx="11">
                  <c:v>0.067103834947</c:v>
                </c:pt>
                <c:pt idx="12">
                  <c:v>0.0758896558875</c:v>
                </c:pt>
                <c:pt idx="13">
                  <c:v>0.0847278611925</c:v>
                </c:pt>
                <c:pt idx="14">
                  <c:v>0.0888075172786</c:v>
                </c:pt>
                <c:pt idx="15">
                  <c:v>0.100678190851</c:v>
                </c:pt>
                <c:pt idx="16">
                  <c:v>0.117963673598</c:v>
                </c:pt>
                <c:pt idx="17">
                  <c:v>0.120079186551</c:v>
                </c:pt>
                <c:pt idx="18">
                  <c:v>0.126862339351</c:v>
                </c:pt>
                <c:pt idx="19">
                  <c:v>0.135421088949</c:v>
                </c:pt>
                <c:pt idx="20">
                  <c:v>0.159354050542</c:v>
                </c:pt>
                <c:pt idx="21">
                  <c:v>0.177898933385</c:v>
                </c:pt>
                <c:pt idx="22">
                  <c:v>0.192366134718</c:v>
                </c:pt>
                <c:pt idx="23">
                  <c:v>0.198702771212</c:v>
                </c:pt>
                <c:pt idx="24">
                  <c:v>0.21558544949</c:v>
                </c:pt>
                <c:pt idx="25">
                  <c:v>0.23733600816</c:v>
                </c:pt>
                <c:pt idx="26">
                  <c:v>0.262787088893</c:v>
                </c:pt>
                <c:pt idx="27">
                  <c:v>0.270537432616</c:v>
                </c:pt>
                <c:pt idx="28">
                  <c:v>0.264877151382</c:v>
                </c:pt>
                <c:pt idx="29">
                  <c:v>0.269474621209</c:v>
                </c:pt>
                <c:pt idx="30">
                  <c:v>0.295740130649</c:v>
                </c:pt>
                <c:pt idx="31">
                  <c:v>0.335583892888</c:v>
                </c:pt>
                <c:pt idx="32">
                  <c:v>0.378309290632</c:v>
                </c:pt>
                <c:pt idx="33">
                  <c:v>0.43714118455</c:v>
                </c:pt>
                <c:pt idx="34">
                  <c:v>0.494227533049</c:v>
                </c:pt>
                <c:pt idx="35">
                  <c:v>0.521809426191</c:v>
                </c:pt>
                <c:pt idx="36">
                  <c:v>0.545140477775</c:v>
                </c:pt>
                <c:pt idx="37">
                  <c:v>0.556179993233</c:v>
                </c:pt>
                <c:pt idx="38">
                  <c:v>0.574821721512</c:v>
                </c:pt>
                <c:pt idx="39">
                  <c:v>0.577666267014</c:v>
                </c:pt>
                <c:pt idx="40">
                  <c:v>0.57568139296</c:v>
                </c:pt>
                <c:pt idx="41">
                  <c:v>0.624270698719</c:v>
                </c:pt>
                <c:pt idx="42">
                  <c:v>0.656880225948</c:v>
                </c:pt>
                <c:pt idx="43">
                  <c:v>0.733818280355</c:v>
                </c:pt>
                <c:pt idx="44">
                  <c:v>0.800487295489</c:v>
                </c:pt>
                <c:pt idx="45">
                  <c:v>0.832866107776</c:v>
                </c:pt>
                <c:pt idx="46">
                  <c:v>0.832866107776</c:v>
                </c:pt>
                <c:pt idx="47">
                  <c:v>0.974928218439</c:v>
                </c:pt>
                <c:pt idx="48">
                  <c:v>1.04952138764</c:v>
                </c:pt>
                <c:pt idx="49">
                  <c:v>1.17644119464</c:v>
                </c:pt>
                <c:pt idx="50">
                  <c:v>1.35253019855</c:v>
                </c:pt>
                <c:pt idx="51">
                  <c:v>1.68014405497</c:v>
                </c:pt>
                <c:pt idx="52">
                  <c:v>1.9298279466</c:v>
                </c:pt>
                <c:pt idx="53">
                  <c:v>2.01999613745</c:v>
                </c:pt>
                <c:pt idx="54">
                  <c:v>1.86746152563</c:v>
                </c:pt>
                <c:pt idx="55">
                  <c:v>2.01103992935</c:v>
                </c:pt>
                <c:pt idx="56">
                  <c:v>2.08100422756</c:v>
                </c:pt>
                <c:pt idx="57">
                  <c:v>1.94981743612</c:v>
                </c:pt>
                <c:pt idx="58">
                  <c:v>2.01265863072</c:v>
                </c:pt>
                <c:pt idx="59">
                  <c:v>2.57443297821</c:v>
                </c:pt>
                <c:pt idx="60">
                  <c:v>3.04163662077</c:v>
                </c:pt>
                <c:pt idx="61">
                  <c:v>3.20444925405</c:v>
                </c:pt>
                <c:pt idx="62">
                  <c:v>3.17740830128</c:v>
                </c:pt>
                <c:pt idx="63">
                  <c:v>3.16729354886</c:v>
                </c:pt>
                <c:pt idx="64">
                  <c:v>3.11648353976</c:v>
                </c:pt>
                <c:pt idx="65">
                  <c:v>3.13741361929</c:v>
                </c:pt>
                <c:pt idx="66">
                  <c:v>3.40095395327</c:v>
                </c:pt>
                <c:pt idx="67">
                  <c:v>3.63917648876</c:v>
                </c:pt>
                <c:pt idx="68">
                  <c:v>3.81439022786</c:v>
                </c:pt>
                <c:pt idx="69">
                  <c:v>3.97370003846</c:v>
                </c:pt>
                <c:pt idx="70">
                  <c:v>4.19127297019</c:v>
                </c:pt>
                <c:pt idx="71">
                  <c:v>4.52950676715</c:v>
                </c:pt>
                <c:pt idx="72">
                  <c:v>5.03536099675</c:v>
                </c:pt>
                <c:pt idx="73">
                  <c:v>5.62681063297</c:v>
                </c:pt>
                <c:pt idx="74">
                  <c:v>6.25899333367</c:v>
                </c:pt>
                <c:pt idx="75">
                  <c:v>6.82290226582</c:v>
                </c:pt>
                <c:pt idx="76">
                  <c:v>7.27406308352</c:v>
                </c:pt>
                <c:pt idx="77">
                  <c:v>7.57862879099</c:v>
                </c:pt>
                <c:pt idx="78">
                  <c:v>7.71395473835</c:v>
                </c:pt>
                <c:pt idx="79">
                  <c:v>7.69855276533</c:v>
                </c:pt>
                <c:pt idx="80">
                  <c:v>7.58347836315</c:v>
                </c:pt>
                <c:pt idx="81">
                  <c:v>7.42494122873</c:v>
                </c:pt>
                <c:pt idx="82">
                  <c:v>7.29199811281</c:v>
                </c:pt>
                <c:pt idx="83">
                  <c:v>7.23265608875</c:v>
                </c:pt>
                <c:pt idx="84">
                  <c:v>7.26219391969</c:v>
                </c:pt>
                <c:pt idx="85">
                  <c:v>7.36965699759</c:v>
                </c:pt>
                <c:pt idx="86">
                  <c:v>7.52552708583</c:v>
                </c:pt>
                <c:pt idx="87">
                  <c:v>7.69468862628</c:v>
                </c:pt>
                <c:pt idx="88">
                  <c:v>7.90866563923</c:v>
                </c:pt>
                <c:pt idx="89">
                  <c:v>8.3778867825</c:v>
                </c:pt>
                <c:pt idx="90">
                  <c:v>8.53113761357</c:v>
                </c:pt>
                <c:pt idx="91">
                  <c:v>8.38905120403</c:v>
                </c:pt>
                <c:pt idx="92">
                  <c:v>8.48200466873</c:v>
                </c:pt>
                <c:pt idx="93">
                  <c:v>8.53745008376</c:v>
                </c:pt>
                <c:pt idx="94">
                  <c:v>8.55595846237</c:v>
                </c:pt>
                <c:pt idx="95">
                  <c:v>8.55612310639</c:v>
                </c:pt>
              </c:numCache>
            </c:numRef>
          </c:yVal>
        </c:ser>
        <c:ser>
          <c:idx val="11"/>
          <c:order val="11"/>
          <c:tx>
            <c:v>Run 12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Data'!$W$2:$W$97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Data'!$X$2:$X$97</c:f>
              <c:numCache>
                <c:formatCode>0</c:formatCode>
                <c:ptCount val="96"/>
                <c:pt idx="0">
                  <c:v>0.00741725258464</c:v>
                </c:pt>
                <c:pt idx="1">
                  <c:v>0.0107041725924</c:v>
                </c:pt>
                <c:pt idx="2">
                  <c:v>0.0146177995499</c:v>
                </c:pt>
                <c:pt idx="3">
                  <c:v>0.0191932271223</c:v>
                </c:pt>
                <c:pt idx="4">
                  <c:v>0.0244579574373</c:v>
                </c:pt>
                <c:pt idx="5">
                  <c:v>0.0305701317889</c:v>
                </c:pt>
                <c:pt idx="6">
                  <c:v>0.0378958942388</c:v>
                </c:pt>
                <c:pt idx="7">
                  <c:v>0.0456231175625</c:v>
                </c:pt>
                <c:pt idx="8">
                  <c:v>0.0530695941473</c:v>
                </c:pt>
                <c:pt idx="9">
                  <c:v>0.0624142233737</c:v>
                </c:pt>
                <c:pt idx="10">
                  <c:v>0.0728313786992</c:v>
                </c:pt>
                <c:pt idx="11">
                  <c:v>0.0821688238505</c:v>
                </c:pt>
                <c:pt idx="12">
                  <c:v>0.0955774103055</c:v>
                </c:pt>
                <c:pt idx="13">
                  <c:v>0.111111331779</c:v>
                </c:pt>
                <c:pt idx="14">
                  <c:v>0.124509836939</c:v>
                </c:pt>
                <c:pt idx="15">
                  <c:v>0.135460659693</c:v>
                </c:pt>
                <c:pt idx="16">
                  <c:v>0.148560762941</c:v>
                </c:pt>
                <c:pt idx="17">
                  <c:v>0.167908820291</c:v>
                </c:pt>
                <c:pt idx="18">
                  <c:v>0.188141522719</c:v>
                </c:pt>
                <c:pt idx="19">
                  <c:v>0.201366325797</c:v>
                </c:pt>
                <c:pt idx="20">
                  <c:v>0.208205225566</c:v>
                </c:pt>
                <c:pt idx="21">
                  <c:v>0.214054635816</c:v>
                </c:pt>
                <c:pt idx="22">
                  <c:v>0.238436590401</c:v>
                </c:pt>
                <c:pt idx="23">
                  <c:v>0.28726780102</c:v>
                </c:pt>
                <c:pt idx="24">
                  <c:v>0.340666708522</c:v>
                </c:pt>
                <c:pt idx="25">
                  <c:v>0.400309743837</c:v>
                </c:pt>
                <c:pt idx="26">
                  <c:v>0.457909812472</c:v>
                </c:pt>
                <c:pt idx="27">
                  <c:v>0.508719043033</c:v>
                </c:pt>
                <c:pt idx="28">
                  <c:v>0.562414139114</c:v>
                </c:pt>
                <c:pt idx="29">
                  <c:v>0.603860461408</c:v>
                </c:pt>
                <c:pt idx="30">
                  <c:v>0.642275195339</c:v>
                </c:pt>
                <c:pt idx="31">
                  <c:v>0.679455372159</c:v>
                </c:pt>
                <c:pt idx="32">
                  <c:v>0.708306783014</c:v>
                </c:pt>
                <c:pt idx="33">
                  <c:v>0.733570033884</c:v>
                </c:pt>
                <c:pt idx="34">
                  <c:v>0.760146749088</c:v>
                </c:pt>
                <c:pt idx="35">
                  <c:v>0.793567673595</c:v>
                </c:pt>
                <c:pt idx="36">
                  <c:v>0.836366238842</c:v>
                </c:pt>
                <c:pt idx="37">
                  <c:v>0.88790695242</c:v>
                </c:pt>
                <c:pt idx="38">
                  <c:v>0.948871655274</c:v>
                </c:pt>
                <c:pt idx="39">
                  <c:v>1.01960159403</c:v>
                </c:pt>
                <c:pt idx="40">
                  <c:v>1.10002665917</c:v>
                </c:pt>
                <c:pt idx="41">
                  <c:v>1.18854177848</c:v>
                </c:pt>
                <c:pt idx="42">
                  <c:v>1.28198886245</c:v>
                </c:pt>
                <c:pt idx="43">
                  <c:v>1.37692670848</c:v>
                </c:pt>
                <c:pt idx="44">
                  <c:v>1.47067513704</c:v>
                </c:pt>
                <c:pt idx="45">
                  <c:v>1.56446442346</c:v>
                </c:pt>
                <c:pt idx="46">
                  <c:v>1.56446442346</c:v>
                </c:pt>
                <c:pt idx="47">
                  <c:v>1.82931594488</c:v>
                </c:pt>
                <c:pt idx="48">
                  <c:v>2.07641705367</c:v>
                </c:pt>
                <c:pt idx="49">
                  <c:v>2.33469614723</c:v>
                </c:pt>
                <c:pt idx="50">
                  <c:v>2.56849608766</c:v>
                </c:pt>
                <c:pt idx="51">
                  <c:v>2.75048823923</c:v>
                </c:pt>
                <c:pt idx="52">
                  <c:v>2.92912457625</c:v>
                </c:pt>
                <c:pt idx="53">
                  <c:v>3.06373321358</c:v>
                </c:pt>
                <c:pt idx="54">
                  <c:v>3.2407757466</c:v>
                </c:pt>
                <c:pt idx="55">
                  <c:v>3.39336837717</c:v>
                </c:pt>
                <c:pt idx="56">
                  <c:v>3.64144899509</c:v>
                </c:pt>
                <c:pt idx="57">
                  <c:v>3.83921761166</c:v>
                </c:pt>
                <c:pt idx="58">
                  <c:v>3.95747078318</c:v>
                </c:pt>
                <c:pt idx="59">
                  <c:v>3.96878527873</c:v>
                </c:pt>
                <c:pt idx="60">
                  <c:v>3.90614328253</c:v>
                </c:pt>
                <c:pt idx="61">
                  <c:v>3.81251278284</c:v>
                </c:pt>
                <c:pt idx="62">
                  <c:v>3.70768260676</c:v>
                </c:pt>
                <c:pt idx="63">
                  <c:v>3.69738582196</c:v>
                </c:pt>
                <c:pt idx="64">
                  <c:v>3.71019203066</c:v>
                </c:pt>
                <c:pt idx="65">
                  <c:v>3.70495235087</c:v>
                </c:pt>
                <c:pt idx="66">
                  <c:v>3.69770194741</c:v>
                </c:pt>
                <c:pt idx="67">
                  <c:v>3.72119214644</c:v>
                </c:pt>
                <c:pt idx="68">
                  <c:v>3.76602243394</c:v>
                </c:pt>
                <c:pt idx="69">
                  <c:v>3.81247487021</c:v>
                </c:pt>
                <c:pt idx="70">
                  <c:v>3.87809041026</c:v>
                </c:pt>
                <c:pt idx="71">
                  <c:v>3.945128624</c:v>
                </c:pt>
                <c:pt idx="72">
                  <c:v>4.01094820437</c:v>
                </c:pt>
                <c:pt idx="73">
                  <c:v>4.07573941392</c:v>
                </c:pt>
                <c:pt idx="74">
                  <c:v>4.14374115017</c:v>
                </c:pt>
                <c:pt idx="75">
                  <c:v>4.22579850886</c:v>
                </c:pt>
                <c:pt idx="76">
                  <c:v>4.30893044094</c:v>
                </c:pt>
                <c:pt idx="77">
                  <c:v>4.39344798419</c:v>
                </c:pt>
                <c:pt idx="78">
                  <c:v>4.47890463007</c:v>
                </c:pt>
                <c:pt idx="79">
                  <c:v>4.5645223656</c:v>
                </c:pt>
                <c:pt idx="80">
                  <c:v>4.66520965776</c:v>
                </c:pt>
                <c:pt idx="81">
                  <c:v>4.76419224571</c:v>
                </c:pt>
                <c:pt idx="82">
                  <c:v>4.86079461358</c:v>
                </c:pt>
                <c:pt idx="83">
                  <c:v>4.95438740464</c:v>
                </c:pt>
                <c:pt idx="84">
                  <c:v>5.04470330876</c:v>
                </c:pt>
                <c:pt idx="85">
                  <c:v>5.14699400589</c:v>
                </c:pt>
                <c:pt idx="86">
                  <c:v>5.24356339663</c:v>
                </c:pt>
                <c:pt idx="87">
                  <c:v>5.33312339819</c:v>
                </c:pt>
                <c:pt idx="88">
                  <c:v>5.41465013964</c:v>
                </c:pt>
                <c:pt idx="89">
                  <c:v>5.49652162098</c:v>
                </c:pt>
                <c:pt idx="90">
                  <c:v>5.57740381209</c:v>
                </c:pt>
                <c:pt idx="91">
                  <c:v>5.64782221935</c:v>
                </c:pt>
                <c:pt idx="92">
                  <c:v>5.70801694527</c:v>
                </c:pt>
                <c:pt idx="93">
                  <c:v>5.7644523913</c:v>
                </c:pt>
                <c:pt idx="94">
                  <c:v>5.82340076782</c:v>
                </c:pt>
                <c:pt idx="95">
                  <c:v>5.87340479277</c:v>
                </c:pt>
              </c:numCache>
            </c:numRef>
          </c:yVal>
        </c:ser>
        <c:ser>
          <c:idx val="12"/>
          <c:order val="12"/>
          <c:tx>
            <c:v>Run 13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Data'!$Y$2:$Y$97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Data'!$Z$2:$Z$97</c:f>
              <c:numCache>
                <c:formatCode>0</c:formatCode>
                <c:ptCount val="96"/>
                <c:pt idx="0">
                  <c:v>0.00824139176071</c:v>
                </c:pt>
                <c:pt idx="1">
                  <c:v>0.0118935251027</c:v>
                </c:pt>
                <c:pt idx="2">
                  <c:v>0.0162419994999</c:v>
                </c:pt>
                <c:pt idx="3">
                  <c:v>0.0213258079137</c:v>
                </c:pt>
                <c:pt idx="4">
                  <c:v>0.0271755082637</c:v>
                </c:pt>
                <c:pt idx="5">
                  <c:v>0.0339668130988</c:v>
                </c:pt>
                <c:pt idx="6">
                  <c:v>0.0421065491542</c:v>
                </c:pt>
                <c:pt idx="7">
                  <c:v>0.0506923528472</c:v>
                </c:pt>
                <c:pt idx="8">
                  <c:v>0.0589662157192</c:v>
                </c:pt>
                <c:pt idx="9">
                  <c:v>0.0693491370819</c:v>
                </c:pt>
                <c:pt idx="10">
                  <c:v>0.0809237541102</c:v>
                </c:pt>
                <c:pt idx="11">
                  <c:v>0.0912986931672</c:v>
                </c:pt>
                <c:pt idx="12">
                  <c:v>0.106197122562</c:v>
                </c:pt>
                <c:pt idx="13">
                  <c:v>0.12345703531</c:v>
                </c:pt>
                <c:pt idx="14">
                  <c:v>0.138344263265</c:v>
                </c:pt>
                <c:pt idx="15">
                  <c:v>0.150511844104</c:v>
                </c:pt>
                <c:pt idx="16">
                  <c:v>0.165067514379</c:v>
                </c:pt>
                <c:pt idx="17">
                  <c:v>0.186565355879</c:v>
                </c:pt>
                <c:pt idx="18">
                  <c:v>0.209046136354</c:v>
                </c:pt>
                <c:pt idx="19">
                  <c:v>0.223740361997</c:v>
                </c:pt>
                <c:pt idx="20">
                  <c:v>0.231339139518</c:v>
                </c:pt>
                <c:pt idx="21">
                  <c:v>0.23783848424</c:v>
                </c:pt>
                <c:pt idx="22">
                  <c:v>0.26492954489</c:v>
                </c:pt>
                <c:pt idx="23">
                  <c:v>0.319186445578</c:v>
                </c:pt>
                <c:pt idx="24">
                  <c:v>0.378518565024</c:v>
                </c:pt>
                <c:pt idx="25">
                  <c:v>0.444788604263</c:v>
                </c:pt>
                <c:pt idx="26">
                  <c:v>0.508788680525</c:v>
                </c:pt>
                <c:pt idx="27">
                  <c:v>0.565243381147</c:v>
                </c:pt>
                <c:pt idx="28">
                  <c:v>0.624904599015</c:v>
                </c:pt>
                <c:pt idx="29">
                  <c:v>0.670956068231</c:v>
                </c:pt>
                <c:pt idx="30">
                  <c:v>0.713639105933</c:v>
                </c:pt>
                <c:pt idx="31">
                  <c:v>0.75495041351</c:v>
                </c:pt>
                <c:pt idx="32">
                  <c:v>0.787007536682</c:v>
                </c:pt>
                <c:pt idx="33">
                  <c:v>0.815077815427</c:v>
                </c:pt>
                <c:pt idx="34">
                  <c:v>0.844607498987</c:v>
                </c:pt>
                <c:pt idx="35">
                  <c:v>0.88174185955</c:v>
                </c:pt>
                <c:pt idx="36">
                  <c:v>0.929295820936</c:v>
                </c:pt>
                <c:pt idx="37">
                  <c:v>0.986563280467</c:v>
                </c:pt>
                <c:pt idx="38">
                  <c:v>1.05430183919</c:v>
                </c:pt>
                <c:pt idx="39">
                  <c:v>1.13289066003</c:v>
                </c:pt>
                <c:pt idx="40">
                  <c:v>1.22225184353</c:v>
                </c:pt>
                <c:pt idx="41">
                  <c:v>1.32060197609</c:v>
                </c:pt>
                <c:pt idx="42">
                  <c:v>1.42443206939</c:v>
                </c:pt>
                <c:pt idx="43">
                  <c:v>1.52991856498</c:v>
                </c:pt>
                <c:pt idx="44">
                  <c:v>1.6340834856</c:v>
                </c:pt>
                <c:pt idx="45">
                  <c:v>1.73829380385</c:v>
                </c:pt>
                <c:pt idx="46">
                  <c:v>1.73829380385</c:v>
                </c:pt>
                <c:pt idx="47">
                  <c:v>2.03257327209</c:v>
                </c:pt>
                <c:pt idx="48">
                  <c:v>2.30713005964</c:v>
                </c:pt>
                <c:pt idx="49">
                  <c:v>2.59410683026</c:v>
                </c:pt>
                <c:pt idx="50">
                  <c:v>2.85388454184</c:v>
                </c:pt>
                <c:pt idx="51">
                  <c:v>3.05609804358</c:v>
                </c:pt>
                <c:pt idx="52">
                  <c:v>3.2545828625</c:v>
                </c:pt>
                <c:pt idx="53">
                  <c:v>3.40414801509</c:v>
                </c:pt>
                <c:pt idx="54">
                  <c:v>3.60086194067</c:v>
                </c:pt>
                <c:pt idx="55">
                  <c:v>3.77040930796</c:v>
                </c:pt>
                <c:pt idx="56">
                  <c:v>4.04605443899</c:v>
                </c:pt>
                <c:pt idx="57">
                  <c:v>4.26579734628</c:v>
                </c:pt>
                <c:pt idx="58">
                  <c:v>4.39718975909</c:v>
                </c:pt>
                <c:pt idx="59">
                  <c:v>4.40976142081</c:v>
                </c:pt>
                <c:pt idx="60">
                  <c:v>4.34015920281</c:v>
                </c:pt>
                <c:pt idx="61">
                  <c:v>4.23612531427</c:v>
                </c:pt>
                <c:pt idx="62">
                  <c:v>4.11964734085</c:v>
                </c:pt>
                <c:pt idx="63">
                  <c:v>4.10820646884</c:v>
                </c:pt>
                <c:pt idx="64">
                  <c:v>4.12243558962</c:v>
                </c:pt>
                <c:pt idx="65">
                  <c:v>4.11661372319</c:v>
                </c:pt>
                <c:pt idx="66">
                  <c:v>4.10855771934</c:v>
                </c:pt>
                <c:pt idx="67">
                  <c:v>4.13465794049</c:v>
                </c:pt>
                <c:pt idx="68">
                  <c:v>4.18446937104</c:v>
                </c:pt>
                <c:pt idx="69">
                  <c:v>4.23608318912</c:v>
                </c:pt>
                <c:pt idx="70">
                  <c:v>4.30898934473</c:v>
                </c:pt>
                <c:pt idx="71">
                  <c:v>4.38347624888</c:v>
                </c:pt>
                <c:pt idx="72">
                  <c:v>4.45660911597</c:v>
                </c:pt>
                <c:pt idx="73">
                  <c:v>4.5285993488</c:v>
                </c:pt>
                <c:pt idx="74">
                  <c:v>4.60415683353</c:v>
                </c:pt>
                <c:pt idx="75">
                  <c:v>4.69533167651</c:v>
                </c:pt>
                <c:pt idx="76">
                  <c:v>4.78770048993</c:v>
                </c:pt>
                <c:pt idx="77">
                  <c:v>4.88160887132</c:v>
                </c:pt>
                <c:pt idx="78">
                  <c:v>4.97656070008</c:v>
                </c:pt>
                <c:pt idx="79">
                  <c:v>5.07169151733</c:v>
                </c:pt>
                <c:pt idx="80">
                  <c:v>5.1835662864</c:v>
                </c:pt>
                <c:pt idx="81">
                  <c:v>5.29354693967</c:v>
                </c:pt>
                <c:pt idx="82">
                  <c:v>5.40088290398</c:v>
                </c:pt>
                <c:pt idx="83">
                  <c:v>5.50487489404</c:v>
                </c:pt>
                <c:pt idx="84">
                  <c:v>5.60522589862</c:v>
                </c:pt>
                <c:pt idx="85">
                  <c:v>5.71888222876</c:v>
                </c:pt>
                <c:pt idx="86">
                  <c:v>5.82618155182</c:v>
                </c:pt>
                <c:pt idx="87">
                  <c:v>5.92569266465</c:v>
                </c:pt>
                <c:pt idx="88">
                  <c:v>6.01627793293</c:v>
                </c:pt>
                <c:pt idx="89">
                  <c:v>6.10724624554</c:v>
                </c:pt>
                <c:pt idx="90">
                  <c:v>6.19711534677</c:v>
                </c:pt>
                <c:pt idx="91">
                  <c:v>6.2753580215</c:v>
                </c:pt>
                <c:pt idx="92">
                  <c:v>6.3422410503</c:v>
                </c:pt>
                <c:pt idx="93">
                  <c:v>6.40494710144</c:v>
                </c:pt>
                <c:pt idx="94">
                  <c:v>6.47044529758</c:v>
                </c:pt>
                <c:pt idx="95">
                  <c:v>6.5260053253</c:v>
                </c:pt>
              </c:numCache>
            </c:numRef>
          </c:yVal>
        </c:ser>
        <c:ser>
          <c:idx val="13"/>
          <c:order val="13"/>
          <c:tx>
            <c:v>Run 14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Data'!$AA$2:$AA$97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Data'!$AB$2:$AB$97</c:f>
              <c:numCache>
                <c:formatCode>0</c:formatCode>
                <c:ptCount val="96"/>
                <c:pt idx="0">
                  <c:v>0.00906553093678</c:v>
                </c:pt>
                <c:pt idx="1">
                  <c:v>0.013082877613</c:v>
                </c:pt>
                <c:pt idx="2">
                  <c:v>0.0178661994499</c:v>
                </c:pt>
                <c:pt idx="3">
                  <c:v>0.0234583887051</c:v>
                </c:pt>
                <c:pt idx="4">
                  <c:v>0.02989305909</c:v>
                </c:pt>
                <c:pt idx="5">
                  <c:v>0.0373634944086</c:v>
                </c:pt>
                <c:pt idx="6">
                  <c:v>0.0463172040696</c:v>
                </c:pt>
                <c:pt idx="7">
                  <c:v>0.055761588132</c:v>
                </c:pt>
                <c:pt idx="8">
                  <c:v>0.0648628372911</c:v>
                </c:pt>
                <c:pt idx="9">
                  <c:v>0.0762840507901</c:v>
                </c:pt>
                <c:pt idx="10">
                  <c:v>0.0890161295212</c:v>
                </c:pt>
                <c:pt idx="11">
                  <c:v>0.100428562484</c:v>
                </c:pt>
                <c:pt idx="12">
                  <c:v>0.116816834818</c:v>
                </c:pt>
                <c:pt idx="13">
                  <c:v>0.135802738841</c:v>
                </c:pt>
                <c:pt idx="14">
                  <c:v>0.152178689592</c:v>
                </c:pt>
                <c:pt idx="15">
                  <c:v>0.165563028514</c:v>
                </c:pt>
                <c:pt idx="16">
                  <c:v>0.181574265817</c:v>
                </c:pt>
                <c:pt idx="17">
                  <c:v>0.205221891467</c:v>
                </c:pt>
                <c:pt idx="18">
                  <c:v>0.22995074999</c:v>
                </c:pt>
                <c:pt idx="19">
                  <c:v>0.246114398197</c:v>
                </c:pt>
                <c:pt idx="20">
                  <c:v>0.25447305347</c:v>
                </c:pt>
                <c:pt idx="21">
                  <c:v>0.261622332664</c:v>
                </c:pt>
                <c:pt idx="22">
                  <c:v>0.291422499379</c:v>
                </c:pt>
                <c:pt idx="23">
                  <c:v>0.351105090136</c:v>
                </c:pt>
                <c:pt idx="24">
                  <c:v>0.416370421527</c:v>
                </c:pt>
                <c:pt idx="25">
                  <c:v>0.48926746469</c:v>
                </c:pt>
                <c:pt idx="26">
                  <c:v>0.559667548577</c:v>
                </c:pt>
                <c:pt idx="27">
                  <c:v>0.621767719262</c:v>
                </c:pt>
                <c:pt idx="28">
                  <c:v>0.687395058917</c:v>
                </c:pt>
                <c:pt idx="29">
                  <c:v>0.738051675054</c:v>
                </c:pt>
                <c:pt idx="30">
                  <c:v>0.785003016526</c:v>
                </c:pt>
                <c:pt idx="31">
                  <c:v>0.830445454861</c:v>
                </c:pt>
                <c:pt idx="32">
                  <c:v>0.86570829035</c:v>
                </c:pt>
                <c:pt idx="33">
                  <c:v>0.89658559697</c:v>
                </c:pt>
                <c:pt idx="34">
                  <c:v>0.929068248886</c:v>
                </c:pt>
                <c:pt idx="35">
                  <c:v>0.969916045505</c:v>
                </c:pt>
                <c:pt idx="36">
                  <c:v>1.02222540303</c:v>
                </c:pt>
                <c:pt idx="37">
                  <c:v>1.08521960851</c:v>
                </c:pt>
                <c:pt idx="38">
                  <c:v>1.15973202311</c:v>
                </c:pt>
                <c:pt idx="39">
                  <c:v>1.24617972604</c:v>
                </c:pt>
                <c:pt idx="40">
                  <c:v>1.34447702788</c:v>
                </c:pt>
                <c:pt idx="41">
                  <c:v>1.4526621737</c:v>
                </c:pt>
                <c:pt idx="42">
                  <c:v>1.56687527633</c:v>
                </c:pt>
                <c:pt idx="43">
                  <c:v>1.68291042148</c:v>
                </c:pt>
                <c:pt idx="44">
                  <c:v>1.79749183416</c:v>
                </c:pt>
                <c:pt idx="45">
                  <c:v>1.91212318423</c:v>
                </c:pt>
                <c:pt idx="46">
                  <c:v>1.91212318423</c:v>
                </c:pt>
                <c:pt idx="47">
                  <c:v>2.2358305993</c:v>
                </c:pt>
                <c:pt idx="48">
                  <c:v>2.5378430656</c:v>
                </c:pt>
                <c:pt idx="49">
                  <c:v>2.85351751328</c:v>
                </c:pt>
                <c:pt idx="50">
                  <c:v>3.13927299602</c:v>
                </c:pt>
                <c:pt idx="51">
                  <c:v>3.36170784794</c:v>
                </c:pt>
                <c:pt idx="52">
                  <c:v>3.58004114875</c:v>
                </c:pt>
                <c:pt idx="53">
                  <c:v>3.74456281659</c:v>
                </c:pt>
                <c:pt idx="54">
                  <c:v>3.96094813474</c:v>
                </c:pt>
                <c:pt idx="55">
                  <c:v>4.14745023876</c:v>
                </c:pt>
                <c:pt idx="56">
                  <c:v>4.45065988289</c:v>
                </c:pt>
                <c:pt idx="57">
                  <c:v>4.69237708091</c:v>
                </c:pt>
                <c:pt idx="58">
                  <c:v>4.836908735</c:v>
                </c:pt>
                <c:pt idx="59">
                  <c:v>4.85073756289</c:v>
                </c:pt>
                <c:pt idx="60">
                  <c:v>4.77417512309</c:v>
                </c:pt>
                <c:pt idx="61">
                  <c:v>4.6597378457</c:v>
                </c:pt>
                <c:pt idx="62">
                  <c:v>4.53161207493</c:v>
                </c:pt>
                <c:pt idx="63">
                  <c:v>4.51902711573</c:v>
                </c:pt>
                <c:pt idx="64">
                  <c:v>4.53467914858</c:v>
                </c:pt>
                <c:pt idx="65">
                  <c:v>4.52827509551</c:v>
                </c:pt>
                <c:pt idx="66">
                  <c:v>4.51941349127</c:v>
                </c:pt>
                <c:pt idx="67">
                  <c:v>4.54812373454</c:v>
                </c:pt>
                <c:pt idx="68">
                  <c:v>4.60291630814</c:v>
                </c:pt>
                <c:pt idx="69">
                  <c:v>4.65969150803</c:v>
                </c:pt>
                <c:pt idx="70">
                  <c:v>4.73988827921</c:v>
                </c:pt>
                <c:pt idx="71">
                  <c:v>4.82182387377</c:v>
                </c:pt>
                <c:pt idx="72">
                  <c:v>4.90227002757</c:v>
                </c:pt>
                <c:pt idx="73">
                  <c:v>4.98145928368</c:v>
                </c:pt>
                <c:pt idx="74">
                  <c:v>5.06457251688</c:v>
                </c:pt>
                <c:pt idx="75">
                  <c:v>5.16486484417</c:v>
                </c:pt>
                <c:pt idx="76">
                  <c:v>5.26647053893</c:v>
                </c:pt>
                <c:pt idx="77">
                  <c:v>5.36976975846</c:v>
                </c:pt>
                <c:pt idx="78">
                  <c:v>5.47421677009</c:v>
                </c:pt>
                <c:pt idx="79">
                  <c:v>5.57886066906</c:v>
                </c:pt>
                <c:pt idx="80">
                  <c:v>5.70192291504</c:v>
                </c:pt>
                <c:pt idx="81">
                  <c:v>5.82290163364</c:v>
                </c:pt>
                <c:pt idx="82">
                  <c:v>5.94097119438</c:v>
                </c:pt>
                <c:pt idx="83">
                  <c:v>6.05536238345</c:v>
                </c:pt>
                <c:pt idx="84">
                  <c:v>6.16574848848</c:v>
                </c:pt>
                <c:pt idx="85">
                  <c:v>6.29077045164</c:v>
                </c:pt>
                <c:pt idx="86">
                  <c:v>6.408799707</c:v>
                </c:pt>
                <c:pt idx="87">
                  <c:v>6.51826193112</c:v>
                </c:pt>
                <c:pt idx="88">
                  <c:v>6.61790572622</c:v>
                </c:pt>
                <c:pt idx="89">
                  <c:v>6.71797087009</c:v>
                </c:pt>
                <c:pt idx="90">
                  <c:v>6.81682688145</c:v>
                </c:pt>
                <c:pt idx="91">
                  <c:v>6.90289382365</c:v>
                </c:pt>
                <c:pt idx="92">
                  <c:v>6.97646515533</c:v>
                </c:pt>
                <c:pt idx="93">
                  <c:v>7.04544181159</c:v>
                </c:pt>
                <c:pt idx="94">
                  <c:v>7.11748982734</c:v>
                </c:pt>
                <c:pt idx="95">
                  <c:v>7.17860585783</c:v>
                </c:pt>
              </c:numCache>
            </c:numRef>
          </c:yVal>
        </c:ser>
        <c:ser>
          <c:idx val="14"/>
          <c:order val="14"/>
          <c:tx>
            <c:v>Run 15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Data'!$AC$2:$AC$97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Data'!$AD$2:$AD$97</c:f>
              <c:numCache>
                <c:formatCode>0</c:formatCode>
                <c:ptCount val="96"/>
                <c:pt idx="0">
                  <c:v>0.00988967011286</c:v>
                </c:pt>
                <c:pt idx="1">
                  <c:v>0.0142722301232</c:v>
                </c:pt>
                <c:pt idx="2">
                  <c:v>0.0194903993999</c:v>
                </c:pt>
                <c:pt idx="3">
                  <c:v>0.0255909694964</c:v>
                </c:pt>
                <c:pt idx="4">
                  <c:v>0.0326106099164</c:v>
                </c:pt>
                <c:pt idx="5">
                  <c:v>0.0407601757185</c:v>
                </c:pt>
                <c:pt idx="6">
                  <c:v>0.050527858985</c:v>
                </c:pt>
                <c:pt idx="7">
                  <c:v>0.0608308234167</c:v>
                </c:pt>
                <c:pt idx="8">
                  <c:v>0.070759458863</c:v>
                </c:pt>
                <c:pt idx="9">
                  <c:v>0.0832189644983</c:v>
                </c:pt>
                <c:pt idx="10">
                  <c:v>0.0971085049322</c:v>
                </c:pt>
                <c:pt idx="11">
                  <c:v>0.109558431801</c:v>
                </c:pt>
                <c:pt idx="12">
                  <c:v>0.127436547074</c:v>
                </c:pt>
                <c:pt idx="13">
                  <c:v>0.148148442372</c:v>
                </c:pt>
                <c:pt idx="14">
                  <c:v>0.166013115918</c:v>
                </c:pt>
                <c:pt idx="15">
                  <c:v>0.180614212924</c:v>
                </c:pt>
                <c:pt idx="16">
                  <c:v>0.198081017255</c:v>
                </c:pt>
                <c:pt idx="17">
                  <c:v>0.223878427055</c:v>
                </c:pt>
                <c:pt idx="18">
                  <c:v>0.250855363625</c:v>
                </c:pt>
                <c:pt idx="19">
                  <c:v>0.268488434396</c:v>
                </c:pt>
                <c:pt idx="20">
                  <c:v>0.277606967421</c:v>
                </c:pt>
                <c:pt idx="21">
                  <c:v>0.285406181088</c:v>
                </c:pt>
                <c:pt idx="22">
                  <c:v>0.317915453868</c:v>
                </c:pt>
                <c:pt idx="23">
                  <c:v>0.383023734694</c:v>
                </c:pt>
                <c:pt idx="24">
                  <c:v>0.454222278029</c:v>
                </c:pt>
                <c:pt idx="25">
                  <c:v>0.533746325116</c:v>
                </c:pt>
                <c:pt idx="26">
                  <c:v>0.610546416629</c:v>
                </c:pt>
                <c:pt idx="27">
                  <c:v>0.678292057377</c:v>
                </c:pt>
                <c:pt idx="28">
                  <c:v>0.749885518818</c:v>
                </c:pt>
                <c:pt idx="29">
                  <c:v>0.805147281877</c:v>
                </c:pt>
                <c:pt idx="30">
                  <c:v>0.856366927119</c:v>
                </c:pt>
                <c:pt idx="31">
                  <c:v>0.905940496212</c:v>
                </c:pt>
                <c:pt idx="32">
                  <c:v>0.944409044018</c:v>
                </c:pt>
                <c:pt idx="33">
                  <c:v>0.978093378512</c:v>
                </c:pt>
                <c:pt idx="34">
                  <c:v>1.01352899878</c:v>
                </c:pt>
                <c:pt idx="35">
                  <c:v>1.05809023146</c:v>
                </c:pt>
                <c:pt idx="36">
                  <c:v>1.11515498512</c:v>
                </c:pt>
                <c:pt idx="37">
                  <c:v>1.18387593656</c:v>
                </c:pt>
                <c:pt idx="38">
                  <c:v>1.26516220703</c:v>
                </c:pt>
                <c:pt idx="39">
                  <c:v>1.35946879204</c:v>
                </c:pt>
                <c:pt idx="40">
                  <c:v>1.46670221223</c:v>
                </c:pt>
                <c:pt idx="41">
                  <c:v>1.58472237131</c:v>
                </c:pt>
                <c:pt idx="42">
                  <c:v>1.70931848327</c:v>
                </c:pt>
                <c:pt idx="43">
                  <c:v>1.83590227797</c:v>
                </c:pt>
                <c:pt idx="44">
                  <c:v>1.96090018272</c:v>
                </c:pt>
                <c:pt idx="45">
                  <c:v>2.08595256462</c:v>
                </c:pt>
                <c:pt idx="46">
                  <c:v>2.08595256462</c:v>
                </c:pt>
                <c:pt idx="47">
                  <c:v>2.43908792651</c:v>
                </c:pt>
                <c:pt idx="48">
                  <c:v>2.76855607156</c:v>
                </c:pt>
                <c:pt idx="49">
                  <c:v>3.11292819631</c:v>
                </c:pt>
                <c:pt idx="50">
                  <c:v>3.42466145021</c:v>
                </c:pt>
                <c:pt idx="51">
                  <c:v>3.6673176523</c:v>
                </c:pt>
                <c:pt idx="52">
                  <c:v>3.905499435</c:v>
                </c:pt>
                <c:pt idx="53">
                  <c:v>4.0849776181</c:v>
                </c:pt>
                <c:pt idx="54">
                  <c:v>4.3210343288</c:v>
                </c:pt>
                <c:pt idx="55">
                  <c:v>4.52449116956</c:v>
                </c:pt>
                <c:pt idx="56">
                  <c:v>4.85526532679</c:v>
                </c:pt>
                <c:pt idx="57">
                  <c:v>5.11895681554</c:v>
                </c:pt>
                <c:pt idx="58">
                  <c:v>5.27662771091</c:v>
                </c:pt>
                <c:pt idx="59">
                  <c:v>5.29171370497</c:v>
                </c:pt>
                <c:pt idx="60">
                  <c:v>5.20819104337</c:v>
                </c:pt>
                <c:pt idx="61">
                  <c:v>5.08335037713</c:v>
                </c:pt>
                <c:pt idx="62">
                  <c:v>4.94357680902</c:v>
                </c:pt>
                <c:pt idx="63">
                  <c:v>4.92984776261</c:v>
                </c:pt>
                <c:pt idx="64">
                  <c:v>4.94692270754</c:v>
                </c:pt>
                <c:pt idx="65">
                  <c:v>4.93993646783</c:v>
                </c:pt>
                <c:pt idx="66">
                  <c:v>4.93026926321</c:v>
                </c:pt>
                <c:pt idx="67">
                  <c:v>4.96158952859</c:v>
                </c:pt>
                <c:pt idx="68">
                  <c:v>5.02136324525</c:v>
                </c:pt>
                <c:pt idx="69">
                  <c:v>5.08329982695</c:v>
                </c:pt>
                <c:pt idx="70">
                  <c:v>5.17078721368</c:v>
                </c:pt>
                <c:pt idx="71">
                  <c:v>5.26017149866</c:v>
                </c:pt>
                <c:pt idx="72">
                  <c:v>5.34793093916</c:v>
                </c:pt>
                <c:pt idx="73">
                  <c:v>5.43431921856</c:v>
                </c:pt>
                <c:pt idx="74">
                  <c:v>5.52498820023</c:v>
                </c:pt>
                <c:pt idx="75">
                  <c:v>5.63439801182</c:v>
                </c:pt>
                <c:pt idx="76">
                  <c:v>5.74524058792</c:v>
                </c:pt>
                <c:pt idx="77">
                  <c:v>5.85793064559</c:v>
                </c:pt>
                <c:pt idx="78">
                  <c:v>5.9718728401</c:v>
                </c:pt>
                <c:pt idx="79">
                  <c:v>6.08602982079</c:v>
                </c:pt>
                <c:pt idx="80">
                  <c:v>6.22027954368</c:v>
                </c:pt>
                <c:pt idx="81">
                  <c:v>6.35225632761</c:v>
                </c:pt>
                <c:pt idx="82">
                  <c:v>6.48105948478</c:v>
                </c:pt>
                <c:pt idx="83">
                  <c:v>6.60584987285</c:v>
                </c:pt>
                <c:pt idx="84">
                  <c:v>6.72627107834</c:v>
                </c:pt>
                <c:pt idx="85">
                  <c:v>6.86265867452</c:v>
                </c:pt>
                <c:pt idx="86">
                  <c:v>6.99141786218</c:v>
                </c:pt>
                <c:pt idx="87">
                  <c:v>7.11083119758</c:v>
                </c:pt>
                <c:pt idx="88">
                  <c:v>7.21953351951</c:v>
                </c:pt>
                <c:pt idx="89">
                  <c:v>7.32869549464</c:v>
                </c:pt>
                <c:pt idx="90">
                  <c:v>7.43653841612</c:v>
                </c:pt>
                <c:pt idx="91">
                  <c:v>7.5304296258</c:v>
                </c:pt>
                <c:pt idx="92">
                  <c:v>7.61068926036</c:v>
                </c:pt>
                <c:pt idx="93">
                  <c:v>7.68593652173</c:v>
                </c:pt>
                <c:pt idx="94">
                  <c:v>7.7645343571</c:v>
                </c:pt>
                <c:pt idx="95">
                  <c:v>7.83120639036</c:v>
                </c:pt>
              </c:numCache>
            </c:numRef>
          </c:yVal>
        </c:ser>
        <c:ser>
          <c:idx val="15"/>
          <c:order val="15"/>
          <c:tx>
            <c:v>Run 16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Data'!$AE$2:$AE$97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Data'!$AF$2:$AF$97</c:f>
              <c:numCache>
                <c:formatCode>0</c:formatCode>
                <c:ptCount val="96"/>
                <c:pt idx="0">
                  <c:v>0.011537948465</c:v>
                </c:pt>
                <c:pt idx="1">
                  <c:v>0.0166509351438</c:v>
                </c:pt>
                <c:pt idx="2">
                  <c:v>0.0227387992999</c:v>
                </c:pt>
                <c:pt idx="3">
                  <c:v>0.0298561310792</c:v>
                </c:pt>
                <c:pt idx="4">
                  <c:v>0.0380457115691</c:v>
                </c:pt>
                <c:pt idx="5">
                  <c:v>0.0475535383383</c:v>
                </c:pt>
                <c:pt idx="6">
                  <c:v>0.0589491688159</c:v>
                </c:pt>
                <c:pt idx="7">
                  <c:v>0.0709692939861</c:v>
                </c:pt>
                <c:pt idx="8">
                  <c:v>0.0825527020069</c:v>
                </c:pt>
                <c:pt idx="9">
                  <c:v>0.0970887919146</c:v>
                </c:pt>
                <c:pt idx="10">
                  <c:v>0.113293255754</c:v>
                </c:pt>
                <c:pt idx="11">
                  <c:v>0.127818170434</c:v>
                </c:pt>
                <c:pt idx="12">
                  <c:v>0.148675971586</c:v>
                </c:pt>
                <c:pt idx="13">
                  <c:v>0.172839849434</c:v>
                </c:pt>
                <c:pt idx="14">
                  <c:v>0.193681968571</c:v>
                </c:pt>
                <c:pt idx="15">
                  <c:v>0.210716581745</c:v>
                </c:pt>
                <c:pt idx="16">
                  <c:v>0.23109452013</c:v>
                </c:pt>
                <c:pt idx="17">
                  <c:v>0.261191498231</c:v>
                </c:pt>
                <c:pt idx="18">
                  <c:v>0.292664590896</c:v>
                </c:pt>
                <c:pt idx="19">
                  <c:v>0.313236506796</c:v>
                </c:pt>
                <c:pt idx="20">
                  <c:v>0.323874795325</c:v>
                </c:pt>
                <c:pt idx="21">
                  <c:v>0.332973877936</c:v>
                </c:pt>
                <c:pt idx="22">
                  <c:v>0.370901362846</c:v>
                </c:pt>
                <c:pt idx="23">
                  <c:v>0.44686102381</c:v>
                </c:pt>
                <c:pt idx="24">
                  <c:v>0.529925991034</c:v>
                </c:pt>
                <c:pt idx="25">
                  <c:v>0.622704045969</c:v>
                </c:pt>
                <c:pt idx="26">
                  <c:v>0.712304152734</c:v>
                </c:pt>
                <c:pt idx="27">
                  <c:v>0.791340733606</c:v>
                </c:pt>
                <c:pt idx="28">
                  <c:v>0.874866438621</c:v>
                </c:pt>
                <c:pt idx="29">
                  <c:v>0.939338495523</c:v>
                </c:pt>
                <c:pt idx="30">
                  <c:v>0.999094748306</c:v>
                </c:pt>
                <c:pt idx="31">
                  <c:v>1.05693057891</c:v>
                </c:pt>
                <c:pt idx="32">
                  <c:v>1.10181055135</c:v>
                </c:pt>
                <c:pt idx="33">
                  <c:v>1.1411089416</c:v>
                </c:pt>
                <c:pt idx="34">
                  <c:v>1.18245049858</c:v>
                </c:pt>
                <c:pt idx="35">
                  <c:v>1.23443860337</c:v>
                </c:pt>
                <c:pt idx="36">
                  <c:v>1.30101414931</c:v>
                </c:pt>
                <c:pt idx="37">
                  <c:v>1.38118859265</c:v>
                </c:pt>
                <c:pt idx="38">
                  <c:v>1.47602257487</c:v>
                </c:pt>
                <c:pt idx="39">
                  <c:v>1.58604692405</c:v>
                </c:pt>
                <c:pt idx="40">
                  <c:v>1.71115258094</c:v>
                </c:pt>
                <c:pt idx="41">
                  <c:v>1.84884276653</c:v>
                </c:pt>
                <c:pt idx="42">
                  <c:v>1.99420489715</c:v>
                </c:pt>
                <c:pt idx="43">
                  <c:v>2.14188599097</c:v>
                </c:pt>
                <c:pt idx="44">
                  <c:v>2.28771687984</c:v>
                </c:pt>
                <c:pt idx="45">
                  <c:v>2.43361132539</c:v>
                </c:pt>
                <c:pt idx="46">
                  <c:v>2.43361132539</c:v>
                </c:pt>
                <c:pt idx="47">
                  <c:v>2.84560258093</c:v>
                </c:pt>
                <c:pt idx="48">
                  <c:v>3.22998208349</c:v>
                </c:pt>
                <c:pt idx="49">
                  <c:v>3.63174956236</c:v>
                </c:pt>
                <c:pt idx="50">
                  <c:v>3.99543835858</c:v>
                </c:pt>
                <c:pt idx="51">
                  <c:v>4.27853726102</c:v>
                </c:pt>
                <c:pt idx="52">
                  <c:v>4.5564160075</c:v>
                </c:pt>
                <c:pt idx="53">
                  <c:v>4.76580722112</c:v>
                </c:pt>
                <c:pt idx="54">
                  <c:v>5.04120671694</c:v>
                </c:pt>
                <c:pt idx="55">
                  <c:v>5.27857303115</c:v>
                </c:pt>
                <c:pt idx="56">
                  <c:v>5.66447621458</c:v>
                </c:pt>
                <c:pt idx="57">
                  <c:v>5.9721162848</c:v>
                </c:pt>
                <c:pt idx="58">
                  <c:v>6.15606566272</c:v>
                </c:pt>
                <c:pt idx="59">
                  <c:v>6.17366598913</c:v>
                </c:pt>
                <c:pt idx="60">
                  <c:v>6.07622288393</c:v>
                </c:pt>
                <c:pt idx="61">
                  <c:v>5.93057543998</c:v>
                </c:pt>
                <c:pt idx="62">
                  <c:v>5.76750627719</c:v>
                </c:pt>
                <c:pt idx="63">
                  <c:v>5.75148905638</c:v>
                </c:pt>
                <c:pt idx="64">
                  <c:v>5.77140982547</c:v>
                </c:pt>
                <c:pt idx="65">
                  <c:v>5.76325921247</c:v>
                </c:pt>
                <c:pt idx="66">
                  <c:v>5.75198080708</c:v>
                </c:pt>
                <c:pt idx="67">
                  <c:v>5.78852111669</c:v>
                </c:pt>
                <c:pt idx="68">
                  <c:v>5.85825711946</c:v>
                </c:pt>
                <c:pt idx="69">
                  <c:v>5.93051646477</c:v>
                </c:pt>
                <c:pt idx="70">
                  <c:v>6.03258508263</c:v>
                </c:pt>
                <c:pt idx="71">
                  <c:v>6.13686674844</c:v>
                </c:pt>
                <c:pt idx="72">
                  <c:v>6.23925276236</c:v>
                </c:pt>
                <c:pt idx="73">
                  <c:v>6.34003908832</c:v>
                </c:pt>
                <c:pt idx="74">
                  <c:v>6.44581956694</c:v>
                </c:pt>
                <c:pt idx="75">
                  <c:v>6.57346434712</c:v>
                </c:pt>
                <c:pt idx="76">
                  <c:v>6.70278068591</c:v>
                </c:pt>
                <c:pt idx="77">
                  <c:v>6.83425241985</c:v>
                </c:pt>
                <c:pt idx="78">
                  <c:v>6.96718498011</c:v>
                </c:pt>
                <c:pt idx="79">
                  <c:v>7.10036812426</c:v>
                </c:pt>
                <c:pt idx="80">
                  <c:v>7.25699280096</c:v>
                </c:pt>
                <c:pt idx="81">
                  <c:v>7.41096571554</c:v>
                </c:pt>
                <c:pt idx="82">
                  <c:v>7.56123606558</c:v>
                </c:pt>
                <c:pt idx="83">
                  <c:v>7.70682485166</c:v>
                </c:pt>
                <c:pt idx="84">
                  <c:v>7.84731625807</c:v>
                </c:pt>
                <c:pt idx="85">
                  <c:v>8.00643512027</c:v>
                </c:pt>
                <c:pt idx="86">
                  <c:v>8.15665417254</c:v>
                </c:pt>
                <c:pt idx="87">
                  <c:v>8.29596973051</c:v>
                </c:pt>
                <c:pt idx="88">
                  <c:v>8.4227891061</c:v>
                </c:pt>
                <c:pt idx="89">
                  <c:v>8.55014474375</c:v>
                </c:pt>
                <c:pt idx="90">
                  <c:v>8.67596148548</c:v>
                </c:pt>
                <c:pt idx="91">
                  <c:v>8.7855012301</c:v>
                </c:pt>
                <c:pt idx="92">
                  <c:v>8.87913747042</c:v>
                </c:pt>
                <c:pt idx="93">
                  <c:v>8.96692594202</c:v>
                </c:pt>
                <c:pt idx="94">
                  <c:v>9.05862341661</c:v>
                </c:pt>
                <c:pt idx="95">
                  <c:v>9.13640745542</c:v>
                </c:pt>
              </c:numCache>
            </c:numRef>
          </c:yVal>
        </c:ser>
        <c:ser>
          <c:idx val="16"/>
          <c:order val="16"/>
          <c:tx>
            <c:v>Run 17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Data'!$AG$2:$AG$97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Data'!$AH$2:$AH$97</c:f>
              <c:numCache>
                <c:formatCode>0</c:formatCode>
                <c:ptCount val="96"/>
                <c:pt idx="0">
                  <c:v>0.0131862268171</c:v>
                </c:pt>
                <c:pt idx="1">
                  <c:v>0.0190296401643</c:v>
                </c:pt>
                <c:pt idx="2">
                  <c:v>0.0259871991999</c:v>
                </c:pt>
                <c:pt idx="3">
                  <c:v>0.0341212926619</c:v>
                </c:pt>
                <c:pt idx="4">
                  <c:v>0.0434808132219</c:v>
                </c:pt>
                <c:pt idx="5">
                  <c:v>0.054346900958</c:v>
                </c:pt>
                <c:pt idx="6">
                  <c:v>0.0673704786467</c:v>
                </c:pt>
                <c:pt idx="7">
                  <c:v>0.0811077645556</c:v>
                </c:pt>
                <c:pt idx="8">
                  <c:v>0.0943459451507</c:v>
                </c:pt>
                <c:pt idx="9">
                  <c:v>0.110958619331</c:v>
                </c:pt>
                <c:pt idx="10">
                  <c:v>0.129478006576</c:v>
                </c:pt>
                <c:pt idx="11">
                  <c:v>0.146077909068</c:v>
                </c:pt>
                <c:pt idx="12">
                  <c:v>0.169915396099</c:v>
                </c:pt>
                <c:pt idx="13">
                  <c:v>0.197531256496</c:v>
                </c:pt>
                <c:pt idx="14">
                  <c:v>0.221350821225</c:v>
                </c:pt>
                <c:pt idx="15">
                  <c:v>0.240818950566</c:v>
                </c:pt>
                <c:pt idx="16">
                  <c:v>0.264108023006</c:v>
                </c:pt>
                <c:pt idx="17">
                  <c:v>0.298504569406</c:v>
                </c:pt>
                <c:pt idx="18">
                  <c:v>0.334473818167</c:v>
                </c:pt>
                <c:pt idx="19">
                  <c:v>0.357984579195</c:v>
                </c:pt>
                <c:pt idx="20">
                  <c:v>0.370142623228</c:v>
                </c:pt>
                <c:pt idx="21">
                  <c:v>0.380541574785</c:v>
                </c:pt>
                <c:pt idx="22">
                  <c:v>0.423887271824</c:v>
                </c:pt>
                <c:pt idx="23">
                  <c:v>0.510698312925</c:v>
                </c:pt>
                <c:pt idx="24">
                  <c:v>0.605629704039</c:v>
                </c:pt>
                <c:pt idx="25">
                  <c:v>0.711661766822</c:v>
                </c:pt>
                <c:pt idx="26">
                  <c:v>0.814061888839</c:v>
                </c:pt>
                <c:pt idx="27">
                  <c:v>0.904389409836</c:v>
                </c:pt>
                <c:pt idx="28">
                  <c:v>0.999847358424</c:v>
                </c:pt>
                <c:pt idx="29">
                  <c:v>1.07352970917</c:v>
                </c:pt>
                <c:pt idx="30">
                  <c:v>1.14182256949</c:v>
                </c:pt>
                <c:pt idx="31">
                  <c:v>1.20792066162</c:v>
                </c:pt>
                <c:pt idx="32">
                  <c:v>1.25921205869</c:v>
                </c:pt>
                <c:pt idx="33">
                  <c:v>1.30412450468</c:v>
                </c:pt>
                <c:pt idx="34">
                  <c:v>1.35137199838</c:v>
                </c:pt>
                <c:pt idx="35">
                  <c:v>1.41078697528</c:v>
                </c:pt>
                <c:pt idx="36">
                  <c:v>1.4868733135</c:v>
                </c:pt>
                <c:pt idx="37">
                  <c:v>1.57850124875</c:v>
                </c:pt>
                <c:pt idx="38">
                  <c:v>1.68688294271</c:v>
                </c:pt>
                <c:pt idx="39">
                  <c:v>1.81262505606</c:v>
                </c:pt>
                <c:pt idx="40">
                  <c:v>1.95560294964</c:v>
                </c:pt>
                <c:pt idx="41">
                  <c:v>2.11296316174</c:v>
                </c:pt>
                <c:pt idx="42">
                  <c:v>2.27909131102</c:v>
                </c:pt>
                <c:pt idx="43">
                  <c:v>2.44786970397</c:v>
                </c:pt>
                <c:pt idx="44">
                  <c:v>2.61453357696</c:v>
                </c:pt>
                <c:pt idx="45">
                  <c:v>2.78127008616</c:v>
                </c:pt>
                <c:pt idx="46">
                  <c:v>2.78127008616</c:v>
                </c:pt>
                <c:pt idx="47">
                  <c:v>3.25211723534</c:v>
                </c:pt>
                <c:pt idx="48">
                  <c:v>3.69140809542</c:v>
                </c:pt>
                <c:pt idx="49">
                  <c:v>4.15057092841</c:v>
                </c:pt>
                <c:pt idx="50">
                  <c:v>4.56621526694</c:v>
                </c:pt>
                <c:pt idx="51">
                  <c:v>4.88975686973</c:v>
                </c:pt>
                <c:pt idx="52">
                  <c:v>5.20733258</c:v>
                </c:pt>
                <c:pt idx="53">
                  <c:v>5.44663682414</c:v>
                </c:pt>
                <c:pt idx="54">
                  <c:v>5.76137910507</c:v>
                </c:pt>
                <c:pt idx="55">
                  <c:v>6.03265489274</c:v>
                </c:pt>
                <c:pt idx="56">
                  <c:v>6.47368710238</c:v>
                </c:pt>
                <c:pt idx="57">
                  <c:v>6.82527575406</c:v>
                </c:pt>
                <c:pt idx="58">
                  <c:v>7.03550361454</c:v>
                </c:pt>
                <c:pt idx="59">
                  <c:v>7.05561827329</c:v>
                </c:pt>
                <c:pt idx="60">
                  <c:v>6.9442547245</c:v>
                </c:pt>
                <c:pt idx="61">
                  <c:v>6.77780050284</c:v>
                </c:pt>
                <c:pt idx="62">
                  <c:v>6.59143574536</c:v>
                </c:pt>
                <c:pt idx="63">
                  <c:v>6.57313035015</c:v>
                </c:pt>
                <c:pt idx="64">
                  <c:v>6.59589694339</c:v>
                </c:pt>
                <c:pt idx="65">
                  <c:v>6.5865819571</c:v>
                </c:pt>
                <c:pt idx="66">
                  <c:v>6.57369235095</c:v>
                </c:pt>
                <c:pt idx="67">
                  <c:v>6.61545270479</c:v>
                </c:pt>
                <c:pt idx="68">
                  <c:v>6.69515099366</c:v>
                </c:pt>
                <c:pt idx="69">
                  <c:v>6.77773310259</c:v>
                </c:pt>
                <c:pt idx="70">
                  <c:v>6.89438295157</c:v>
                </c:pt>
                <c:pt idx="71">
                  <c:v>7.01356199822</c:v>
                </c:pt>
                <c:pt idx="72">
                  <c:v>7.13057458555</c:v>
                </c:pt>
                <c:pt idx="73">
                  <c:v>7.24575895808</c:v>
                </c:pt>
                <c:pt idx="74">
                  <c:v>7.36665093364</c:v>
                </c:pt>
                <c:pt idx="75">
                  <c:v>7.51253068242</c:v>
                </c:pt>
                <c:pt idx="76">
                  <c:v>7.6603207839</c:v>
                </c:pt>
                <c:pt idx="77">
                  <c:v>7.81057419412</c:v>
                </c:pt>
                <c:pt idx="78">
                  <c:v>7.96249712013</c:v>
                </c:pt>
                <c:pt idx="79">
                  <c:v>8.11470642773</c:v>
                </c:pt>
                <c:pt idx="80">
                  <c:v>8.29370605824</c:v>
                </c:pt>
                <c:pt idx="81">
                  <c:v>8.46967510348</c:v>
                </c:pt>
                <c:pt idx="82">
                  <c:v>8.64141264637</c:v>
                </c:pt>
                <c:pt idx="83">
                  <c:v>8.80779983047</c:v>
                </c:pt>
                <c:pt idx="84">
                  <c:v>8.96836143779</c:v>
                </c:pt>
                <c:pt idx="85">
                  <c:v>9.15021156602</c:v>
                </c:pt>
                <c:pt idx="86">
                  <c:v>9.32189048291</c:v>
                </c:pt>
                <c:pt idx="87">
                  <c:v>9.48110826345</c:v>
                </c:pt>
                <c:pt idx="88">
                  <c:v>9.62604469269</c:v>
                </c:pt>
                <c:pt idx="89">
                  <c:v>9.77159399286</c:v>
                </c:pt>
                <c:pt idx="90">
                  <c:v>9.91538455483</c:v>
                </c:pt>
                <c:pt idx="91">
                  <c:v>10.0405728344</c:v>
                </c:pt>
                <c:pt idx="92">
                  <c:v>10.1475856805</c:v>
                </c:pt>
                <c:pt idx="93">
                  <c:v>10.2479153623</c:v>
                </c:pt>
                <c:pt idx="94">
                  <c:v>10.3527124761</c:v>
                </c:pt>
                <c:pt idx="95">
                  <c:v>10.4416085205</c:v>
                </c:pt>
              </c:numCache>
            </c:numRef>
          </c:yVal>
        </c:ser>
        <c:ser>
          <c:idx val="17"/>
          <c:order val="17"/>
          <c:tx>
            <c:v>Run 18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Data'!$AI$2:$AI$97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Data'!$AJ$2:$AJ$97</c:f>
              <c:numCache>
                <c:formatCode>0</c:formatCode>
                <c:ptCount val="96"/>
                <c:pt idx="0">
                  <c:v>0.0148345051693</c:v>
                </c:pt>
                <c:pt idx="1">
                  <c:v>0.0214083451848</c:v>
                </c:pt>
                <c:pt idx="2">
                  <c:v>0.0292355990999</c:v>
                </c:pt>
                <c:pt idx="3">
                  <c:v>0.0383864542447</c:v>
                </c:pt>
                <c:pt idx="4">
                  <c:v>0.0489159148746</c:v>
                </c:pt>
                <c:pt idx="5">
                  <c:v>0.0611402635778</c:v>
                </c:pt>
                <c:pt idx="6">
                  <c:v>0.0757917884776</c:v>
                </c:pt>
                <c:pt idx="7">
                  <c:v>0.091246235125</c:v>
                </c:pt>
                <c:pt idx="8">
                  <c:v>0.106139188295</c:v>
                </c:pt>
                <c:pt idx="9">
                  <c:v>0.124828446747</c:v>
                </c:pt>
                <c:pt idx="10">
                  <c:v>0.145662757398</c:v>
                </c:pt>
                <c:pt idx="11">
                  <c:v>0.164337647701</c:v>
                </c:pt>
                <c:pt idx="12">
                  <c:v>0.191154820611</c:v>
                </c:pt>
                <c:pt idx="13">
                  <c:v>0.222222663558</c:v>
                </c:pt>
                <c:pt idx="14">
                  <c:v>0.249019673878</c:v>
                </c:pt>
                <c:pt idx="15">
                  <c:v>0.270921319387</c:v>
                </c:pt>
                <c:pt idx="16">
                  <c:v>0.297121525882</c:v>
                </c:pt>
                <c:pt idx="17">
                  <c:v>0.335817640582</c:v>
                </c:pt>
                <c:pt idx="18">
                  <c:v>0.376283045438</c:v>
                </c:pt>
                <c:pt idx="19">
                  <c:v>0.402732651595</c:v>
                </c:pt>
                <c:pt idx="20">
                  <c:v>0.416410451132</c:v>
                </c:pt>
                <c:pt idx="21">
                  <c:v>0.428109271633</c:v>
                </c:pt>
                <c:pt idx="22">
                  <c:v>0.476873180802</c:v>
                </c:pt>
                <c:pt idx="23">
                  <c:v>0.574535602041</c:v>
                </c:pt>
                <c:pt idx="24">
                  <c:v>0.681333417044</c:v>
                </c:pt>
                <c:pt idx="25">
                  <c:v>0.800619487674</c:v>
                </c:pt>
                <c:pt idx="26">
                  <c:v>0.915819624944</c:v>
                </c:pt>
                <c:pt idx="27">
                  <c:v>1.01743808607</c:v>
                </c:pt>
                <c:pt idx="28">
                  <c:v>1.12482827823</c:v>
                </c:pt>
                <c:pt idx="29">
                  <c:v>1.20772092282</c:v>
                </c:pt>
                <c:pt idx="30">
                  <c:v>1.28455039068</c:v>
                </c:pt>
                <c:pt idx="31">
                  <c:v>1.35891074432</c:v>
                </c:pt>
                <c:pt idx="32">
                  <c:v>1.41661356603</c:v>
                </c:pt>
                <c:pt idx="33">
                  <c:v>1.46714006777</c:v>
                </c:pt>
                <c:pt idx="34">
                  <c:v>1.52029349818</c:v>
                </c:pt>
                <c:pt idx="35">
                  <c:v>1.58713534719</c:v>
                </c:pt>
                <c:pt idx="36">
                  <c:v>1.67273247768</c:v>
                </c:pt>
                <c:pt idx="37">
                  <c:v>1.77581390484</c:v>
                </c:pt>
                <c:pt idx="38">
                  <c:v>1.89774331055</c:v>
                </c:pt>
                <c:pt idx="39">
                  <c:v>2.03920318806</c:v>
                </c:pt>
                <c:pt idx="40">
                  <c:v>2.20005331835</c:v>
                </c:pt>
                <c:pt idx="41">
                  <c:v>2.37708355696</c:v>
                </c:pt>
                <c:pt idx="42">
                  <c:v>2.5639777249</c:v>
                </c:pt>
                <c:pt idx="43">
                  <c:v>2.75385341696</c:v>
                </c:pt>
                <c:pt idx="44">
                  <c:v>2.94135027408</c:v>
                </c:pt>
                <c:pt idx="45">
                  <c:v>3.12892884693</c:v>
                </c:pt>
                <c:pt idx="46">
                  <c:v>3.12892884693</c:v>
                </c:pt>
                <c:pt idx="47">
                  <c:v>3.65863188976</c:v>
                </c:pt>
                <c:pt idx="48">
                  <c:v>4.15283410734</c:v>
                </c:pt>
                <c:pt idx="49">
                  <c:v>4.66939229446</c:v>
                </c:pt>
                <c:pt idx="50">
                  <c:v>5.13699217531</c:v>
                </c:pt>
                <c:pt idx="51">
                  <c:v>5.50097647845</c:v>
                </c:pt>
                <c:pt idx="52">
                  <c:v>5.8582491525</c:v>
                </c:pt>
                <c:pt idx="53">
                  <c:v>6.12746642715</c:v>
                </c:pt>
                <c:pt idx="54">
                  <c:v>6.48155149321</c:v>
                </c:pt>
                <c:pt idx="55">
                  <c:v>6.78673675434</c:v>
                </c:pt>
                <c:pt idx="56">
                  <c:v>7.28289799018</c:v>
                </c:pt>
                <c:pt idx="57">
                  <c:v>7.67843522331</c:v>
                </c:pt>
                <c:pt idx="58">
                  <c:v>7.91494156636</c:v>
                </c:pt>
                <c:pt idx="59">
                  <c:v>7.93757055745</c:v>
                </c:pt>
                <c:pt idx="60">
                  <c:v>7.81228656506</c:v>
                </c:pt>
                <c:pt idx="61">
                  <c:v>7.62502556569</c:v>
                </c:pt>
                <c:pt idx="62">
                  <c:v>7.41536521353</c:v>
                </c:pt>
                <c:pt idx="63">
                  <c:v>7.39477164392</c:v>
                </c:pt>
                <c:pt idx="64">
                  <c:v>7.42038406131</c:v>
                </c:pt>
                <c:pt idx="65">
                  <c:v>7.40990470174</c:v>
                </c:pt>
                <c:pt idx="66">
                  <c:v>7.39540389481</c:v>
                </c:pt>
                <c:pt idx="67">
                  <c:v>7.44238429288</c:v>
                </c:pt>
                <c:pt idx="68">
                  <c:v>7.53204486787</c:v>
                </c:pt>
                <c:pt idx="69">
                  <c:v>7.62494974042</c:v>
                </c:pt>
                <c:pt idx="70">
                  <c:v>7.75618082052</c:v>
                </c:pt>
                <c:pt idx="71">
                  <c:v>7.89025724799</c:v>
                </c:pt>
                <c:pt idx="72">
                  <c:v>8.02189640874</c:v>
                </c:pt>
                <c:pt idx="73">
                  <c:v>8.15147882784</c:v>
                </c:pt>
                <c:pt idx="74">
                  <c:v>8.28748230035</c:v>
                </c:pt>
                <c:pt idx="75">
                  <c:v>8.45159701773</c:v>
                </c:pt>
                <c:pt idx="76">
                  <c:v>8.61786088188</c:v>
                </c:pt>
                <c:pt idx="77">
                  <c:v>8.78689596838</c:v>
                </c:pt>
                <c:pt idx="78">
                  <c:v>8.95780926015</c:v>
                </c:pt>
                <c:pt idx="79">
                  <c:v>9.12904473119</c:v>
                </c:pt>
                <c:pt idx="80">
                  <c:v>9.33041931553</c:v>
                </c:pt>
                <c:pt idx="81">
                  <c:v>9.52838449141</c:v>
                </c:pt>
                <c:pt idx="82">
                  <c:v>9.72158922717</c:v>
                </c:pt>
                <c:pt idx="83">
                  <c:v>9.90877480927</c:v>
                </c:pt>
                <c:pt idx="84">
                  <c:v>10.0894066175</c:v>
                </c:pt>
                <c:pt idx="85">
                  <c:v>10.2939880118</c:v>
                </c:pt>
                <c:pt idx="86">
                  <c:v>10.4871267933</c:v>
                </c:pt>
                <c:pt idx="87">
                  <c:v>10.6662467964</c:v>
                </c:pt>
                <c:pt idx="88">
                  <c:v>10.8293002793</c:v>
                </c:pt>
                <c:pt idx="89">
                  <c:v>10.993043242</c:v>
                </c:pt>
                <c:pt idx="90">
                  <c:v>11.1548076242</c:v>
                </c:pt>
                <c:pt idx="91">
                  <c:v>11.2956444387</c:v>
                </c:pt>
                <c:pt idx="92">
                  <c:v>11.4160338905</c:v>
                </c:pt>
                <c:pt idx="93">
                  <c:v>11.5289047826</c:v>
                </c:pt>
                <c:pt idx="94">
                  <c:v>11.6468015356</c:v>
                </c:pt>
                <c:pt idx="95">
                  <c:v>11.7468095855</c:v>
                </c:pt>
              </c:numCache>
            </c:numRef>
          </c:yVal>
        </c:ser>
        <c:ser>
          <c:idx val="18"/>
          <c:order val="18"/>
          <c:tx>
            <c:v>Run 19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Data'!$AK$2:$AK$97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Data'!$AL$2:$AL$97</c:f>
              <c:numCache>
                <c:formatCode>0</c:formatCode>
                <c:ptCount val="96"/>
                <c:pt idx="0">
                  <c:v>0.0164827835214</c:v>
                </c:pt>
                <c:pt idx="1">
                  <c:v>0.0237870502054</c:v>
                </c:pt>
                <c:pt idx="2">
                  <c:v>0.0324839989999</c:v>
                </c:pt>
                <c:pt idx="3">
                  <c:v>0.0426516158274</c:v>
                </c:pt>
                <c:pt idx="4">
                  <c:v>0.0543510165273</c:v>
                </c:pt>
                <c:pt idx="5">
                  <c:v>0.0679336261975</c:v>
                </c:pt>
                <c:pt idx="6">
                  <c:v>0.0842130983084</c:v>
                </c:pt>
                <c:pt idx="7">
                  <c:v>0.101384705694</c:v>
                </c:pt>
                <c:pt idx="8">
                  <c:v>0.117932431438</c:v>
                </c:pt>
                <c:pt idx="9">
                  <c:v>0.138698274164</c:v>
                </c:pt>
                <c:pt idx="10">
                  <c:v>0.16184750822</c:v>
                </c:pt>
                <c:pt idx="11">
                  <c:v>0.182597386334</c:v>
                </c:pt>
                <c:pt idx="12">
                  <c:v>0.212394245123</c:v>
                </c:pt>
                <c:pt idx="13">
                  <c:v>0.246914070621</c:v>
                </c:pt>
                <c:pt idx="14">
                  <c:v>0.276688526531</c:v>
                </c:pt>
                <c:pt idx="15">
                  <c:v>0.301023688207</c:v>
                </c:pt>
                <c:pt idx="16">
                  <c:v>0.330135028758</c:v>
                </c:pt>
                <c:pt idx="17">
                  <c:v>0.373130711758</c:v>
                </c:pt>
                <c:pt idx="18">
                  <c:v>0.418092272709</c:v>
                </c:pt>
                <c:pt idx="19">
                  <c:v>0.447480723994</c:v>
                </c:pt>
                <c:pt idx="20">
                  <c:v>0.462678279036</c:v>
                </c:pt>
                <c:pt idx="21">
                  <c:v>0.475676968481</c:v>
                </c:pt>
                <c:pt idx="22">
                  <c:v>0.52985908978</c:v>
                </c:pt>
                <c:pt idx="23">
                  <c:v>0.638372891157</c:v>
                </c:pt>
                <c:pt idx="24">
                  <c:v>0.757037130048</c:v>
                </c:pt>
                <c:pt idx="25">
                  <c:v>0.889577208527</c:v>
                </c:pt>
                <c:pt idx="26">
                  <c:v>1.01757736105</c:v>
                </c:pt>
                <c:pt idx="27">
                  <c:v>1.13048676229</c:v>
                </c:pt>
                <c:pt idx="28">
                  <c:v>1.24980919803</c:v>
                </c:pt>
                <c:pt idx="29">
                  <c:v>1.34191213646</c:v>
                </c:pt>
                <c:pt idx="30">
                  <c:v>1.42727821187</c:v>
                </c:pt>
                <c:pt idx="31">
                  <c:v>1.50990082702</c:v>
                </c:pt>
                <c:pt idx="32">
                  <c:v>1.57401507336</c:v>
                </c:pt>
                <c:pt idx="33">
                  <c:v>1.63015563085</c:v>
                </c:pt>
                <c:pt idx="34">
                  <c:v>1.68921499797</c:v>
                </c:pt>
                <c:pt idx="35">
                  <c:v>1.7634837191</c:v>
                </c:pt>
                <c:pt idx="36">
                  <c:v>1.85859164187</c:v>
                </c:pt>
                <c:pt idx="37">
                  <c:v>1.97312656093</c:v>
                </c:pt>
                <c:pt idx="38">
                  <c:v>2.10860367839</c:v>
                </c:pt>
                <c:pt idx="39">
                  <c:v>2.26578132007</c:v>
                </c:pt>
                <c:pt idx="40">
                  <c:v>2.44450368705</c:v>
                </c:pt>
                <c:pt idx="41">
                  <c:v>2.64120395218</c:v>
                </c:pt>
                <c:pt idx="42">
                  <c:v>2.84886413878</c:v>
                </c:pt>
                <c:pt idx="43">
                  <c:v>3.05983712996</c:v>
                </c:pt>
                <c:pt idx="44">
                  <c:v>3.2681669712</c:v>
                </c:pt>
                <c:pt idx="45">
                  <c:v>3.4765876077</c:v>
                </c:pt>
                <c:pt idx="46">
                  <c:v>3.4765876077</c:v>
                </c:pt>
                <c:pt idx="47">
                  <c:v>4.06514654418</c:v>
                </c:pt>
                <c:pt idx="48">
                  <c:v>4.61426011927</c:v>
                </c:pt>
                <c:pt idx="49">
                  <c:v>5.18821366051</c:v>
                </c:pt>
                <c:pt idx="50">
                  <c:v>5.70776908368</c:v>
                </c:pt>
                <c:pt idx="51">
                  <c:v>6.11219608717</c:v>
                </c:pt>
                <c:pt idx="52">
                  <c:v>6.509165725</c:v>
                </c:pt>
                <c:pt idx="53">
                  <c:v>6.80829603017</c:v>
                </c:pt>
                <c:pt idx="54">
                  <c:v>7.20172388134</c:v>
                </c:pt>
                <c:pt idx="55">
                  <c:v>7.54081861593</c:v>
                </c:pt>
                <c:pt idx="56">
                  <c:v>8.09210887798</c:v>
                </c:pt>
                <c:pt idx="57">
                  <c:v>8.53159469257</c:v>
                </c:pt>
                <c:pt idx="58">
                  <c:v>8.79437951818</c:v>
                </c:pt>
                <c:pt idx="59">
                  <c:v>8.81952284162</c:v>
                </c:pt>
                <c:pt idx="60">
                  <c:v>8.68031840562</c:v>
                </c:pt>
                <c:pt idx="61">
                  <c:v>8.47225062854</c:v>
                </c:pt>
                <c:pt idx="62">
                  <c:v>8.2392946817</c:v>
                </c:pt>
                <c:pt idx="63">
                  <c:v>8.21641293769</c:v>
                </c:pt>
                <c:pt idx="64">
                  <c:v>8.24487117924</c:v>
                </c:pt>
                <c:pt idx="65">
                  <c:v>8.23322744638</c:v>
                </c:pt>
                <c:pt idx="66">
                  <c:v>8.21711543868</c:v>
                </c:pt>
                <c:pt idx="67">
                  <c:v>8.26931588098</c:v>
                </c:pt>
                <c:pt idx="68">
                  <c:v>8.36893874208</c:v>
                </c:pt>
                <c:pt idx="69">
                  <c:v>8.47216637824</c:v>
                </c:pt>
                <c:pt idx="70">
                  <c:v>8.61797868947</c:v>
                </c:pt>
                <c:pt idx="71">
                  <c:v>8.76695249777</c:v>
                </c:pt>
                <c:pt idx="72">
                  <c:v>8.91321823194</c:v>
                </c:pt>
                <c:pt idx="73">
                  <c:v>9.0571986976</c:v>
                </c:pt>
                <c:pt idx="74">
                  <c:v>9.20831366705</c:v>
                </c:pt>
                <c:pt idx="75">
                  <c:v>9.39066335303</c:v>
                </c:pt>
                <c:pt idx="76">
                  <c:v>9.57540097987</c:v>
                </c:pt>
                <c:pt idx="77">
                  <c:v>9.76321774265</c:v>
                </c:pt>
                <c:pt idx="78">
                  <c:v>9.95312140016</c:v>
                </c:pt>
                <c:pt idx="79">
                  <c:v>10.1433830347</c:v>
                </c:pt>
                <c:pt idx="80">
                  <c:v>10.3671325728</c:v>
                </c:pt>
                <c:pt idx="81">
                  <c:v>10.5870938793</c:v>
                </c:pt>
                <c:pt idx="82">
                  <c:v>10.801765808</c:v>
                </c:pt>
                <c:pt idx="83">
                  <c:v>11.0097497881</c:v>
                </c:pt>
                <c:pt idx="84">
                  <c:v>11.2104517972</c:v>
                </c:pt>
                <c:pt idx="85">
                  <c:v>11.4377644575</c:v>
                </c:pt>
                <c:pt idx="86">
                  <c:v>11.6523631036</c:v>
                </c:pt>
                <c:pt idx="87">
                  <c:v>11.8513853293</c:v>
                </c:pt>
                <c:pt idx="88">
                  <c:v>12.0325558659</c:v>
                </c:pt>
                <c:pt idx="89">
                  <c:v>12.2144924911</c:v>
                </c:pt>
                <c:pt idx="90">
                  <c:v>12.3942306935</c:v>
                </c:pt>
                <c:pt idx="91">
                  <c:v>12.550716043</c:v>
                </c:pt>
                <c:pt idx="92">
                  <c:v>12.6844821006</c:v>
                </c:pt>
                <c:pt idx="93">
                  <c:v>12.8098942029</c:v>
                </c:pt>
                <c:pt idx="94">
                  <c:v>12.9408905952</c:v>
                </c:pt>
                <c:pt idx="95">
                  <c:v>13.0520106506</c:v>
                </c:pt>
              </c:numCache>
            </c:numRef>
          </c:yVal>
        </c:ser>
        <c:ser>
          <c:idx val="19"/>
          <c:order val="19"/>
          <c:tx>
            <c:v>Run 20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Data'!$AM$2:$AM$97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Data'!$AN$2:$AN$97</c:f>
              <c:numCache>
                <c:formatCode>0</c:formatCode>
                <c:ptCount val="96"/>
                <c:pt idx="0">
                  <c:v>0.0181310618736</c:v>
                </c:pt>
                <c:pt idx="1">
                  <c:v>0.0261657552259</c:v>
                </c:pt>
                <c:pt idx="2">
                  <c:v>0.0357323988999</c:v>
                </c:pt>
                <c:pt idx="3">
                  <c:v>0.0469167774101</c:v>
                </c:pt>
                <c:pt idx="4">
                  <c:v>0.0597861181801</c:v>
                </c:pt>
                <c:pt idx="5">
                  <c:v>0.0747269888173</c:v>
                </c:pt>
                <c:pt idx="6">
                  <c:v>0.0926344081392</c:v>
                </c:pt>
                <c:pt idx="7">
                  <c:v>0.111523176264</c:v>
                </c:pt>
                <c:pt idx="8">
                  <c:v>0.129725674582</c:v>
                </c:pt>
                <c:pt idx="9">
                  <c:v>0.15256810158</c:v>
                </c:pt>
                <c:pt idx="10">
                  <c:v>0.178032259042</c:v>
                </c:pt>
                <c:pt idx="11">
                  <c:v>0.200857124968</c:v>
                </c:pt>
                <c:pt idx="12">
                  <c:v>0.233633669636</c:v>
                </c:pt>
                <c:pt idx="13">
                  <c:v>0.271605477683</c:v>
                </c:pt>
                <c:pt idx="14">
                  <c:v>0.304357379184</c:v>
                </c:pt>
                <c:pt idx="15">
                  <c:v>0.331126057028</c:v>
                </c:pt>
                <c:pt idx="16">
                  <c:v>0.363148531633</c:v>
                </c:pt>
                <c:pt idx="17">
                  <c:v>0.410443782934</c:v>
                </c:pt>
                <c:pt idx="18">
                  <c:v>0.45990149998</c:v>
                </c:pt>
                <c:pt idx="19">
                  <c:v>0.492228796394</c:v>
                </c:pt>
                <c:pt idx="20">
                  <c:v>0.508946106939</c:v>
                </c:pt>
                <c:pt idx="21">
                  <c:v>0.523244665329</c:v>
                </c:pt>
                <c:pt idx="22">
                  <c:v>0.582844998757</c:v>
                </c:pt>
                <c:pt idx="23">
                  <c:v>0.702210180272</c:v>
                </c:pt>
                <c:pt idx="24">
                  <c:v>0.832740843053</c:v>
                </c:pt>
                <c:pt idx="25">
                  <c:v>0.97853492938</c:v>
                </c:pt>
                <c:pt idx="26">
                  <c:v>1.11933509715</c:v>
                </c:pt>
                <c:pt idx="27">
                  <c:v>1.24353543852</c:v>
                </c:pt>
                <c:pt idx="28">
                  <c:v>1.37479011783</c:v>
                </c:pt>
                <c:pt idx="29">
                  <c:v>1.47610335011</c:v>
                </c:pt>
                <c:pt idx="30">
                  <c:v>1.57000603305</c:v>
                </c:pt>
                <c:pt idx="31">
                  <c:v>1.66089090972</c:v>
                </c:pt>
                <c:pt idx="32">
                  <c:v>1.7314165807</c:v>
                </c:pt>
                <c:pt idx="33">
                  <c:v>1.79317119394</c:v>
                </c:pt>
                <c:pt idx="34">
                  <c:v>1.85813649777</c:v>
                </c:pt>
                <c:pt idx="35">
                  <c:v>1.93983209101</c:v>
                </c:pt>
                <c:pt idx="36">
                  <c:v>2.04445080606</c:v>
                </c:pt>
                <c:pt idx="37">
                  <c:v>2.17043921703</c:v>
                </c:pt>
                <c:pt idx="38">
                  <c:v>2.31946404622</c:v>
                </c:pt>
                <c:pt idx="39">
                  <c:v>2.49235945208</c:v>
                </c:pt>
                <c:pt idx="40">
                  <c:v>2.68895405576</c:v>
                </c:pt>
                <c:pt idx="41">
                  <c:v>2.9053243474</c:v>
                </c:pt>
                <c:pt idx="42">
                  <c:v>3.13375055266</c:v>
                </c:pt>
                <c:pt idx="43">
                  <c:v>3.36582084295</c:v>
                </c:pt>
                <c:pt idx="44">
                  <c:v>3.59498366832</c:v>
                </c:pt>
                <c:pt idx="45">
                  <c:v>3.82424636847</c:v>
                </c:pt>
                <c:pt idx="46">
                  <c:v>3.82424636847</c:v>
                </c:pt>
                <c:pt idx="47">
                  <c:v>4.4716611986</c:v>
                </c:pt>
                <c:pt idx="48">
                  <c:v>5.0756861312</c:v>
                </c:pt>
                <c:pt idx="49">
                  <c:v>5.70703502656</c:v>
                </c:pt>
                <c:pt idx="50">
                  <c:v>6.27854599205</c:v>
                </c:pt>
                <c:pt idx="51">
                  <c:v>6.72341569588</c:v>
                </c:pt>
                <c:pt idx="52">
                  <c:v>7.16008229749</c:v>
                </c:pt>
                <c:pt idx="53">
                  <c:v>7.48912563319</c:v>
                </c:pt>
                <c:pt idx="54">
                  <c:v>7.92189626947</c:v>
                </c:pt>
                <c:pt idx="55">
                  <c:v>8.29490047752</c:v>
                </c:pt>
                <c:pt idx="56">
                  <c:v>8.90131976577</c:v>
                </c:pt>
                <c:pt idx="57">
                  <c:v>9.38475416183</c:v>
                </c:pt>
                <c:pt idx="58">
                  <c:v>9.67381746999</c:v>
                </c:pt>
                <c:pt idx="59">
                  <c:v>9.70147512578</c:v>
                </c:pt>
                <c:pt idx="60">
                  <c:v>9.54835024618</c:v>
                </c:pt>
                <c:pt idx="61">
                  <c:v>9.3194756914</c:v>
                </c:pt>
                <c:pt idx="62">
                  <c:v>9.06322414987</c:v>
                </c:pt>
                <c:pt idx="63">
                  <c:v>9.03805423145</c:v>
                </c:pt>
                <c:pt idx="64">
                  <c:v>9.06935829716</c:v>
                </c:pt>
                <c:pt idx="65">
                  <c:v>9.05655019102</c:v>
                </c:pt>
                <c:pt idx="66">
                  <c:v>9.03882698255</c:v>
                </c:pt>
                <c:pt idx="67">
                  <c:v>9.09624746908</c:v>
                </c:pt>
                <c:pt idx="68">
                  <c:v>9.20583261629</c:v>
                </c:pt>
                <c:pt idx="69">
                  <c:v>9.31938301607</c:v>
                </c:pt>
                <c:pt idx="70">
                  <c:v>9.47977655841</c:v>
                </c:pt>
                <c:pt idx="71">
                  <c:v>9.64364774755</c:v>
                </c:pt>
                <c:pt idx="72">
                  <c:v>9.80454005513</c:v>
                </c:pt>
                <c:pt idx="73">
                  <c:v>9.96291856737</c:v>
                </c:pt>
                <c:pt idx="74">
                  <c:v>10.1291450338</c:v>
                </c:pt>
                <c:pt idx="75">
                  <c:v>10.3297296883</c:v>
                </c:pt>
                <c:pt idx="76">
                  <c:v>10.5329410779</c:v>
                </c:pt>
                <c:pt idx="77">
                  <c:v>10.7395395169</c:v>
                </c:pt>
                <c:pt idx="78">
                  <c:v>10.9484335402</c:v>
                </c:pt>
                <c:pt idx="79">
                  <c:v>11.1577213381</c:v>
                </c:pt>
                <c:pt idx="80">
                  <c:v>11.4038458301</c:v>
                </c:pt>
                <c:pt idx="81">
                  <c:v>11.6458032673</c:v>
                </c:pt>
                <c:pt idx="82">
                  <c:v>11.8819423888</c:v>
                </c:pt>
                <c:pt idx="83">
                  <c:v>12.1107247669</c:v>
                </c:pt>
                <c:pt idx="84">
                  <c:v>12.331496977</c:v>
                </c:pt>
                <c:pt idx="85">
                  <c:v>12.5815409033</c:v>
                </c:pt>
                <c:pt idx="86">
                  <c:v>12.817599414</c:v>
                </c:pt>
                <c:pt idx="87">
                  <c:v>13.0365238622</c:v>
                </c:pt>
                <c:pt idx="88">
                  <c:v>13.2358114524</c:v>
                </c:pt>
                <c:pt idx="89">
                  <c:v>13.4359417402</c:v>
                </c:pt>
                <c:pt idx="90">
                  <c:v>13.6336537629</c:v>
                </c:pt>
                <c:pt idx="91">
                  <c:v>13.8057876473</c:v>
                </c:pt>
                <c:pt idx="92">
                  <c:v>13.9529303107</c:v>
                </c:pt>
                <c:pt idx="93">
                  <c:v>14.0908836232</c:v>
                </c:pt>
                <c:pt idx="94">
                  <c:v>14.2349796547</c:v>
                </c:pt>
                <c:pt idx="95">
                  <c:v>14.3572117157</c:v>
                </c:pt>
              </c:numCache>
            </c:numRef>
          </c:yVal>
        </c:ser>
        <c:ser>
          <c:idx val="20"/>
          <c:order val="20"/>
          <c:tx>
            <c:v>Run 21</c:v>
          </c:tx>
          <c:spPr>
            <a:ln xmlns:a="http://schemas.openxmlformats.org/drawingml/2006/main" w="10954">
              <a:solidFill>
                <a:srgbClr val="276B8E"/>
              </a:solidFill>
              <a:prstDash val="solid"/>
            </a:ln>
          </c:spPr>
          <c:xVal>
            <c:numRef>
              <c:f>'Chart Data'!$AO$2:$AO$97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Data'!$AP$2:$AP$97</c:f>
              <c:numCache>
                <c:formatCode>0</c:formatCode>
                <c:ptCount val="96"/>
                <c:pt idx="0">
                  <c:v>0.0197793402257</c:v>
                </c:pt>
                <c:pt idx="1">
                  <c:v>0.0285444602464</c:v>
                </c:pt>
                <c:pt idx="2">
                  <c:v>0.0389807987999</c:v>
                </c:pt>
                <c:pt idx="3">
                  <c:v>0.0511819389929</c:v>
                </c:pt>
                <c:pt idx="4">
                  <c:v>0.0652212198328</c:v>
                </c:pt>
                <c:pt idx="5">
                  <c:v>0.081520351437</c:v>
                </c:pt>
                <c:pt idx="6">
                  <c:v>0.10105571797</c:v>
                </c:pt>
                <c:pt idx="7">
                  <c:v>0.121661646833</c:v>
                </c:pt>
                <c:pt idx="8">
                  <c:v>0.141518917726</c:v>
                </c:pt>
                <c:pt idx="9">
                  <c:v>0.166437928997</c:v>
                </c:pt>
                <c:pt idx="10">
                  <c:v>0.194217009864</c:v>
                </c:pt>
                <c:pt idx="11">
                  <c:v>0.219116863601</c:v>
                </c:pt>
                <c:pt idx="12">
                  <c:v>0.254873094148</c:v>
                </c:pt>
                <c:pt idx="13">
                  <c:v>0.296296884745</c:v>
                </c:pt>
                <c:pt idx="14">
                  <c:v>0.332026231837</c:v>
                </c:pt>
                <c:pt idx="15">
                  <c:v>0.361228425849</c:v>
                </c:pt>
                <c:pt idx="16">
                  <c:v>0.396162034509</c:v>
                </c:pt>
                <c:pt idx="17">
                  <c:v>0.44775685411</c:v>
                </c:pt>
                <c:pt idx="18">
                  <c:v>0.501710727251</c:v>
                </c:pt>
                <c:pt idx="19">
                  <c:v>0.536976868793</c:v>
                </c:pt>
                <c:pt idx="20">
                  <c:v>0.555213934843</c:v>
                </c:pt>
                <c:pt idx="21">
                  <c:v>0.570812362177</c:v>
                </c:pt>
                <c:pt idx="22">
                  <c:v>0.635830907735</c:v>
                </c:pt>
                <c:pt idx="23">
                  <c:v>0.766047469388</c:v>
                </c:pt>
                <c:pt idx="24">
                  <c:v>0.908444556058</c:v>
                </c:pt>
                <c:pt idx="25">
                  <c:v>1.06749265023</c:v>
                </c:pt>
                <c:pt idx="26">
                  <c:v>1.22109283326</c:v>
                </c:pt>
                <c:pt idx="27">
                  <c:v>1.35658411475</c:v>
                </c:pt>
                <c:pt idx="28">
                  <c:v>1.49977103764</c:v>
                </c:pt>
                <c:pt idx="29">
                  <c:v>1.61029456375</c:v>
                </c:pt>
                <c:pt idx="30">
                  <c:v>1.71273385424</c:v>
                </c:pt>
                <c:pt idx="31">
                  <c:v>1.81188099242</c:v>
                </c:pt>
                <c:pt idx="32">
                  <c:v>1.88881808804</c:v>
                </c:pt>
                <c:pt idx="33">
                  <c:v>1.95618675702</c:v>
                </c:pt>
                <c:pt idx="34">
                  <c:v>2.02705799757</c:v>
                </c:pt>
                <c:pt idx="35">
                  <c:v>2.11618046292</c:v>
                </c:pt>
                <c:pt idx="36">
                  <c:v>2.23030997025</c:v>
                </c:pt>
                <c:pt idx="37">
                  <c:v>2.36775187312</c:v>
                </c:pt>
                <c:pt idx="38">
                  <c:v>2.53032441406</c:v>
                </c:pt>
                <c:pt idx="39">
                  <c:v>2.71893758408</c:v>
                </c:pt>
                <c:pt idx="40">
                  <c:v>2.93340442446</c:v>
                </c:pt>
                <c:pt idx="41">
                  <c:v>3.16944474261</c:v>
                </c:pt>
                <c:pt idx="42">
                  <c:v>3.41863696654</c:v>
                </c:pt>
                <c:pt idx="43">
                  <c:v>3.67180455595</c:v>
                </c:pt>
                <c:pt idx="44">
                  <c:v>3.92180036544</c:v>
                </c:pt>
                <c:pt idx="45">
                  <c:v>4.17190512924</c:v>
                </c:pt>
                <c:pt idx="46">
                  <c:v>4.17190512924</c:v>
                </c:pt>
                <c:pt idx="47">
                  <c:v>4.87817585302</c:v>
                </c:pt>
                <c:pt idx="48">
                  <c:v>5.53711214313</c:v>
                </c:pt>
                <c:pt idx="49">
                  <c:v>6.22585639261</c:v>
                </c:pt>
                <c:pt idx="50">
                  <c:v>6.84932290042</c:v>
                </c:pt>
                <c:pt idx="51">
                  <c:v>7.3346353046</c:v>
                </c:pt>
                <c:pt idx="52">
                  <c:v>7.81099886999</c:v>
                </c:pt>
                <c:pt idx="53">
                  <c:v>8.16995523621</c:v>
                </c:pt>
                <c:pt idx="54">
                  <c:v>8.64206865761</c:v>
                </c:pt>
                <c:pt idx="55">
                  <c:v>9.04898233911</c:v>
                </c:pt>
                <c:pt idx="56">
                  <c:v>9.71053065357</c:v>
                </c:pt>
                <c:pt idx="57">
                  <c:v>10.2379136311</c:v>
                </c:pt>
                <c:pt idx="58">
                  <c:v>10.5532554218</c:v>
                </c:pt>
                <c:pt idx="59">
                  <c:v>10.5834274099</c:v>
                </c:pt>
                <c:pt idx="60">
                  <c:v>10.4163820867</c:v>
                </c:pt>
                <c:pt idx="61">
                  <c:v>10.1667007543</c:v>
                </c:pt>
                <c:pt idx="62">
                  <c:v>9.88715361804</c:v>
                </c:pt>
                <c:pt idx="63">
                  <c:v>9.85969552522</c:v>
                </c:pt>
                <c:pt idx="64">
                  <c:v>9.89384541508</c:v>
                </c:pt>
                <c:pt idx="65">
                  <c:v>9.87987293566</c:v>
                </c:pt>
                <c:pt idx="66">
                  <c:v>9.86053852642</c:v>
                </c:pt>
                <c:pt idx="67">
                  <c:v>9.92317905718</c:v>
                </c:pt>
                <c:pt idx="68">
                  <c:v>10.0427264905</c:v>
                </c:pt>
                <c:pt idx="69">
                  <c:v>10.1665996539</c:v>
                </c:pt>
                <c:pt idx="70">
                  <c:v>10.3415744274</c:v>
                </c:pt>
                <c:pt idx="71">
                  <c:v>10.5203429973</c:v>
                </c:pt>
                <c:pt idx="72">
                  <c:v>10.6958618783</c:v>
                </c:pt>
                <c:pt idx="73">
                  <c:v>10.8686384371</c:v>
                </c:pt>
                <c:pt idx="74">
                  <c:v>11.0499764005</c:v>
                </c:pt>
                <c:pt idx="75">
                  <c:v>11.2687960236</c:v>
                </c:pt>
                <c:pt idx="76">
                  <c:v>11.4904811758</c:v>
                </c:pt>
                <c:pt idx="77">
                  <c:v>11.7158612912</c:v>
                </c:pt>
                <c:pt idx="78">
                  <c:v>11.9437456802</c:v>
                </c:pt>
                <c:pt idx="79">
                  <c:v>12.1720596416</c:v>
                </c:pt>
                <c:pt idx="80">
                  <c:v>12.4405590874</c:v>
                </c:pt>
                <c:pt idx="81">
                  <c:v>12.7045126552</c:v>
                </c:pt>
                <c:pt idx="82">
                  <c:v>12.9621189696</c:v>
                </c:pt>
                <c:pt idx="83">
                  <c:v>13.2116997457</c:v>
                </c:pt>
                <c:pt idx="84">
                  <c:v>13.4525421567</c:v>
                </c:pt>
                <c:pt idx="85">
                  <c:v>13.725317349</c:v>
                </c:pt>
                <c:pt idx="86">
                  <c:v>13.9828357244</c:v>
                </c:pt>
                <c:pt idx="87">
                  <c:v>14.2216623952</c:v>
                </c:pt>
                <c:pt idx="88">
                  <c:v>14.439067039</c:v>
                </c:pt>
                <c:pt idx="89">
                  <c:v>14.6573909893</c:v>
                </c:pt>
                <c:pt idx="90">
                  <c:v>14.8730768322</c:v>
                </c:pt>
                <c:pt idx="91">
                  <c:v>15.0608592516</c:v>
                </c:pt>
                <c:pt idx="92">
                  <c:v>15.2213785207</c:v>
                </c:pt>
                <c:pt idx="93">
                  <c:v>15.3718730435</c:v>
                </c:pt>
                <c:pt idx="94">
                  <c:v>15.5290687142</c:v>
                </c:pt>
                <c:pt idx="95">
                  <c:v>15.6624127807</c:v>
                </c:pt>
              </c:numCache>
            </c:numRef>
          </c:yVal>
        </c:ser>
        <c:ser>
          <c:idx val="21"/>
          <c:order val="21"/>
          <c:tx>
            <c:v>Run 22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Data'!$AQ$2:$AQ$97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Data'!$AR$2:$AR$97</c:f>
              <c:numCache>
                <c:formatCode>0</c:formatCode>
                <c:ptCount val="96"/>
                <c:pt idx="0">
                  <c:v>0.0089700158972</c:v>
                </c:pt>
                <c:pt idx="1">
                  <c:v>0.0130058002575</c:v>
                </c:pt>
                <c:pt idx="2">
                  <c:v>0.0178908774364</c:v>
                </c:pt>
                <c:pt idx="3">
                  <c:v>0.0236142022889</c:v>
                </c:pt>
                <c:pt idx="4">
                  <c:v>0.0301846927875</c:v>
                </c:pt>
                <c:pt idx="5">
                  <c:v>0.0375930997076</c:v>
                </c:pt>
                <c:pt idx="6">
                  <c:v>0.045694387113</c:v>
                </c:pt>
                <c:pt idx="7">
                  <c:v>0.0542573612203</c:v>
                </c:pt>
                <c:pt idx="8">
                  <c:v>0.0631095370764</c:v>
                </c:pt>
                <c:pt idx="9">
                  <c:v>0.0723620491169</c:v>
                </c:pt>
                <c:pt idx="10">
                  <c:v>0.0852534498215</c:v>
                </c:pt>
                <c:pt idx="11">
                  <c:v>0.0971579285126</c:v>
                </c:pt>
                <c:pt idx="12">
                  <c:v>0.110485510992</c:v>
                </c:pt>
                <c:pt idx="13">
                  <c:v>0.126735902638</c:v>
                </c:pt>
                <c:pt idx="14">
                  <c:v>0.144426549633</c:v>
                </c:pt>
                <c:pt idx="15">
                  <c:v>0.165905040617</c:v>
                </c:pt>
                <c:pt idx="16">
                  <c:v>0.188987275659</c:v>
                </c:pt>
                <c:pt idx="17">
                  <c:v>0.201081087179</c:v>
                </c:pt>
                <c:pt idx="18">
                  <c:v>0.223993992125</c:v>
                </c:pt>
                <c:pt idx="19">
                  <c:v>0.238876635947</c:v>
                </c:pt>
                <c:pt idx="20">
                  <c:v>0.246611989501</c:v>
                </c:pt>
                <c:pt idx="21">
                  <c:v>0.273975146343</c:v>
                </c:pt>
                <c:pt idx="22">
                  <c:v>0.302027800472</c:v>
                </c:pt>
                <c:pt idx="23">
                  <c:v>0.347633686951</c:v>
                </c:pt>
                <c:pt idx="24">
                  <c:v>0.398795249622</c:v>
                </c:pt>
                <c:pt idx="25">
                  <c:v>0.42028584975</c:v>
                </c:pt>
                <c:pt idx="26">
                  <c:v>0.470153987348</c:v>
                </c:pt>
                <c:pt idx="27">
                  <c:v>0.51606938911</c:v>
                </c:pt>
                <c:pt idx="28">
                  <c:v>0.521746203075</c:v>
                </c:pt>
                <c:pt idx="29">
                  <c:v>0.574860944114</c:v>
                </c:pt>
                <c:pt idx="30">
                  <c:v>0.63037429764</c:v>
                </c:pt>
                <c:pt idx="31">
                  <c:v>0.640774908096</c:v>
                </c:pt>
                <c:pt idx="32">
                  <c:v>0.677837872142</c:v>
                </c:pt>
                <c:pt idx="33">
                  <c:v>0.767922317858</c:v>
                </c:pt>
                <c:pt idx="34">
                  <c:v>0.811540658731</c:v>
                </c:pt>
                <c:pt idx="35">
                  <c:v>0.830194411763</c:v>
                </c:pt>
                <c:pt idx="36">
                  <c:v>0.866982310427</c:v>
                </c:pt>
                <c:pt idx="37">
                  <c:v>0.954694111483</c:v>
                </c:pt>
                <c:pt idx="38">
                  <c:v>1.05456619104</c:v>
                </c:pt>
                <c:pt idx="39">
                  <c:v>1.13436231629</c:v>
                </c:pt>
                <c:pt idx="40">
                  <c:v>1.21159180864</c:v>
                </c:pt>
                <c:pt idx="41">
                  <c:v>1.29898791366</c:v>
                </c:pt>
                <c:pt idx="42">
                  <c:v>1.39677645142</c:v>
                </c:pt>
                <c:pt idx="43">
                  <c:v>1.48604985795</c:v>
                </c:pt>
                <c:pt idx="44">
                  <c:v>1.56677213411</c:v>
                </c:pt>
                <c:pt idx="45">
                  <c:v>1.64648865539</c:v>
                </c:pt>
                <c:pt idx="46">
                  <c:v>1.64648865539</c:v>
                </c:pt>
                <c:pt idx="47">
                  <c:v>1.74214374496</c:v>
                </c:pt>
                <c:pt idx="48">
                  <c:v>1.69148726617</c:v>
                </c:pt>
                <c:pt idx="49">
                  <c:v>1.84729444827</c:v>
                </c:pt>
                <c:pt idx="50">
                  <c:v>2.10931696446</c:v>
                </c:pt>
                <c:pt idx="51">
                  <c:v>2.62572813859</c:v>
                </c:pt>
                <c:pt idx="52">
                  <c:v>3.07085875168</c:v>
                </c:pt>
                <c:pt idx="53">
                  <c:v>3.5464739376</c:v>
                </c:pt>
                <c:pt idx="54">
                  <c:v>3.912168712</c:v>
                </c:pt>
                <c:pt idx="55">
                  <c:v>3.95734754543</c:v>
                </c:pt>
                <c:pt idx="56">
                  <c:v>3.92287368761</c:v>
                </c:pt>
                <c:pt idx="57">
                  <c:v>4.12701460647</c:v>
                </c:pt>
                <c:pt idx="58">
                  <c:v>4.37560077368</c:v>
                </c:pt>
                <c:pt idx="59">
                  <c:v>4.5147606518</c:v>
                </c:pt>
                <c:pt idx="60">
                  <c:v>4.83597591743</c:v>
                </c:pt>
                <c:pt idx="61">
                  <c:v>5.77085027568</c:v>
                </c:pt>
                <c:pt idx="62">
                  <c:v>6.31443919702</c:v>
                </c:pt>
                <c:pt idx="63">
                  <c:v>6.45045404467</c:v>
                </c:pt>
                <c:pt idx="64">
                  <c:v>6.35528437148</c:v>
                </c:pt>
                <c:pt idx="65">
                  <c:v>6.50239886319</c:v>
                </c:pt>
                <c:pt idx="66">
                  <c:v>6.8801328975</c:v>
                </c:pt>
                <c:pt idx="67">
                  <c:v>7.86789080751</c:v>
                </c:pt>
                <c:pt idx="68">
                  <c:v>8.67793857761</c:v>
                </c:pt>
                <c:pt idx="69">
                  <c:v>9.35526707917</c:v>
                </c:pt>
                <c:pt idx="70">
                  <c:v>9.91426400182</c:v>
                </c:pt>
                <c:pt idx="71">
                  <c:v>10.3672477911</c:v>
                </c:pt>
                <c:pt idx="72">
                  <c:v>10.671308043</c:v>
                </c:pt>
                <c:pt idx="73">
                  <c:v>11.255449052</c:v>
                </c:pt>
                <c:pt idx="74">
                  <c:v>12.8880944323</c:v>
                </c:pt>
                <c:pt idx="75">
                  <c:v>15.5661365795</c:v>
                </c:pt>
                <c:pt idx="76">
                  <c:v>18.2412662554</c:v>
                </c:pt>
                <c:pt idx="77">
                  <c:v>20.6727833356</c:v>
                </c:pt>
                <c:pt idx="78">
                  <c:v>22.3821876597</c:v>
                </c:pt>
                <c:pt idx="79">
                  <c:v>23.1054954761</c:v>
                </c:pt>
                <c:pt idx="80">
                  <c:v>22.8250319155</c:v>
                </c:pt>
                <c:pt idx="81">
                  <c:v>21.6680237443</c:v>
                </c:pt>
                <c:pt idx="82">
                  <c:v>19.8533209313</c:v>
                </c:pt>
                <c:pt idx="83">
                  <c:v>18.6520267738</c:v>
                </c:pt>
                <c:pt idx="84">
                  <c:v>18.3745349021</c:v>
                </c:pt>
                <c:pt idx="85">
                  <c:v>18.2398797594</c:v>
                </c:pt>
                <c:pt idx="86">
                  <c:v>18.0744310078</c:v>
                </c:pt>
                <c:pt idx="87">
                  <c:v>17.8649446125</c:v>
                </c:pt>
                <c:pt idx="88">
                  <c:v>17.902640622</c:v>
                </c:pt>
                <c:pt idx="89">
                  <c:v>18.9347935819</c:v>
                </c:pt>
                <c:pt idx="90">
                  <c:v>19.9426892263</c:v>
                </c:pt>
                <c:pt idx="91">
                  <c:v>20.8579894474</c:v>
                </c:pt>
                <c:pt idx="92">
                  <c:v>21.6562674936</c:v>
                </c:pt>
                <c:pt idx="93">
                  <c:v>22.3393202035</c:v>
                </c:pt>
                <c:pt idx="94">
                  <c:v>22.9371464171</c:v>
                </c:pt>
                <c:pt idx="95">
                  <c:v>23.4769292976</c:v>
                </c:pt>
              </c:numCache>
            </c:numRef>
          </c:yVal>
        </c:ser>
        <c:ser>
          <c:idx val="22"/>
          <c:order val="22"/>
          <c:tx>
            <c:v>Run 23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Data'!$AS$2:$AS$97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Data'!$AT$2:$AT$97</c:f>
              <c:numCache>
                <c:formatCode>0</c:formatCode>
                <c:ptCount val="96"/>
                <c:pt idx="0">
                  <c:v>0.0134550238458</c:v>
                </c:pt>
                <c:pt idx="1">
                  <c:v>0.0195087003862</c:v>
                </c:pt>
                <c:pt idx="2">
                  <c:v>0.0268363161545</c:v>
                </c:pt>
                <c:pt idx="3">
                  <c:v>0.0354213034334</c:v>
                </c:pt>
                <c:pt idx="4">
                  <c:v>0.0452770391812</c:v>
                </c:pt>
                <c:pt idx="5">
                  <c:v>0.0563896495613</c:v>
                </c:pt>
                <c:pt idx="6">
                  <c:v>0.0685415806695</c:v>
                </c:pt>
                <c:pt idx="7">
                  <c:v>0.0813860418304</c:v>
                </c:pt>
                <c:pt idx="8">
                  <c:v>0.0946643056146</c:v>
                </c:pt>
                <c:pt idx="9">
                  <c:v>0.108543073675</c:v>
                </c:pt>
                <c:pt idx="10">
                  <c:v>0.127880174732</c:v>
                </c:pt>
                <c:pt idx="11">
                  <c:v>0.145736892769</c:v>
                </c:pt>
                <c:pt idx="12">
                  <c:v>0.165728266488</c:v>
                </c:pt>
                <c:pt idx="13">
                  <c:v>0.190103853957</c:v>
                </c:pt>
                <c:pt idx="14">
                  <c:v>0.216639824449</c:v>
                </c:pt>
                <c:pt idx="15">
                  <c:v>0.248857560925</c:v>
                </c:pt>
                <c:pt idx="16">
                  <c:v>0.283480913488</c:v>
                </c:pt>
                <c:pt idx="17">
                  <c:v>0.301621630769</c:v>
                </c:pt>
                <c:pt idx="18">
                  <c:v>0.335990988188</c:v>
                </c:pt>
                <c:pt idx="19">
                  <c:v>0.35831495392</c:v>
                </c:pt>
                <c:pt idx="20">
                  <c:v>0.369917984251</c:v>
                </c:pt>
                <c:pt idx="21">
                  <c:v>0.410962719515</c:v>
                </c:pt>
                <c:pt idx="22">
                  <c:v>0.453041700709</c:v>
                </c:pt>
                <c:pt idx="23">
                  <c:v>0.521450530427</c:v>
                </c:pt>
                <c:pt idx="24">
                  <c:v>0.598192874433</c:v>
                </c:pt>
                <c:pt idx="25">
                  <c:v>0.630428774624</c:v>
                </c:pt>
                <c:pt idx="26">
                  <c:v>0.705230981022</c:v>
                </c:pt>
                <c:pt idx="27">
                  <c:v>0.774104083664</c:v>
                </c:pt>
                <c:pt idx="28">
                  <c:v>0.782619304612</c:v>
                </c:pt>
                <c:pt idx="29">
                  <c:v>0.862291416171</c:v>
                </c:pt>
                <c:pt idx="30">
                  <c:v>0.945561446459</c:v>
                </c:pt>
                <c:pt idx="31">
                  <c:v>0.961162362144</c:v>
                </c:pt>
                <c:pt idx="32">
                  <c:v>1.01675680821</c:v>
                </c:pt>
                <c:pt idx="33">
                  <c:v>1.15188347679</c:v>
                </c:pt>
                <c:pt idx="34">
                  <c:v>1.2173109881</c:v>
                </c:pt>
                <c:pt idx="35">
                  <c:v>1.24529161764</c:v>
                </c:pt>
                <c:pt idx="36">
                  <c:v>1.30047346564</c:v>
                </c:pt>
                <c:pt idx="37">
                  <c:v>1.43204116722</c:v>
                </c:pt>
                <c:pt idx="38">
                  <c:v>1.58184928656</c:v>
                </c:pt>
                <c:pt idx="39">
                  <c:v>1.70154347443</c:v>
                </c:pt>
                <c:pt idx="40">
                  <c:v>1.81738771296</c:v>
                </c:pt>
                <c:pt idx="41">
                  <c:v>1.94848187049</c:v>
                </c:pt>
                <c:pt idx="42">
                  <c:v>2.09516467713</c:v>
                </c:pt>
                <c:pt idx="43">
                  <c:v>2.22907478693</c:v>
                </c:pt>
                <c:pt idx="44">
                  <c:v>2.35015820117</c:v>
                </c:pt>
                <c:pt idx="45">
                  <c:v>2.46973298309</c:v>
                </c:pt>
                <c:pt idx="46">
                  <c:v>2.46973298309</c:v>
                </c:pt>
                <c:pt idx="47">
                  <c:v>2.61321561744</c:v>
                </c:pt>
                <c:pt idx="48">
                  <c:v>2.53723089926</c:v>
                </c:pt>
                <c:pt idx="49">
                  <c:v>2.7709416724</c:v>
                </c:pt>
                <c:pt idx="50">
                  <c:v>3.16397544669</c:v>
                </c:pt>
                <c:pt idx="51">
                  <c:v>3.93859220789</c:v>
                </c:pt>
                <c:pt idx="52">
                  <c:v>4.60628812752</c:v>
                </c:pt>
                <c:pt idx="53">
                  <c:v>5.3197109064</c:v>
                </c:pt>
                <c:pt idx="54">
                  <c:v>5.868253068</c:v>
                </c:pt>
                <c:pt idx="55">
                  <c:v>5.93602131815</c:v>
                </c:pt>
                <c:pt idx="56">
                  <c:v>5.88431053142</c:v>
                </c:pt>
                <c:pt idx="57">
                  <c:v>6.19052190971</c:v>
                </c:pt>
                <c:pt idx="58">
                  <c:v>6.56340116052</c:v>
                </c:pt>
                <c:pt idx="59">
                  <c:v>6.7721409777</c:v>
                </c:pt>
                <c:pt idx="60">
                  <c:v>7.25396387614</c:v>
                </c:pt>
                <c:pt idx="61">
                  <c:v>8.65627541353</c:v>
                </c:pt>
                <c:pt idx="62">
                  <c:v>9.47165879552</c:v>
                </c:pt>
                <c:pt idx="63">
                  <c:v>9.67568106701</c:v>
                </c:pt>
                <c:pt idx="64">
                  <c:v>9.53292655723</c:v>
                </c:pt>
                <c:pt idx="65">
                  <c:v>9.75359829478</c:v>
                </c:pt>
                <c:pt idx="66">
                  <c:v>10.3201993463</c:v>
                </c:pt>
                <c:pt idx="67">
                  <c:v>11.8018362113</c:v>
                </c:pt>
                <c:pt idx="68">
                  <c:v>13.0169078664</c:v>
                </c:pt>
                <c:pt idx="69">
                  <c:v>14.0329006188</c:v>
                </c:pt>
                <c:pt idx="70">
                  <c:v>14.8713960027</c:v>
                </c:pt>
                <c:pt idx="71">
                  <c:v>15.5508716866</c:v>
                </c:pt>
                <c:pt idx="72">
                  <c:v>16.0069620645</c:v>
                </c:pt>
                <c:pt idx="73">
                  <c:v>16.883173578</c:v>
                </c:pt>
                <c:pt idx="74">
                  <c:v>19.3321416485</c:v>
                </c:pt>
                <c:pt idx="75">
                  <c:v>23.3492048693</c:v>
                </c:pt>
                <c:pt idx="76">
                  <c:v>27.3618993831</c:v>
                </c:pt>
                <c:pt idx="77">
                  <c:v>31.0091750033</c:v>
                </c:pt>
                <c:pt idx="78">
                  <c:v>33.5732814895</c:v>
                </c:pt>
                <c:pt idx="79">
                  <c:v>34.6582432142</c:v>
                </c:pt>
                <c:pt idx="80">
                  <c:v>34.2375478733</c:v>
                </c:pt>
                <c:pt idx="81">
                  <c:v>32.5020356165</c:v>
                </c:pt>
                <c:pt idx="82">
                  <c:v>29.779981397</c:v>
                </c:pt>
                <c:pt idx="83">
                  <c:v>27.9780401607</c:v>
                </c:pt>
                <c:pt idx="84">
                  <c:v>27.5618023532</c:v>
                </c:pt>
                <c:pt idx="85">
                  <c:v>27.3598196391</c:v>
                </c:pt>
                <c:pt idx="86">
                  <c:v>27.1116465116</c:v>
                </c:pt>
                <c:pt idx="87">
                  <c:v>26.7974169187</c:v>
                </c:pt>
                <c:pt idx="88">
                  <c:v>26.8539609331</c:v>
                </c:pt>
                <c:pt idx="89">
                  <c:v>28.4021903729</c:v>
                </c:pt>
                <c:pt idx="90">
                  <c:v>29.9140338395</c:v>
                </c:pt>
                <c:pt idx="91">
                  <c:v>31.2869841712</c:v>
                </c:pt>
                <c:pt idx="92">
                  <c:v>32.4844012404</c:v>
                </c:pt>
                <c:pt idx="93">
                  <c:v>33.5089803052</c:v>
                </c:pt>
                <c:pt idx="94">
                  <c:v>34.4057196256</c:v>
                </c:pt>
                <c:pt idx="95">
                  <c:v>35.2153939463</c:v>
                </c:pt>
              </c:numCache>
            </c:numRef>
          </c:yVal>
        </c:ser>
        <c:ser>
          <c:idx val="23"/>
          <c:order val="23"/>
          <c:tx>
            <c:v>Run 24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Data'!$AU$2:$AU$97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Data'!$AV$2:$AV$97</c:f>
              <c:numCache>
                <c:formatCode>0</c:formatCode>
                <c:ptCount val="96"/>
                <c:pt idx="0">
                  <c:v>0.0156975278201</c:v>
                </c:pt>
                <c:pt idx="1">
                  <c:v>0.0227601504506</c:v>
                </c:pt>
                <c:pt idx="2">
                  <c:v>0.0313090355136</c:v>
                </c:pt>
                <c:pt idx="3">
                  <c:v>0.0413248540056</c:v>
                </c:pt>
                <c:pt idx="4">
                  <c:v>0.0528232123781</c:v>
                </c:pt>
                <c:pt idx="5">
                  <c:v>0.0657879244882</c:v>
                </c:pt>
                <c:pt idx="6">
                  <c:v>0.0799651774477</c:v>
                </c:pt>
                <c:pt idx="7">
                  <c:v>0.0949503821355</c:v>
                </c:pt>
                <c:pt idx="8">
                  <c:v>0.110441689884</c:v>
                </c:pt>
                <c:pt idx="9">
                  <c:v>0.126633585955</c:v>
                </c:pt>
                <c:pt idx="10">
                  <c:v>0.149193537188</c:v>
                </c:pt>
                <c:pt idx="11">
                  <c:v>0.170026374897</c:v>
                </c:pt>
                <c:pt idx="12">
                  <c:v>0.193349644236</c:v>
                </c:pt>
                <c:pt idx="13">
                  <c:v>0.221787829617</c:v>
                </c:pt>
                <c:pt idx="14">
                  <c:v>0.252746461857</c:v>
                </c:pt>
                <c:pt idx="15">
                  <c:v>0.290333821079</c:v>
                </c:pt>
                <c:pt idx="16">
                  <c:v>0.330727732403</c:v>
                </c:pt>
                <c:pt idx="17">
                  <c:v>0.351891902564</c:v>
                </c:pt>
                <c:pt idx="18">
                  <c:v>0.391989486219</c:v>
                </c:pt>
                <c:pt idx="19">
                  <c:v>0.418034112907</c:v>
                </c:pt>
                <c:pt idx="20">
                  <c:v>0.431570981626</c:v>
                </c:pt>
                <c:pt idx="21">
                  <c:v>0.4794565061</c:v>
                </c:pt>
                <c:pt idx="22">
                  <c:v>0.528548650827</c:v>
                </c:pt>
                <c:pt idx="23">
                  <c:v>0.608358952165</c:v>
                </c:pt>
                <c:pt idx="24">
                  <c:v>0.697891686838</c:v>
                </c:pt>
                <c:pt idx="25">
                  <c:v>0.735500237062</c:v>
                </c:pt>
                <c:pt idx="26">
                  <c:v>0.822769477859</c:v>
                </c:pt>
                <c:pt idx="27">
                  <c:v>0.903121430942</c:v>
                </c:pt>
                <c:pt idx="28">
                  <c:v>0.913055855381</c:v>
                </c:pt>
                <c:pt idx="29">
                  <c:v>1.0060066522</c:v>
                </c:pt>
                <c:pt idx="30">
                  <c:v>1.10315502087</c:v>
                </c:pt>
                <c:pt idx="31">
                  <c:v>1.12135608917</c:v>
                </c:pt>
                <c:pt idx="32">
                  <c:v>1.18621627625</c:v>
                </c:pt>
                <c:pt idx="33">
                  <c:v>1.34386405625</c:v>
                </c:pt>
                <c:pt idx="34">
                  <c:v>1.42019615278</c:v>
                </c:pt>
                <c:pt idx="35">
                  <c:v>1.45284022059</c:v>
                </c:pt>
                <c:pt idx="36">
                  <c:v>1.51721904325</c:v>
                </c:pt>
                <c:pt idx="37">
                  <c:v>1.6707146951</c:v>
                </c:pt>
                <c:pt idx="38">
                  <c:v>1.84549083432</c:v>
                </c:pt>
                <c:pt idx="39">
                  <c:v>1.9851340535</c:v>
                </c:pt>
                <c:pt idx="40">
                  <c:v>2.12028566512</c:v>
                </c:pt>
                <c:pt idx="41">
                  <c:v>2.2732288489</c:v>
                </c:pt>
                <c:pt idx="42">
                  <c:v>2.44435878998</c:v>
                </c:pt>
                <c:pt idx="43">
                  <c:v>2.60058725141</c:v>
                </c:pt>
                <c:pt idx="44">
                  <c:v>2.7418512347</c:v>
                </c:pt>
                <c:pt idx="45">
                  <c:v>2.88135514694</c:v>
                </c:pt>
                <c:pt idx="46">
                  <c:v>2.88135514694</c:v>
                </c:pt>
                <c:pt idx="47">
                  <c:v>3.04875155368</c:v>
                </c:pt>
                <c:pt idx="48">
                  <c:v>2.9601027158</c:v>
                </c:pt>
                <c:pt idx="49">
                  <c:v>3.23276528447</c:v>
                </c:pt>
                <c:pt idx="50">
                  <c:v>3.69130468781</c:v>
                </c:pt>
                <c:pt idx="51">
                  <c:v>4.59502424254</c:v>
                </c:pt>
                <c:pt idx="52">
                  <c:v>5.37400281543</c:v>
                </c:pt>
                <c:pt idx="53">
                  <c:v>6.20632939081</c:v>
                </c:pt>
                <c:pt idx="54">
                  <c:v>6.846295246</c:v>
                </c:pt>
                <c:pt idx="55">
                  <c:v>6.9253582045</c:v>
                </c:pt>
                <c:pt idx="56">
                  <c:v>6.86502895332</c:v>
                </c:pt>
                <c:pt idx="57">
                  <c:v>7.22227556132</c:v>
                </c:pt>
                <c:pt idx="58">
                  <c:v>7.65730135394</c:v>
                </c:pt>
                <c:pt idx="59">
                  <c:v>7.90083114065</c:v>
                </c:pt>
                <c:pt idx="60">
                  <c:v>8.4629578555</c:v>
                </c:pt>
                <c:pt idx="61">
                  <c:v>10.0989879824</c:v>
                </c:pt>
                <c:pt idx="62">
                  <c:v>11.0502685948</c:v>
                </c:pt>
                <c:pt idx="63">
                  <c:v>11.2882945782</c:v>
                </c:pt>
                <c:pt idx="64">
                  <c:v>11.1217476501</c:v>
                </c:pt>
                <c:pt idx="65">
                  <c:v>11.3791980106</c:v>
                </c:pt>
                <c:pt idx="66">
                  <c:v>12.0402325706</c:v>
                </c:pt>
                <c:pt idx="67">
                  <c:v>13.7688089131</c:v>
                </c:pt>
                <c:pt idx="68">
                  <c:v>15.1863925108</c:v>
                </c:pt>
                <c:pt idx="69">
                  <c:v>16.3717173886</c:v>
                </c:pt>
                <c:pt idx="70">
                  <c:v>17.3499620032</c:v>
                </c:pt>
                <c:pt idx="71">
                  <c:v>18.1426836344</c:v>
                </c:pt>
                <c:pt idx="72">
                  <c:v>18.6747890752</c:v>
                </c:pt>
                <c:pt idx="73">
                  <c:v>19.6970358409</c:v>
                </c:pt>
                <c:pt idx="74">
                  <c:v>22.5541652566</c:v>
                </c:pt>
                <c:pt idx="75">
                  <c:v>27.2407390142</c:v>
                </c:pt>
                <c:pt idx="76">
                  <c:v>31.9222159469</c:v>
                </c:pt>
                <c:pt idx="77">
                  <c:v>36.1773708372</c:v>
                </c:pt>
                <c:pt idx="78">
                  <c:v>39.1688284044</c:v>
                </c:pt>
                <c:pt idx="79">
                  <c:v>40.4346170832</c:v>
                </c:pt>
                <c:pt idx="80">
                  <c:v>39.9438058522</c:v>
                </c:pt>
                <c:pt idx="81">
                  <c:v>37.9190415526</c:v>
                </c:pt>
                <c:pt idx="82">
                  <c:v>34.7433116298</c:v>
                </c:pt>
                <c:pt idx="83">
                  <c:v>32.6410468541</c:v>
                </c:pt>
                <c:pt idx="84">
                  <c:v>32.1554360788</c:v>
                </c:pt>
                <c:pt idx="85">
                  <c:v>31.919789579</c:v>
                </c:pt>
                <c:pt idx="86">
                  <c:v>31.6302542636</c:v>
                </c:pt>
                <c:pt idx="87">
                  <c:v>31.2636530718</c:v>
                </c:pt>
                <c:pt idx="88">
                  <c:v>31.3296210886</c:v>
                </c:pt>
                <c:pt idx="89">
                  <c:v>33.1358887684</c:v>
                </c:pt>
                <c:pt idx="90">
                  <c:v>34.8997061461</c:v>
                </c:pt>
                <c:pt idx="91">
                  <c:v>36.501481533</c:v>
                </c:pt>
                <c:pt idx="92">
                  <c:v>37.8984681138</c:v>
                </c:pt>
                <c:pt idx="93">
                  <c:v>39.0938103561</c:v>
                </c:pt>
                <c:pt idx="94">
                  <c:v>40.1400062299</c:v>
                </c:pt>
                <c:pt idx="95">
                  <c:v>41.0846262707</c:v>
                </c:pt>
              </c:numCache>
            </c:numRef>
          </c:yVal>
        </c:ser>
        <c:ser>
          <c:idx val="24"/>
          <c:order val="24"/>
          <c:tx>
            <c:v>Run 25</c:v>
          </c:tx>
          <c:spPr>
            <a:ln xmlns:a="http://schemas.openxmlformats.org/drawingml/2006/main" w="10954">
              <a:solidFill>
                <a:srgbClr val="B7684B"/>
              </a:solidFill>
              <a:prstDash val="solid"/>
            </a:ln>
          </c:spPr>
          <c:xVal>
            <c:numRef>
              <c:f>'Chart Data'!$AW$2:$AW$97</c:f>
              <c:numCache>
                <c:formatCode>General</c:formatCode>
                <c:ptCount val="96"/>
                <c:pt idx="0">
                  <c:v>0.01</c:v>
                </c:pt>
                <c:pt idx="1">
                  <c:v>0.012</c:v>
                </c:pt>
                <c:pt idx="2">
                  <c:v>0.014</c:v>
                </c:pt>
                <c:pt idx="3">
                  <c:v>0.016</c:v>
                </c:pt>
                <c:pt idx="4">
                  <c:v>0.018</c:v>
                </c:pt>
                <c:pt idx="5">
                  <c:v>0.02</c:v>
                </c:pt>
                <c:pt idx="6">
                  <c:v>0.022</c:v>
                </c:pt>
                <c:pt idx="7">
                  <c:v>0.024</c:v>
                </c:pt>
                <c:pt idx="8">
                  <c:v>0.026</c:v>
                </c:pt>
                <c:pt idx="9">
                  <c:v>0.028</c:v>
                </c:pt>
                <c:pt idx="10">
                  <c:v>0.03</c:v>
                </c:pt>
                <c:pt idx="11">
                  <c:v>0.032</c:v>
                </c:pt>
                <c:pt idx="12">
                  <c:v>0.034</c:v>
                </c:pt>
                <c:pt idx="13">
                  <c:v>0.036</c:v>
                </c:pt>
                <c:pt idx="14">
                  <c:v>0.038</c:v>
                </c:pt>
                <c:pt idx="15">
                  <c:v>0.04</c:v>
                </c:pt>
                <c:pt idx="16">
                  <c:v>0.042</c:v>
                </c:pt>
                <c:pt idx="17">
                  <c:v>0.044</c:v>
                </c:pt>
                <c:pt idx="18">
                  <c:v>0.046</c:v>
                </c:pt>
                <c:pt idx="19">
                  <c:v>0.048</c:v>
                </c:pt>
                <c:pt idx="20">
                  <c:v>0.05</c:v>
                </c:pt>
                <c:pt idx="21">
                  <c:v>0.052</c:v>
                </c:pt>
                <c:pt idx="22">
                  <c:v>0.054</c:v>
                </c:pt>
                <c:pt idx="23">
                  <c:v>0.056</c:v>
                </c:pt>
                <c:pt idx="24">
                  <c:v>0.058</c:v>
                </c:pt>
                <c:pt idx="25">
                  <c:v>0.06</c:v>
                </c:pt>
                <c:pt idx="26">
                  <c:v>0.062</c:v>
                </c:pt>
                <c:pt idx="27">
                  <c:v>0.064</c:v>
                </c:pt>
                <c:pt idx="28">
                  <c:v>0.066</c:v>
                </c:pt>
                <c:pt idx="29">
                  <c:v>0.068</c:v>
                </c:pt>
                <c:pt idx="30">
                  <c:v>0.07</c:v>
                </c:pt>
                <c:pt idx="31">
                  <c:v>0.072</c:v>
                </c:pt>
                <c:pt idx="32">
                  <c:v>0.074</c:v>
                </c:pt>
                <c:pt idx="33">
                  <c:v>0.076</c:v>
                </c:pt>
                <c:pt idx="34">
                  <c:v>0.078</c:v>
                </c:pt>
                <c:pt idx="35">
                  <c:v>0.08</c:v>
                </c:pt>
                <c:pt idx="36">
                  <c:v>0.082</c:v>
                </c:pt>
                <c:pt idx="37">
                  <c:v>0.084</c:v>
                </c:pt>
                <c:pt idx="38">
                  <c:v>0.086</c:v>
                </c:pt>
                <c:pt idx="39">
                  <c:v>0.088</c:v>
                </c:pt>
                <c:pt idx="40">
                  <c:v>0.09</c:v>
                </c:pt>
                <c:pt idx="41">
                  <c:v>0.092</c:v>
                </c:pt>
                <c:pt idx="42">
                  <c:v>0.094</c:v>
                </c:pt>
                <c:pt idx="43">
                  <c:v>0.096</c:v>
                </c:pt>
                <c:pt idx="44">
                  <c:v>0.098</c:v>
                </c:pt>
                <c:pt idx="45">
                  <c:v>0.1</c:v>
                </c:pt>
                <c:pt idx="46">
                  <c:v>0.1</c:v>
                </c:pt>
                <c:pt idx="47">
                  <c:v>0.105</c:v>
                </c:pt>
                <c:pt idx="48">
                  <c:v>0.11</c:v>
                </c:pt>
                <c:pt idx="49">
                  <c:v>0.115</c:v>
                </c:pt>
                <c:pt idx="50">
                  <c:v>0.12</c:v>
                </c:pt>
                <c:pt idx="51">
                  <c:v>0.125</c:v>
                </c:pt>
                <c:pt idx="52">
                  <c:v>0.13</c:v>
                </c:pt>
                <c:pt idx="53">
                  <c:v>0.135</c:v>
                </c:pt>
                <c:pt idx="54">
                  <c:v>0.14</c:v>
                </c:pt>
                <c:pt idx="55">
                  <c:v>0.145</c:v>
                </c:pt>
                <c:pt idx="56">
                  <c:v>0.15</c:v>
                </c:pt>
                <c:pt idx="57">
                  <c:v>0.155</c:v>
                </c:pt>
                <c:pt idx="58">
                  <c:v>0.16</c:v>
                </c:pt>
                <c:pt idx="59">
                  <c:v>0.165</c:v>
                </c:pt>
                <c:pt idx="60">
                  <c:v>0.17</c:v>
                </c:pt>
                <c:pt idx="61">
                  <c:v>0.175</c:v>
                </c:pt>
                <c:pt idx="62">
                  <c:v>0.18</c:v>
                </c:pt>
                <c:pt idx="63">
                  <c:v>0.185</c:v>
                </c:pt>
                <c:pt idx="64">
                  <c:v>0.19</c:v>
                </c:pt>
                <c:pt idx="65">
                  <c:v>0.195</c:v>
                </c:pt>
                <c:pt idx="66">
                  <c:v>0.2</c:v>
                </c:pt>
                <c:pt idx="67">
                  <c:v>0.205</c:v>
                </c:pt>
                <c:pt idx="68">
                  <c:v>0.21</c:v>
                </c:pt>
                <c:pt idx="69">
                  <c:v>0.215</c:v>
                </c:pt>
                <c:pt idx="70">
                  <c:v>0.22</c:v>
                </c:pt>
                <c:pt idx="71">
                  <c:v>0.225</c:v>
                </c:pt>
                <c:pt idx="72">
                  <c:v>0.23</c:v>
                </c:pt>
                <c:pt idx="73">
                  <c:v>0.235</c:v>
                </c:pt>
                <c:pt idx="74">
                  <c:v>0.24</c:v>
                </c:pt>
                <c:pt idx="75">
                  <c:v>0.245</c:v>
                </c:pt>
                <c:pt idx="76">
                  <c:v>0.25</c:v>
                </c:pt>
                <c:pt idx="77">
                  <c:v>0.255</c:v>
                </c:pt>
                <c:pt idx="78">
                  <c:v>0.26</c:v>
                </c:pt>
                <c:pt idx="79">
                  <c:v>0.265</c:v>
                </c:pt>
                <c:pt idx="80">
                  <c:v>0.27</c:v>
                </c:pt>
                <c:pt idx="81">
                  <c:v>0.275</c:v>
                </c:pt>
                <c:pt idx="82">
                  <c:v>0.28</c:v>
                </c:pt>
                <c:pt idx="83">
                  <c:v>0.285</c:v>
                </c:pt>
                <c:pt idx="84">
                  <c:v>0.29</c:v>
                </c:pt>
                <c:pt idx="85">
                  <c:v>0.295</c:v>
                </c:pt>
                <c:pt idx="86">
                  <c:v>0.3</c:v>
                </c:pt>
                <c:pt idx="87">
                  <c:v>0.305</c:v>
                </c:pt>
                <c:pt idx="88">
                  <c:v>0.31</c:v>
                </c:pt>
                <c:pt idx="89">
                  <c:v>0.315</c:v>
                </c:pt>
                <c:pt idx="90">
                  <c:v>0.32</c:v>
                </c:pt>
                <c:pt idx="91">
                  <c:v>0.325</c:v>
                </c:pt>
                <c:pt idx="92">
                  <c:v>0.33</c:v>
                </c:pt>
                <c:pt idx="93">
                  <c:v>0.335</c:v>
                </c:pt>
                <c:pt idx="94">
                  <c:v>0.34</c:v>
                </c:pt>
                <c:pt idx="95">
                  <c:v>0.345</c:v>
                </c:pt>
              </c:numCache>
            </c:numRef>
          </c:xVal>
          <c:yVal>
            <c:numRef>
              <c:f>'Chart Data'!$AX$2:$AX$97</c:f>
              <c:numCache>
                <c:formatCode>0</c:formatCode>
                <c:ptCount val="96"/>
                <c:pt idx="0">
                  <c:v>0.0179400317944</c:v>
                </c:pt>
                <c:pt idx="1">
                  <c:v>0.0260116005149</c:v>
                </c:pt>
                <c:pt idx="2">
                  <c:v>0.0357817548727</c:v>
                </c:pt>
                <c:pt idx="3">
                  <c:v>0.0472284045778</c:v>
                </c:pt>
                <c:pt idx="4">
                  <c:v>0.0603693855749</c:v>
                </c:pt>
                <c:pt idx="5">
                  <c:v>0.0751861994151</c:v>
                </c:pt>
                <c:pt idx="6">
                  <c:v>0.091388774226</c:v>
                </c:pt>
                <c:pt idx="7">
                  <c:v>0.108514722441</c:v>
                </c:pt>
                <c:pt idx="8">
                  <c:v>0.126219074153</c:v>
                </c:pt>
                <c:pt idx="9">
                  <c:v>0.144724098234</c:v>
                </c:pt>
                <c:pt idx="10">
                  <c:v>0.170506899643</c:v>
                </c:pt>
                <c:pt idx="11">
                  <c:v>0.194315857025</c:v>
                </c:pt>
                <c:pt idx="12">
                  <c:v>0.220971021984</c:v>
                </c:pt>
                <c:pt idx="13">
                  <c:v>0.253471805276</c:v>
                </c:pt>
                <c:pt idx="14">
                  <c:v>0.288853099265</c:v>
                </c:pt>
                <c:pt idx="15">
                  <c:v>0.331810081233</c:v>
                </c:pt>
                <c:pt idx="16">
                  <c:v>0.377974551318</c:v>
                </c:pt>
                <c:pt idx="17">
                  <c:v>0.402162174359</c:v>
                </c:pt>
                <c:pt idx="18">
                  <c:v>0.447987984251</c:v>
                </c:pt>
                <c:pt idx="19">
                  <c:v>0.477753271894</c:v>
                </c:pt>
                <c:pt idx="20">
                  <c:v>0.493223979001</c:v>
                </c:pt>
                <c:pt idx="21">
                  <c:v>0.547950292686</c:v>
                </c:pt>
                <c:pt idx="22">
                  <c:v>0.604055600945</c:v>
                </c:pt>
                <c:pt idx="23">
                  <c:v>0.695267373903</c:v>
                </c:pt>
                <c:pt idx="24">
                  <c:v>0.797590499243</c:v>
                </c:pt>
                <c:pt idx="25">
                  <c:v>0.840571699499</c:v>
                </c:pt>
                <c:pt idx="26">
                  <c:v>0.940307974696</c:v>
                </c:pt>
                <c:pt idx="27">
                  <c:v>1.03213877822</c:v>
                </c:pt>
                <c:pt idx="28">
                  <c:v>1.04349240615</c:v>
                </c:pt>
                <c:pt idx="29">
                  <c:v>1.14972188823</c:v>
                </c:pt>
                <c:pt idx="30">
                  <c:v>1.26074859528</c:v>
                </c:pt>
                <c:pt idx="31">
                  <c:v>1.28154981619</c:v>
                </c:pt>
                <c:pt idx="32">
                  <c:v>1.35567574428</c:v>
                </c:pt>
                <c:pt idx="33">
                  <c:v>1.53584463572</c:v>
                </c:pt>
                <c:pt idx="34">
                  <c:v>1.62308131746</c:v>
                </c:pt>
                <c:pt idx="35">
                  <c:v>1.66038882353</c:v>
                </c:pt>
                <c:pt idx="36">
                  <c:v>1.73396462085</c:v>
                </c:pt>
                <c:pt idx="37">
                  <c:v>1.90938822297</c:v>
                </c:pt>
                <c:pt idx="38">
                  <c:v>2.10913238208</c:v>
                </c:pt>
                <c:pt idx="39">
                  <c:v>2.26872463257</c:v>
                </c:pt>
                <c:pt idx="40">
                  <c:v>2.42318361728</c:v>
                </c:pt>
                <c:pt idx="41">
                  <c:v>2.59797582732</c:v>
                </c:pt>
                <c:pt idx="42">
                  <c:v>2.79355290283</c:v>
                </c:pt>
                <c:pt idx="43">
                  <c:v>2.9720997159</c:v>
                </c:pt>
                <c:pt idx="44">
                  <c:v>3.13354426823</c:v>
                </c:pt>
                <c:pt idx="45">
                  <c:v>3.29297731079</c:v>
                </c:pt>
                <c:pt idx="46">
                  <c:v>3.29297731079</c:v>
                </c:pt>
                <c:pt idx="47">
                  <c:v>3.48428748992</c:v>
                </c:pt>
                <c:pt idx="48">
                  <c:v>3.38297453235</c:v>
                </c:pt>
                <c:pt idx="49">
                  <c:v>3.69458889654</c:v>
                </c:pt>
                <c:pt idx="50">
                  <c:v>4.21863392892</c:v>
                </c:pt>
                <c:pt idx="51">
                  <c:v>5.25145627719</c:v>
                </c:pt>
                <c:pt idx="52">
                  <c:v>6.14171750335</c:v>
                </c:pt>
                <c:pt idx="53">
                  <c:v>7.09294787521</c:v>
                </c:pt>
                <c:pt idx="54">
                  <c:v>7.824337424</c:v>
                </c:pt>
                <c:pt idx="55">
                  <c:v>7.91469509086</c:v>
                </c:pt>
                <c:pt idx="56">
                  <c:v>7.84574737523</c:v>
                </c:pt>
                <c:pt idx="57">
                  <c:v>8.25402921294</c:v>
                </c:pt>
                <c:pt idx="58">
                  <c:v>8.75120154736</c:v>
                </c:pt>
                <c:pt idx="59">
                  <c:v>9.0295213036</c:v>
                </c:pt>
                <c:pt idx="60">
                  <c:v>9.67195183486</c:v>
                </c:pt>
                <c:pt idx="61">
                  <c:v>11.5417005514</c:v>
                </c:pt>
                <c:pt idx="62">
                  <c:v>12.628878394</c:v>
                </c:pt>
                <c:pt idx="63">
                  <c:v>12.9009080893</c:v>
                </c:pt>
                <c:pt idx="64">
                  <c:v>12.710568743</c:v>
                </c:pt>
                <c:pt idx="65">
                  <c:v>13.0047977264</c:v>
                </c:pt>
                <c:pt idx="66">
                  <c:v>13.760265795</c:v>
                </c:pt>
                <c:pt idx="67">
                  <c:v>15.735781615</c:v>
                </c:pt>
                <c:pt idx="68">
                  <c:v>17.3558771552</c:v>
                </c:pt>
                <c:pt idx="69">
                  <c:v>18.7105341583</c:v>
                </c:pt>
                <c:pt idx="70">
                  <c:v>19.8285280036</c:v>
                </c:pt>
                <c:pt idx="71">
                  <c:v>20.7344955821</c:v>
                </c:pt>
                <c:pt idx="72">
                  <c:v>21.342616086</c:v>
                </c:pt>
                <c:pt idx="73">
                  <c:v>22.5108981039</c:v>
                </c:pt>
                <c:pt idx="74">
                  <c:v>25.7761888647</c:v>
                </c:pt>
                <c:pt idx="75">
                  <c:v>31.1322731591</c:v>
                </c:pt>
                <c:pt idx="76">
                  <c:v>36.4825325107</c:v>
                </c:pt>
                <c:pt idx="77">
                  <c:v>41.3455666711</c:v>
                </c:pt>
                <c:pt idx="78">
                  <c:v>44.7643753193</c:v>
                </c:pt>
                <c:pt idx="79">
                  <c:v>46.2109909523</c:v>
                </c:pt>
                <c:pt idx="80">
                  <c:v>45.6500638311</c:v>
                </c:pt>
                <c:pt idx="81">
                  <c:v>43.3360474886</c:v>
                </c:pt>
                <c:pt idx="82">
                  <c:v>39.7066418626</c:v>
                </c:pt>
                <c:pt idx="83">
                  <c:v>37.3040535476</c:v>
                </c:pt>
                <c:pt idx="84">
                  <c:v>36.7490698043</c:v>
                </c:pt>
                <c:pt idx="85">
                  <c:v>36.4797595188</c:v>
                </c:pt>
                <c:pt idx="86">
                  <c:v>36.1488620155</c:v>
                </c:pt>
                <c:pt idx="87">
                  <c:v>35.7298892249</c:v>
                </c:pt>
                <c:pt idx="88">
                  <c:v>35.8052812441</c:v>
                </c:pt>
                <c:pt idx="89">
                  <c:v>37.8695871639</c:v>
                </c:pt>
                <c:pt idx="90">
                  <c:v>39.8853784527</c:v>
                </c:pt>
                <c:pt idx="91">
                  <c:v>41.7159788949</c:v>
                </c:pt>
                <c:pt idx="92">
                  <c:v>43.3125349872</c:v>
                </c:pt>
                <c:pt idx="93">
                  <c:v>44.678640407</c:v>
                </c:pt>
                <c:pt idx="94">
                  <c:v>45.8742928342</c:v>
                </c:pt>
                <c:pt idx="95">
                  <c:v>46.9538585951</c:v>
                </c:pt>
              </c:numCache>
            </c:numRef>
          </c:yVal>
        </c:ser>
        <c:ser>
          <c:idx val="25"/>
          <c:order val="25"/>
          <c:tx>
            <c:v>T1 = 0.112 s</c:v>
          </c:tx>
          <c:spPr>
            <a:ln xmlns:a="http://schemas.openxmlformats.org/drawingml/2006/main" w="16193">
              <a:solidFill>
                <a:srgbClr val="272523"/>
              </a:solidFill>
              <a:prstDash val="solid"/>
            </a:ln>
          </c:spPr>
          <c:xVal>
            <c:numRef>
              <c:f>'Chart Data'!$AY$2:$AY$3</c:f>
              <c:numCache>
                <c:formatCode>General</c:formatCode>
                <c:ptCount val="2"/>
                <c:pt idx="0">
                  <c:v>0.111887414852</c:v>
                </c:pt>
                <c:pt idx="1">
                  <c:v>0.111887414852</c:v>
                </c:pt>
              </c:numCache>
            </c:numRef>
          </c:xVal>
          <c:yVal>
            <c:numRef>
              <c:f>'Chart Data'!$AZ$2:$AZ$3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ser>
          <c:idx val="26"/>
          <c:order val="26"/>
          <c:tx>
            <c:v>Teff = 0.241 s</c:v>
          </c:tx>
          <c:spPr>
            <a:ln xmlns:a="http://schemas.openxmlformats.org/drawingml/2006/main" w="20955">
              <a:solidFill>
                <a:srgbClr val="B7684B"/>
              </a:solidFill>
              <a:prstDash val="solid"/>
            </a:ln>
          </c:spPr>
          <c:xVal>
            <c:numRef>
              <c:f>'Chart Data'!$BA$2:$BA$3</c:f>
              <c:numCache>
                <c:formatCode>General</c:formatCode>
                <c:ptCount val="2"/>
                <c:pt idx="0">
                  <c:v>0.241382479912</c:v>
                </c:pt>
                <c:pt idx="1">
                  <c:v>0.241382479912</c:v>
                </c:pt>
              </c:numCache>
            </c:numRef>
          </c:xVal>
          <c:yVal>
            <c:numRef>
              <c:f>'Chart Data'!$BB$2:$BB$3</c:f>
              <c:numCache>
                <c:formatCode>0</c:formatCode>
                <c:ptCount val="2"/>
                <c:pt idx="0">
                  <c:v>0</c:v>
                </c:pt>
                <c:pt idx="1">
                  <c:v>50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Scaled spectral displacement Sd (mm)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0.35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Oscillator period T (s) — target range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Method 1 · T_B = 0.240 s</c:v>
          </c:tx>
          <c:spPr>
            <a:ln xmlns:a="http://schemas.openxmlformats.org/drawingml/2006/main" w="20003">
              <a:solidFill>
                <a:srgbClr val="276B8E"/>
              </a:solidFill>
              <a:prstDash val="solid"/>
            </a:ln>
          </c:spPr>
          <c:xVal>
            <c:numRef>
              <c:f>'Chart Data'!$A$2:$A$72</c:f>
              <c:numCache>
                <c:formatCode>General</c:formatCode>
                <c:ptCount val="71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</c:numCache>
            </c:numRef>
          </c:xVal>
          <c:yVal>
            <c:numRef>
              <c:f>'Chart Data'!$B$2:$B$72</c:f>
              <c:numCache>
                <c:formatCode>0.00</c:formatCode>
                <c:ptCount val="71"/>
                <c:pt idx="0">
                  <c:v>0</c:v>
                </c:pt>
                <c:pt idx="1">
                  <c:v>0.0009049462534</c:v>
                </c:pt>
                <c:pt idx="2">
                  <c:v>0.001736579143</c:v>
                </c:pt>
                <c:pt idx="3">
                  <c:v>0.002427524719</c:v>
                </c:pt>
                <c:pt idx="4">
                  <c:v>0.002921806679</c:v>
                </c:pt>
                <c:pt idx="5">
                  <c:v>0.003179381238</c:v>
                </c:pt>
                <c:pt idx="6">
                  <c:v>0.003179381238</c:v>
                </c:pt>
                <c:pt idx="7">
                  <c:v>0.002921806679</c:v>
                </c:pt>
                <c:pt idx="8">
                  <c:v>0.002427524719</c:v>
                </c:pt>
                <c:pt idx="9">
                  <c:v>0.001736579143</c:v>
                </c:pt>
                <c:pt idx="10">
                  <c:v>0.0009049462534</c:v>
                </c:pt>
                <c:pt idx="11">
                  <c:v>3.933658023E-19</c:v>
                </c:pt>
                <c:pt idx="12">
                  <c:v>-0.0009049462534</c:v>
                </c:pt>
                <c:pt idx="13">
                  <c:v>-0.001736579143</c:v>
                </c:pt>
                <c:pt idx="14">
                  <c:v>-0.002427524719</c:v>
                </c:pt>
                <c:pt idx="15">
                  <c:v>-0.002921806679</c:v>
                </c:pt>
                <c:pt idx="16">
                  <c:v>-0.003179381238</c:v>
                </c:pt>
                <c:pt idx="17">
                  <c:v>-0.003179381238</c:v>
                </c:pt>
                <c:pt idx="18">
                  <c:v>-0.002921806679</c:v>
                </c:pt>
                <c:pt idx="19">
                  <c:v>-0.002427524719</c:v>
                </c:pt>
                <c:pt idx="20">
                  <c:v>-0.001736579143</c:v>
                </c:pt>
                <c:pt idx="21">
                  <c:v>-0.0009049462534</c:v>
                </c:pt>
                <c:pt idx="22">
                  <c:v>-7.867316046E-19</c:v>
                </c:pt>
                <c:pt idx="23">
                  <c:v>0.01778197859</c:v>
                </c:pt>
                <c:pt idx="24">
                  <c:v>0.03525970261</c:v>
                </c:pt>
                <c:pt idx="25">
                  <c:v>0.05213412333</c:v>
                </c:pt>
                <c:pt idx="26">
                  <c:v>0.06811651475</c:v>
                </c:pt>
                <c:pt idx="27">
                  <c:v>0.08293341372</c:v>
                </c:pt>
                <c:pt idx="28">
                  <c:v>0.09633129898</c:v>
                </c:pt>
                <c:pt idx="29">
                  <c:v>0.108080929</c:v>
                </c:pt>
                <c:pt idx="30">
                  <c:v>0.1179812644</c:v>
                </c:pt>
                <c:pt idx="31">
                  <c:v>0.1258629076</c:v>
                </c:pt>
                <c:pt idx="32">
                  <c:v>0.1315910016</c:v>
                </c:pt>
                <c:pt idx="33">
                  <c:v>0.135067537</c:v>
                </c:pt>
                <c:pt idx="34">
                  <c:v>0.1362330295</c:v>
                </c:pt>
                <c:pt idx="35">
                  <c:v>0.135067537</c:v>
                </c:pt>
                <c:pt idx="36">
                  <c:v>0.1315910016</c:v>
                </c:pt>
                <c:pt idx="37">
                  <c:v>0.1258629076</c:v>
                </c:pt>
                <c:pt idx="38">
                  <c:v>0.1179812644</c:v>
                </c:pt>
                <c:pt idx="39">
                  <c:v>0.108080929</c:v>
                </c:pt>
                <c:pt idx="40">
                  <c:v>0.09633129898</c:v>
                </c:pt>
                <c:pt idx="41">
                  <c:v>0.08293341372</c:v>
                </c:pt>
                <c:pt idx="42">
                  <c:v>0.06811651475</c:v>
                </c:pt>
                <c:pt idx="43">
                  <c:v>0.05213412333</c:v>
                </c:pt>
                <c:pt idx="44">
                  <c:v>0.03525970261</c:v>
                </c:pt>
                <c:pt idx="45">
                  <c:v>0.01778197859</c:v>
                </c:pt>
                <c:pt idx="46">
                  <c:v>1.668373435E-17</c:v>
                </c:pt>
                <c:pt idx="47">
                  <c:v>-0.01778197859</c:v>
                </c:pt>
                <c:pt idx="48">
                  <c:v>-0.03525970261</c:v>
                </c:pt>
                <c:pt idx="49">
                  <c:v>-0.05213412333</c:v>
                </c:pt>
                <c:pt idx="50">
                  <c:v>-0.06811651475</c:v>
                </c:pt>
                <c:pt idx="51">
                  <c:v>-0.08293341372</c:v>
                </c:pt>
                <c:pt idx="52">
                  <c:v>-0.09633129898</c:v>
                </c:pt>
                <c:pt idx="53">
                  <c:v>-0.108080929</c:v>
                </c:pt>
                <c:pt idx="54">
                  <c:v>-0.1179812644</c:v>
                </c:pt>
                <c:pt idx="55">
                  <c:v>-0.1258629076</c:v>
                </c:pt>
                <c:pt idx="56">
                  <c:v>-0.1315910016</c:v>
                </c:pt>
                <c:pt idx="57">
                  <c:v>-0.135067537</c:v>
                </c:pt>
                <c:pt idx="58">
                  <c:v>-0.1362330295</c:v>
                </c:pt>
                <c:pt idx="59">
                  <c:v>-0.135067537</c:v>
                </c:pt>
                <c:pt idx="60">
                  <c:v>-0.1315910016</c:v>
                </c:pt>
                <c:pt idx="61">
                  <c:v>-0.1258629076</c:v>
                </c:pt>
                <c:pt idx="62">
                  <c:v>-0.1179812644</c:v>
                </c:pt>
                <c:pt idx="63">
                  <c:v>-0.108080929</c:v>
                </c:pt>
                <c:pt idx="64">
                  <c:v>-0.09633129898</c:v>
                </c:pt>
                <c:pt idx="65">
                  <c:v>-0.08293341372</c:v>
                </c:pt>
                <c:pt idx="66">
                  <c:v>-0.06811651475</c:v>
                </c:pt>
                <c:pt idx="67">
                  <c:v>-0.05213412333</c:v>
                </c:pt>
                <c:pt idx="68">
                  <c:v>-0.03525970261</c:v>
                </c:pt>
                <c:pt idx="69">
                  <c:v>-0.01778197859</c:v>
                </c:pt>
                <c:pt idx="70">
                  <c:v>-3.33674687E-17</c:v>
                </c:pt>
              </c:numCache>
            </c:numRef>
          </c:yVal>
        </c:ser>
        <c:ser>
          <c:idx val="1"/>
          <c:order val="1"/>
          <c:tx>
            <c:v>Method 2 · T_B = 0.260 s</c:v>
          </c:tx>
          <c:spPr>
            <a:ln xmlns:a="http://schemas.openxmlformats.org/drawingml/2006/main" w="20003">
              <a:solidFill>
                <a:srgbClr val="E07A2D"/>
              </a:solidFill>
              <a:prstDash val="solid"/>
            </a:ln>
          </c:spPr>
          <c:xVal>
            <c:numRef>
              <c:f>'Chart Data'!$C$2:$C$76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Data'!$D$2:$D$76</c:f>
              <c:numCache>
                <c:formatCode>0.00</c:formatCode>
                <c:ptCount val="75"/>
                <c:pt idx="0">
                  <c:v>0</c:v>
                </c:pt>
                <c:pt idx="1">
                  <c:v>0.002373719105</c:v>
                </c:pt>
                <c:pt idx="2">
                  <c:v>0.004555133605</c:v>
                </c:pt>
                <c:pt idx="3">
                  <c:v>0.006367518271</c:v>
                </c:pt>
                <c:pt idx="4">
                  <c:v>0.007664044476</c:v>
                </c:pt>
                <c:pt idx="5">
                  <c:v>0.008339675377</c:v>
                </c:pt>
                <c:pt idx="6">
                  <c:v>0.008339675377</c:v>
                </c:pt>
                <c:pt idx="7">
                  <c:v>0.007664044476</c:v>
                </c:pt>
                <c:pt idx="8">
                  <c:v>0.006367518271</c:v>
                </c:pt>
                <c:pt idx="9">
                  <c:v>0.004555133605</c:v>
                </c:pt>
                <c:pt idx="10">
                  <c:v>0.002373719105</c:v>
                </c:pt>
                <c:pt idx="11">
                  <c:v>1.031818096E-18</c:v>
                </c:pt>
                <c:pt idx="12">
                  <c:v>-0.002373719105</c:v>
                </c:pt>
                <c:pt idx="13">
                  <c:v>-0.004555133605</c:v>
                </c:pt>
                <c:pt idx="14">
                  <c:v>-0.006367518271</c:v>
                </c:pt>
                <c:pt idx="15">
                  <c:v>-0.007664044476</c:v>
                </c:pt>
                <c:pt idx="16">
                  <c:v>-0.008339675377</c:v>
                </c:pt>
                <c:pt idx="17">
                  <c:v>-0.008339675377</c:v>
                </c:pt>
                <c:pt idx="18">
                  <c:v>-0.007664044476</c:v>
                </c:pt>
                <c:pt idx="19">
                  <c:v>-0.006367518271</c:v>
                </c:pt>
                <c:pt idx="20">
                  <c:v>-0.004555133605</c:v>
                </c:pt>
                <c:pt idx="21">
                  <c:v>-0.002373719105</c:v>
                </c:pt>
                <c:pt idx="22">
                  <c:v>-2.063636192E-18</c:v>
                </c:pt>
                <c:pt idx="23">
                  <c:v>0.01624760626</c:v>
                </c:pt>
                <c:pt idx="24">
                  <c:v>0.03225828584</c:v>
                </c:pt>
                <c:pt idx="25">
                  <c:v>0.04779856697</c:v>
                </c:pt>
                <c:pt idx="26">
                  <c:v>0.06264183736</c:v>
                </c:pt>
                <c:pt idx="27">
                  <c:v>0.0765716487</c:v>
                </c:pt>
                <c:pt idx="28">
                  <c:v>0.08938487298</c:v>
                </c:pt>
                <c:pt idx="29">
                  <c:v>0.1008946645</c:v>
                </c:pt>
                <c:pt idx="30">
                  <c:v>0.1109331847</c:v>
                </c:pt>
                <c:pt idx="31">
                  <c:v>0.1193540492</c:v>
                </c:pt>
                <c:pt idx="32">
                  <c:v>0.1260344629</c:v>
                </c:pt>
                <c:pt idx="33">
                  <c:v>0.1308770104</c:v>
                </c:pt>
                <c:pt idx="34">
                  <c:v>0.1338110763</c:v>
                </c:pt>
                <c:pt idx="35">
                  <c:v>0.1347938754</c:v>
                </c:pt>
                <c:pt idx="36">
                  <c:v>0.1338110763</c:v>
                </c:pt>
                <c:pt idx="37">
                  <c:v>0.1308770104</c:v>
                </c:pt>
                <c:pt idx="38">
                  <c:v>0.1260344629</c:v>
                </c:pt>
                <c:pt idx="39">
                  <c:v>0.1193540492</c:v>
                </c:pt>
                <c:pt idx="40">
                  <c:v>0.1109331847</c:v>
                </c:pt>
                <c:pt idx="41">
                  <c:v>0.1008946645</c:v>
                </c:pt>
                <c:pt idx="42">
                  <c:v>0.08938487298</c:v>
                </c:pt>
                <c:pt idx="43">
                  <c:v>0.0765716487</c:v>
                </c:pt>
                <c:pt idx="44">
                  <c:v>0.06264183736</c:v>
                </c:pt>
                <c:pt idx="45">
                  <c:v>0.04779856697</c:v>
                </c:pt>
                <c:pt idx="46">
                  <c:v>0.03225828584</c:v>
                </c:pt>
                <c:pt idx="47">
                  <c:v>0.01624760626</c:v>
                </c:pt>
                <c:pt idx="48">
                  <c:v>1.650748881E-17</c:v>
                </c:pt>
                <c:pt idx="49">
                  <c:v>-0.01624760626</c:v>
                </c:pt>
                <c:pt idx="50">
                  <c:v>-0.03225828584</c:v>
                </c:pt>
                <c:pt idx="51">
                  <c:v>-0.04779856697</c:v>
                </c:pt>
                <c:pt idx="52">
                  <c:v>-0.06264183736</c:v>
                </c:pt>
                <c:pt idx="53">
                  <c:v>-0.0765716487</c:v>
                </c:pt>
                <c:pt idx="54">
                  <c:v>-0.08938487298</c:v>
                </c:pt>
                <c:pt idx="55">
                  <c:v>-0.1008946645</c:v>
                </c:pt>
                <c:pt idx="56">
                  <c:v>-0.1109331847</c:v>
                </c:pt>
                <c:pt idx="57">
                  <c:v>-0.1193540492</c:v>
                </c:pt>
                <c:pt idx="58">
                  <c:v>-0.1260344629</c:v>
                </c:pt>
                <c:pt idx="59">
                  <c:v>-0.1308770104</c:v>
                </c:pt>
                <c:pt idx="60">
                  <c:v>-0.1338110763</c:v>
                </c:pt>
                <c:pt idx="61">
                  <c:v>-0.1347938754</c:v>
                </c:pt>
                <c:pt idx="62">
                  <c:v>-0.1338110763</c:v>
                </c:pt>
                <c:pt idx="63">
                  <c:v>-0.1308770104</c:v>
                </c:pt>
                <c:pt idx="64">
                  <c:v>-0.1260344629</c:v>
                </c:pt>
                <c:pt idx="65">
                  <c:v>-0.1193540492</c:v>
                </c:pt>
                <c:pt idx="66">
                  <c:v>-0.1109331847</c:v>
                </c:pt>
                <c:pt idx="67">
                  <c:v>-0.1008946645</c:v>
                </c:pt>
                <c:pt idx="68">
                  <c:v>-0.08938487298</c:v>
                </c:pt>
                <c:pt idx="69">
                  <c:v>-0.0765716487</c:v>
                </c:pt>
                <c:pt idx="70">
                  <c:v>-0.06264183736</c:v>
                </c:pt>
                <c:pt idx="71">
                  <c:v>-0.04779856697</c:v>
                </c:pt>
                <c:pt idx="72">
                  <c:v>-0.03225828584</c:v>
                </c:pt>
                <c:pt idx="73">
                  <c:v>-0.01624760626</c:v>
                </c:pt>
                <c:pt idx="74">
                  <c:v>-3.301497762E-17</c:v>
                </c:pt>
              </c:numCache>
            </c:numRef>
          </c:yVal>
        </c:ser>
        <c:ser>
          <c:idx val="2"/>
          <c:order val="2"/>
          <c:tx>
            <c:v>Method 3 · T_B = 0.135 s</c:v>
          </c:tx>
          <c:spPr>
            <a:ln xmlns:a="http://schemas.openxmlformats.org/drawingml/2006/main" w="20003">
              <a:solidFill>
                <a:srgbClr val="3E8C61"/>
              </a:solidFill>
              <a:prstDash val="solid"/>
            </a:ln>
          </c:spPr>
          <c:xVal>
            <c:numRef>
              <c:f>'Chart Data'!$E$2:$E$51</c:f>
              <c:numCache>
                <c:formatCode>General</c:formatCode>
                <c:ptCount val="50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</c:numCache>
            </c:numRef>
          </c:xVal>
          <c:yVal>
            <c:numRef>
              <c:f>'Chart Data'!$F$2:$F$51</c:f>
              <c:numCache>
                <c:formatCode>0.00</c:formatCode>
                <c:ptCount val="50"/>
                <c:pt idx="0">
                  <c:v>0</c:v>
                </c:pt>
                <c:pt idx="1">
                  <c:v>0.002270029154</c:v>
                </c:pt>
                <c:pt idx="2">
                  <c:v>0.004356154046</c:v>
                </c:pt>
                <c:pt idx="3">
                  <c:v>0.006089369244</c:v>
                </c:pt>
                <c:pt idx="4">
                  <c:v>0.007329259961</c:v>
                </c:pt>
                <c:pt idx="5">
                  <c:v>0.007975377625</c:v>
                </c:pt>
                <c:pt idx="6">
                  <c:v>0.007975377625</c:v>
                </c:pt>
                <c:pt idx="7">
                  <c:v>0.007329259961</c:v>
                </c:pt>
                <c:pt idx="8">
                  <c:v>0.006089369244</c:v>
                </c:pt>
                <c:pt idx="9">
                  <c:v>0.004356154046</c:v>
                </c:pt>
                <c:pt idx="10">
                  <c:v>0.002270029154</c:v>
                </c:pt>
                <c:pt idx="11">
                  <c:v>9.867457167E-19</c:v>
                </c:pt>
                <c:pt idx="12">
                  <c:v>-0.002270029154</c:v>
                </c:pt>
                <c:pt idx="13">
                  <c:v>-0.004356154046</c:v>
                </c:pt>
                <c:pt idx="14">
                  <c:v>-0.006089369244</c:v>
                </c:pt>
                <c:pt idx="15">
                  <c:v>-0.007329259961</c:v>
                </c:pt>
                <c:pt idx="16">
                  <c:v>-0.007975377625</c:v>
                </c:pt>
                <c:pt idx="17">
                  <c:v>-0.007975377625</c:v>
                </c:pt>
                <c:pt idx="18">
                  <c:v>-0.007329259961</c:v>
                </c:pt>
                <c:pt idx="19">
                  <c:v>-0.006089369244</c:v>
                </c:pt>
                <c:pt idx="20">
                  <c:v>-0.004356154046</c:v>
                </c:pt>
                <c:pt idx="21">
                  <c:v>-0.002270029154</c:v>
                </c:pt>
                <c:pt idx="22">
                  <c:v>-1.973491433E-18</c:v>
                </c:pt>
                <c:pt idx="23">
                  <c:v>0.01301876013</c:v>
                </c:pt>
                <c:pt idx="24">
                  <c:v>0.02533567552</c:v>
                </c:pt>
                <c:pt idx="25">
                  <c:v>0.0362867381</c:v>
                </c:pt>
                <c:pt idx="26">
                  <c:v>0.04528157323</c:v>
                </c:pt>
                <c:pt idx="27">
                  <c:v>0.05183526702</c:v>
                </c:pt>
                <c:pt idx="28">
                  <c:v>0.05559450815</c:v>
                </c:pt>
                <c:pt idx="29">
                  <c:v>0.05635663496</c:v>
                </c:pt>
                <c:pt idx="30">
                  <c:v>0.05408056099</c:v>
                </c:pt>
                <c:pt idx="31">
                  <c:v>0.04888898998</c:v>
                </c:pt>
                <c:pt idx="32">
                  <c:v>0.04106180087</c:v>
                </c:pt>
                <c:pt idx="33">
                  <c:v>0.03102095944</c:v>
                </c:pt>
                <c:pt idx="34">
                  <c:v>0.01930777006</c:v>
                </c:pt>
                <c:pt idx="35">
                  <c:v>0.006553693796</c:v>
                </c:pt>
                <c:pt idx="36">
                  <c:v>-0.006553693796</c:v>
                </c:pt>
                <c:pt idx="37">
                  <c:v>-0.01930777006</c:v>
                </c:pt>
                <c:pt idx="38">
                  <c:v>-0.03102095944</c:v>
                </c:pt>
                <c:pt idx="39">
                  <c:v>-0.04106180087</c:v>
                </c:pt>
                <c:pt idx="40">
                  <c:v>-0.04888898998</c:v>
                </c:pt>
                <c:pt idx="41">
                  <c:v>-0.05408056099</c:v>
                </c:pt>
                <c:pt idx="42">
                  <c:v>-0.05635663496</c:v>
                </c:pt>
                <c:pt idx="43">
                  <c:v>-0.05559450815</c:v>
                </c:pt>
                <c:pt idx="44">
                  <c:v>-0.05183526702</c:v>
                </c:pt>
                <c:pt idx="45">
                  <c:v>-0.04528157323</c:v>
                </c:pt>
                <c:pt idx="46">
                  <c:v>-0.0362867381</c:v>
                </c:pt>
                <c:pt idx="47">
                  <c:v>-0.02533567552</c:v>
                </c:pt>
                <c:pt idx="48">
                  <c:v>-0.01301876013</c:v>
                </c:pt>
                <c:pt idx="49">
                  <c:v>-1.382678726E-17</c:v>
                </c:pt>
              </c:numCache>
            </c:numRef>
          </c:yVal>
        </c:ser>
        <c:ser>
          <c:idx val="3"/>
          <c:order val="3"/>
          <c:tx>
            <c:v>Method 4 · T_B = 0.260 s</c:v>
          </c:tx>
          <c:spPr>
            <a:ln xmlns:a="http://schemas.openxmlformats.org/drawingml/2006/main" w="20003">
              <a:solidFill>
                <a:srgbClr val="A14D8D"/>
              </a:solidFill>
              <a:prstDash val="solid"/>
            </a:ln>
          </c:spPr>
          <c:xVal>
            <c:numRef>
              <c:f>'Chart Data'!$G$2:$G$76</c:f>
              <c:numCache>
                <c:formatCode>General</c:formatCode>
                <c:ptCount val="75"/>
                <c:pt idx="0">
                  <c:v>0</c:v>
                </c:pt>
                <c:pt idx="1">
                  <c:v>0.005</c:v>
                </c:pt>
                <c:pt idx="2">
                  <c:v>0.01</c:v>
                </c:pt>
                <c:pt idx="3">
                  <c:v>0.015</c:v>
                </c:pt>
                <c:pt idx="4">
                  <c:v>0.02</c:v>
                </c:pt>
                <c:pt idx="5">
                  <c:v>0.025</c:v>
                </c:pt>
                <c:pt idx="6">
                  <c:v>0.03</c:v>
                </c:pt>
                <c:pt idx="7">
                  <c:v>0.035</c:v>
                </c:pt>
                <c:pt idx="8">
                  <c:v>0.04</c:v>
                </c:pt>
                <c:pt idx="9">
                  <c:v>0.045</c:v>
                </c:pt>
                <c:pt idx="10">
                  <c:v>0.05</c:v>
                </c:pt>
                <c:pt idx="11">
                  <c:v>0.055</c:v>
                </c:pt>
                <c:pt idx="12">
                  <c:v>0.06</c:v>
                </c:pt>
                <c:pt idx="13">
                  <c:v>0.065</c:v>
                </c:pt>
                <c:pt idx="14">
                  <c:v>0.07</c:v>
                </c:pt>
                <c:pt idx="15">
                  <c:v>0.075</c:v>
                </c:pt>
                <c:pt idx="16">
                  <c:v>0.08</c:v>
                </c:pt>
                <c:pt idx="17">
                  <c:v>0.085</c:v>
                </c:pt>
                <c:pt idx="18">
                  <c:v>0.09</c:v>
                </c:pt>
                <c:pt idx="19">
                  <c:v>0.095</c:v>
                </c:pt>
                <c:pt idx="20">
                  <c:v>0.1</c:v>
                </c:pt>
                <c:pt idx="21">
                  <c:v>0.105</c:v>
                </c:pt>
                <c:pt idx="22">
                  <c:v>0.11</c:v>
                </c:pt>
                <c:pt idx="23">
                  <c:v>0.115</c:v>
                </c:pt>
                <c:pt idx="24">
                  <c:v>0.12</c:v>
                </c:pt>
                <c:pt idx="25">
                  <c:v>0.125</c:v>
                </c:pt>
                <c:pt idx="26">
                  <c:v>0.13</c:v>
                </c:pt>
                <c:pt idx="27">
                  <c:v>0.135</c:v>
                </c:pt>
                <c:pt idx="28">
                  <c:v>0.14</c:v>
                </c:pt>
                <c:pt idx="29">
                  <c:v>0.145</c:v>
                </c:pt>
                <c:pt idx="30">
                  <c:v>0.15</c:v>
                </c:pt>
                <c:pt idx="31">
                  <c:v>0.155</c:v>
                </c:pt>
                <c:pt idx="32">
                  <c:v>0.16</c:v>
                </c:pt>
                <c:pt idx="33">
                  <c:v>0.165</c:v>
                </c:pt>
                <c:pt idx="34">
                  <c:v>0.17</c:v>
                </c:pt>
                <c:pt idx="35">
                  <c:v>0.175</c:v>
                </c:pt>
                <c:pt idx="36">
                  <c:v>0.18</c:v>
                </c:pt>
                <c:pt idx="37">
                  <c:v>0.185</c:v>
                </c:pt>
                <c:pt idx="38">
                  <c:v>0.19</c:v>
                </c:pt>
                <c:pt idx="39">
                  <c:v>0.195</c:v>
                </c:pt>
                <c:pt idx="40">
                  <c:v>0.2</c:v>
                </c:pt>
                <c:pt idx="41">
                  <c:v>0.205</c:v>
                </c:pt>
                <c:pt idx="42">
                  <c:v>0.21</c:v>
                </c:pt>
                <c:pt idx="43">
                  <c:v>0.215</c:v>
                </c:pt>
                <c:pt idx="44">
                  <c:v>0.22</c:v>
                </c:pt>
                <c:pt idx="45">
                  <c:v>0.225</c:v>
                </c:pt>
                <c:pt idx="46">
                  <c:v>0.23</c:v>
                </c:pt>
                <c:pt idx="47">
                  <c:v>0.235</c:v>
                </c:pt>
                <c:pt idx="48">
                  <c:v>0.24</c:v>
                </c:pt>
                <c:pt idx="49">
                  <c:v>0.245</c:v>
                </c:pt>
                <c:pt idx="50">
                  <c:v>0.25</c:v>
                </c:pt>
                <c:pt idx="51">
                  <c:v>0.255</c:v>
                </c:pt>
                <c:pt idx="52">
                  <c:v>0.26</c:v>
                </c:pt>
                <c:pt idx="53">
                  <c:v>0.265</c:v>
                </c:pt>
                <c:pt idx="54">
                  <c:v>0.27</c:v>
                </c:pt>
                <c:pt idx="55">
                  <c:v>0.275</c:v>
                </c:pt>
                <c:pt idx="56">
                  <c:v>0.28</c:v>
                </c:pt>
                <c:pt idx="57">
                  <c:v>0.285</c:v>
                </c:pt>
                <c:pt idx="58">
                  <c:v>0.29</c:v>
                </c:pt>
                <c:pt idx="59">
                  <c:v>0.295</c:v>
                </c:pt>
                <c:pt idx="60">
                  <c:v>0.3</c:v>
                </c:pt>
                <c:pt idx="61">
                  <c:v>0.305</c:v>
                </c:pt>
                <c:pt idx="62">
                  <c:v>0.31</c:v>
                </c:pt>
                <c:pt idx="63">
                  <c:v>0.315</c:v>
                </c:pt>
                <c:pt idx="64">
                  <c:v>0.32</c:v>
                </c:pt>
                <c:pt idx="65">
                  <c:v>0.325</c:v>
                </c:pt>
                <c:pt idx="66">
                  <c:v>0.33</c:v>
                </c:pt>
                <c:pt idx="67">
                  <c:v>0.335</c:v>
                </c:pt>
                <c:pt idx="68">
                  <c:v>0.34</c:v>
                </c:pt>
                <c:pt idx="69">
                  <c:v>0.345</c:v>
                </c:pt>
                <c:pt idx="70">
                  <c:v>0.35</c:v>
                </c:pt>
                <c:pt idx="71">
                  <c:v>0.355</c:v>
                </c:pt>
                <c:pt idx="72">
                  <c:v>0.36</c:v>
                </c:pt>
                <c:pt idx="73">
                  <c:v>0.365</c:v>
                </c:pt>
                <c:pt idx="74">
                  <c:v>0.37</c:v>
                </c:pt>
              </c:numCache>
            </c:numRef>
          </c:xVal>
          <c:yVal>
            <c:numRef>
              <c:f>'Chart Data'!$H$2:$H$76</c:f>
              <c:numCache>
                <c:formatCode>0.00</c:formatCode>
                <c:ptCount val="75"/>
                <c:pt idx="0">
                  <c:v>0</c:v>
                </c:pt>
                <c:pt idx="1">
                  <c:v>0.004587970645</c:v>
                </c:pt>
                <c:pt idx="2">
                  <c:v>0.008804251194</c:v>
                </c:pt>
                <c:pt idx="3">
                  <c:v>0.01230726367</c:v>
                </c:pt>
                <c:pt idx="4">
                  <c:v>0.01481321484</c:v>
                </c:pt>
                <c:pt idx="5">
                  <c:v>0.01611908744</c:v>
                </c:pt>
                <c:pt idx="6">
                  <c:v>0.01611908744</c:v>
                </c:pt>
                <c:pt idx="7">
                  <c:v>0.01481321484</c:v>
                </c:pt>
                <c:pt idx="8">
                  <c:v>0.01230726367</c:v>
                </c:pt>
                <c:pt idx="9">
                  <c:v>0.008804251194</c:v>
                </c:pt>
                <c:pt idx="10">
                  <c:v>0.004587970645</c:v>
                </c:pt>
                <c:pt idx="11">
                  <c:v>1.994318167E-18</c:v>
                </c:pt>
                <c:pt idx="12">
                  <c:v>-0.004587970645</c:v>
                </c:pt>
                <c:pt idx="13">
                  <c:v>-0.008804251194</c:v>
                </c:pt>
                <c:pt idx="14">
                  <c:v>-0.01230726367</c:v>
                </c:pt>
                <c:pt idx="15">
                  <c:v>-0.01481321484</c:v>
                </c:pt>
                <c:pt idx="16">
                  <c:v>-0.01611908744</c:v>
                </c:pt>
                <c:pt idx="17">
                  <c:v>-0.01611908744</c:v>
                </c:pt>
                <c:pt idx="18">
                  <c:v>-0.01481321484</c:v>
                </c:pt>
                <c:pt idx="19">
                  <c:v>-0.01230726367</c:v>
                </c:pt>
                <c:pt idx="20">
                  <c:v>-0.008804251194</c:v>
                </c:pt>
                <c:pt idx="21">
                  <c:v>-0.004587970645</c:v>
                </c:pt>
                <c:pt idx="22">
                  <c:v>-3.988636335E-18</c:v>
                </c:pt>
                <c:pt idx="23">
                  <c:v>0.013902475</c:v>
                </c:pt>
                <c:pt idx="24">
                  <c:v>0.02760222061</c:v>
                </c:pt>
                <c:pt idx="25">
                  <c:v>0.04089946369</c:v>
                </c:pt>
                <c:pt idx="26">
                  <c:v>0.05360030049</c:v>
                </c:pt>
                <c:pt idx="27">
                  <c:v>0.06551952421</c:v>
                </c:pt>
                <c:pt idx="28">
                  <c:v>0.07648332573</c:v>
                </c:pt>
                <c:pt idx="29">
                  <c:v>0.08633182813</c:v>
                </c:pt>
                <c:pt idx="30">
                  <c:v>0.09492141808</c:v>
                </c:pt>
                <c:pt idx="31">
                  <c:v>0.10212684</c:v>
                </c:pt>
                <c:pt idx="32">
                  <c:v>0.1078430226</c:v>
                </c:pt>
                <c:pt idx="33">
                  <c:v>0.1119866112</c:v>
                </c:pt>
                <c:pt idx="34">
                  <c:v>0.1144971827</c:v>
                </c:pt>
                <c:pt idx="35">
                  <c:v>0.1153381275</c:v>
                </c:pt>
                <c:pt idx="36">
                  <c:v>0.1144971827</c:v>
                </c:pt>
                <c:pt idx="37">
                  <c:v>0.1119866112</c:v>
                </c:pt>
                <c:pt idx="38">
                  <c:v>0.1078430226</c:v>
                </c:pt>
                <c:pt idx="39">
                  <c:v>0.10212684</c:v>
                </c:pt>
                <c:pt idx="40">
                  <c:v>0.09492141808</c:v>
                </c:pt>
                <c:pt idx="41">
                  <c:v>0.08633182813</c:v>
                </c:pt>
                <c:pt idx="42">
                  <c:v>0.07648332573</c:v>
                </c:pt>
                <c:pt idx="43">
                  <c:v>0.06551952421</c:v>
                </c:pt>
                <c:pt idx="44">
                  <c:v>0.05360030049</c:v>
                </c:pt>
                <c:pt idx="45">
                  <c:v>0.04089946369</c:v>
                </c:pt>
                <c:pt idx="46">
                  <c:v>0.02760222061</c:v>
                </c:pt>
                <c:pt idx="47">
                  <c:v>0.013902475</c:v>
                </c:pt>
                <c:pt idx="48">
                  <c:v>1.412484687E-17</c:v>
                </c:pt>
                <c:pt idx="49">
                  <c:v>-0.013902475</c:v>
                </c:pt>
                <c:pt idx="50">
                  <c:v>-0.02760222061</c:v>
                </c:pt>
                <c:pt idx="51">
                  <c:v>-0.04089946369</c:v>
                </c:pt>
                <c:pt idx="52">
                  <c:v>-0.05360030049</c:v>
                </c:pt>
                <c:pt idx="53">
                  <c:v>-0.06551952421</c:v>
                </c:pt>
                <c:pt idx="54">
                  <c:v>-0.07648332573</c:v>
                </c:pt>
                <c:pt idx="55">
                  <c:v>-0.08633182813</c:v>
                </c:pt>
                <c:pt idx="56">
                  <c:v>-0.09492141808</c:v>
                </c:pt>
                <c:pt idx="57">
                  <c:v>-0.10212684</c:v>
                </c:pt>
                <c:pt idx="58">
                  <c:v>-0.1078430226</c:v>
                </c:pt>
                <c:pt idx="59">
                  <c:v>-0.1119866112</c:v>
                </c:pt>
                <c:pt idx="60">
                  <c:v>-0.1144971827</c:v>
                </c:pt>
                <c:pt idx="61">
                  <c:v>-0.1153381275</c:v>
                </c:pt>
                <c:pt idx="62">
                  <c:v>-0.1144971827</c:v>
                </c:pt>
                <c:pt idx="63">
                  <c:v>-0.1119866112</c:v>
                </c:pt>
                <c:pt idx="64">
                  <c:v>-0.1078430226</c:v>
                </c:pt>
                <c:pt idx="65">
                  <c:v>-0.10212684</c:v>
                </c:pt>
                <c:pt idx="66">
                  <c:v>-0.09492141808</c:v>
                </c:pt>
                <c:pt idx="67">
                  <c:v>-0.08633182813</c:v>
                </c:pt>
                <c:pt idx="68">
                  <c:v>-0.07648332573</c:v>
                </c:pt>
                <c:pt idx="69">
                  <c:v>-0.06551952421</c:v>
                </c:pt>
                <c:pt idx="70">
                  <c:v>-0.05360030049</c:v>
                </c:pt>
                <c:pt idx="71">
                  <c:v>-0.04089946369</c:v>
                </c:pt>
                <c:pt idx="72">
                  <c:v>-0.02760222061</c:v>
                </c:pt>
                <c:pt idx="73">
                  <c:v>-0.013902475</c:v>
                </c:pt>
                <c:pt idx="74">
                  <c:v>-2.824969374E-17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16"/>
          <c:min val="-0.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Applied table velocity (m/s)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majorUnit val="0.08"/>
      </c:valAx>
      <c:valAx>
        <c:axId val="48650112"/>
        <c:scaling>
          <c:orientation val="minMax"/>
          <c:max val="0.37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Time (s)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272523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US-1 Test 9</c:v>
          </c:tx>
          <c:spPr>
            <a:ln xmlns:a="http://schemas.openxmlformats.org/drawingml/2006/main" w="28575">
              <a:solidFill>
                <a:srgbClr val="B7684B"/>
              </a:solidFill>
              <a:prstDash val="solid"/>
            </a:ln>
          </c:spPr>
          <c:marker>
            <c:symbol val="diamond"/>
            <c:size val="8"/>
            <c:spPr>
              <a:solidFill xmlns:a="http://schemas.openxmlformats.org/drawingml/2006/main">
                <a:srgbClr val="B7684B"/>
              </a:solidFill>
            </c:spPr>
          </c:marker>
          <c:cat>
            <c:numRef>
              <c:f>'Chart Data'!$A$2:$A$5</c:f>
              <c:numCache>
                <c:formatCode>General</c:formatCode>
                <c:ptCount val="4"/>
                <c:pt idx="0">
                  <c:v>21</c:v>
                </c:pt>
                <c:pt idx="1">
                  <c:v>22</c:v>
                </c:pt>
                <c:pt idx="2">
                  <c:v>23</c:v>
                </c:pt>
                <c:pt idx="3">
                  <c:v>24</c:v>
                </c:pt>
              </c:numCache>
            </c:num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2.756</c:v>
                </c:pt>
                <c:pt idx="1">
                  <c:v>2.529</c:v>
                </c:pt>
                <c:pt idx="2">
                  <c:v>2.3965</c:v>
                </c:pt>
                <c:pt idx="3">
                  <c:v>6.035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FR76 sequence run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D9D4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75">
                    <a:solidFill>
                      <a:srgbClr val="272523"/>
                    </a:solidFill>
                    <a:latin typeface="Calibri"/>
                    <a:ea typeface="Calibri"/>
                    <a:cs typeface="Calibri"/>
                  </a:rPr>
                  <a:t>Settled residual tilt Y (degrees)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>
                  <a:solidFill>
                    <a:srgbClr val="272523"/>
                  </a:solidFill>
                  <a:latin typeface="Calibri"/>
                  <a:ea typeface="Calibri"/>
                  <a:cs typeface="Calibr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918B85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C29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1AA6698-4A66-46CE-A8F4-F0789952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85925"/>
            <a:ext cx="9810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Adaptive sinusoidal spectral matching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defRPr>
            </a:pPr>
            <a:r>
              <a:rPr sz="3750" b="1" i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 out-of-plane masonry walls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3FA9E8E-1B62-4301-BAA6-0E78CE387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defRPr>
            </a:pPr>
            <a:r>
              <a:rPr sz="1875" b="0" i="0">
                <a:solidFill>
                  <a:srgbClr val="D7D2CE"/>
                </a:solidFill>
                <a:latin typeface="Calibri"/>
                <a:ea typeface="Calibri"/>
                <a:cs typeface="Calibri"/>
              </a:rPr>
              <a:t>Four Route 2 methods tested from the common Strategy F Run 21 state</a:t>
            </a:r>
          </a:p>
        </p:txBody>
      </p:sp>
      <p:sp>
        <p:nvSpPr>
          <p:cNvPr id="3" name="cover-meta">
            <a:extLst xmlns:a="http://schemas.openxmlformats.org/drawingml/2006/main">
              <a:ext uri="{FF2B5EF4-FFF2-40B4-BE49-F238E27FC236}">
                <a16:creationId xmlns:a16="http://schemas.microsoft.com/office/drawing/2014/main" id="{B44B0ECD-A9D5-4645-98B7-8CDCBE36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C4BFBB"/>
                </a:solidFill>
                <a:latin typeface="Calibri"/>
                <a:ea typeface="Calibri"/>
                <a:cs typeface="Calibri"/>
              </a:rPr>
              <a:t>Progress meeting, Hanze SAFEGo US-1, 5 October 2026</a:t>
            </a:r>
          </a:p>
        </p:txBody>
      </p:sp>
      <p:sp>
        <p:nvSpPr>
          <p:cNvPr id="4" name="cover-terracotta-circle">
            <a:extLst xmlns:a="http://schemas.openxmlformats.org/drawingml/2006/main">
              <a:ext uri="{FF2B5EF4-FFF2-40B4-BE49-F238E27FC236}">
                <a16:creationId xmlns:a16="http://schemas.microsoft.com/office/drawing/2014/main" id="{9551185B-AF3B-4A9C-9488-820508F5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324350"/>
            <a:ext cx="1952625" cy="1952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5881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lide-number-circle-1">
            <a:extLst xmlns:a="http://schemas.openxmlformats.org/drawingml/2006/main">
              <a:ext uri="{FF2B5EF4-FFF2-40B4-BE49-F238E27FC236}">
                <a16:creationId xmlns:a16="http://schemas.microsoft.com/office/drawing/2014/main" id="{A81045D1-8EA1-401F-A8B6-71B7ED29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">
            <a:extLst xmlns:a="http://schemas.openxmlformats.org/drawingml/2006/main">
              <a:ext uri="{FF2B5EF4-FFF2-40B4-BE49-F238E27FC236}">
                <a16:creationId xmlns:a16="http://schemas.microsoft.com/office/drawing/2014/main" id="{553F1738-AC2B-4CAE-B037-CF763BD96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" name="slide-title-1">
            <a:extLst xmlns:a="http://schemas.openxmlformats.org/drawingml/2006/main">
              <a:ext uri="{FF2B5EF4-FFF2-40B4-BE49-F238E27FC236}">
                <a16:creationId xmlns:a16="http://schemas.microsoft.com/office/drawing/2014/main" id="{D049E1CB-15FB-4AA5-BE14-C7436F8B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Four Route 2 methods</a:t>
            </a:r>
          </a:p>
        </p:txBody>
      </p:sp>
      <p:sp>
        <p:nvSpPr>
          <p:cNvPr id="4" name="slide-subtitle-1">
            <a:extLst xmlns:a="http://schemas.openxmlformats.org/drawingml/2006/main">
              <a:ext uri="{FF2B5EF4-FFF2-40B4-BE49-F238E27FC236}">
                <a16:creationId xmlns:a16="http://schemas.microsoft.com/office/drawing/2014/main" id="{C67E1BDE-B806-4455-8CCA-75F94E24A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Two target rules crossed with two Wave B carrier periods</a:t>
            </a:r>
          </a:p>
        </p:txBody>
      </p:sp>
      <p:sp>
        <p:nvSpPr>
          <p:cNvPr id="5" name="method-1-surface">
            <a:extLst xmlns:a="http://schemas.openxmlformats.org/drawingml/2006/main">
              <a:ext uri="{FF2B5EF4-FFF2-40B4-BE49-F238E27FC236}">
                <a16:creationId xmlns:a16="http://schemas.microsoft.com/office/drawing/2014/main" id="{C1B5D59B-080E-4FDC-B8EA-CA472091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method-1-accent">
            <a:extLst xmlns:a="http://schemas.openxmlformats.org/drawingml/2006/main">
              <a:ext uri="{FF2B5EF4-FFF2-40B4-BE49-F238E27FC236}">
                <a16:creationId xmlns:a16="http://schemas.microsoft.com/office/drawing/2014/main" id="{4D078264-A5DC-4E0E-9F38-0C616571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1-title">
            <a:extLst xmlns:a="http://schemas.openxmlformats.org/drawingml/2006/main">
              <a:ext uri="{FF2B5EF4-FFF2-40B4-BE49-F238E27FC236}">
                <a16:creationId xmlns:a16="http://schemas.microsoft.com/office/drawing/2014/main" id="{1981CCFE-D8F9-4B47-9F8E-66C87BDB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Method 1</a:t>
            </a:r>
          </a:p>
        </p:txBody>
      </p:sp>
      <p:sp>
        <p:nvSpPr>
          <p:cNvPr id="8" name="method-1-target">
            <a:extLst xmlns:a="http://schemas.openxmlformats.org/drawingml/2006/main">
              <a:ext uri="{FF2B5EF4-FFF2-40B4-BE49-F238E27FC236}">
                <a16:creationId xmlns:a16="http://schemas.microsoft.com/office/drawing/2014/main" id="{8B57A277-5F3B-4F97-8D3B-F830A985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9" name="method-1-carrier">
            <a:extLst xmlns:a="http://schemas.openxmlformats.org/drawingml/2006/main">
              <a:ext uri="{FF2B5EF4-FFF2-40B4-BE49-F238E27FC236}">
                <a16:creationId xmlns:a16="http://schemas.microsoft.com/office/drawing/2014/main" id="{40372C83-2634-4C33-A5F0-6DF07002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Teff = 0.241 s</a:t>
            </a:r>
          </a:p>
        </p:txBody>
      </p:sp>
      <p:sp>
        <p:nvSpPr>
          <p:cNvPr id="10" name="method-1-axis-a">
            <a:extLst xmlns:a="http://schemas.openxmlformats.org/drawingml/2006/main">
              <a:ext uri="{FF2B5EF4-FFF2-40B4-BE49-F238E27FC236}">
                <a16:creationId xmlns:a16="http://schemas.microsoft.com/office/drawing/2014/main" id="{4AB7EC88-B6BE-4D44-8270-E78F8DB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1" name="method-1-axis-b">
            <a:extLst xmlns:a="http://schemas.openxmlformats.org/drawingml/2006/main">
              <a:ext uri="{FF2B5EF4-FFF2-40B4-BE49-F238E27FC236}">
                <a16:creationId xmlns:a16="http://schemas.microsoft.com/office/drawing/2014/main" id="{B96876B5-49FE-4CF2-90DA-215EA1A3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12" name="method-1-wave-a">
            <a:extLst xmlns:a="http://schemas.openxmlformats.org/drawingml/2006/main">
              <a:ext uri="{FF2B5EF4-FFF2-40B4-BE49-F238E27FC236}">
                <a16:creationId xmlns:a16="http://schemas.microsoft.com/office/drawing/2014/main" id="{C3CB18DC-7763-446E-82B5-39C3CFA7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13" name="method-1-wave-b">
            <a:extLst xmlns:a="http://schemas.openxmlformats.org/drawingml/2006/main">
              <a:ext uri="{FF2B5EF4-FFF2-40B4-BE49-F238E27FC236}">
                <a16:creationId xmlns:a16="http://schemas.microsoft.com/office/drawing/2014/main" id="{44499D65-85D0-4046-B563-DC8FDD20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4022"/>
                </a:lnTo>
                <a:lnTo>
                  <a:pt x="60325" y="126499"/>
                </a:lnTo>
                <a:lnTo>
                  <a:pt x="90488" y="109731"/>
                </a:lnTo>
                <a:lnTo>
                  <a:pt x="120650" y="94073"/>
                </a:lnTo>
                <a:lnTo>
                  <a:pt x="150813" y="79858"/>
                </a:lnTo>
                <a:lnTo>
                  <a:pt x="180975" y="67390"/>
                </a:lnTo>
                <a:lnTo>
                  <a:pt x="211138" y="56934"/>
                </a:lnTo>
                <a:lnTo>
                  <a:pt x="241300" y="48711"/>
                </a:lnTo>
                <a:lnTo>
                  <a:pt x="271463" y="42898"/>
                </a:lnTo>
                <a:lnTo>
                  <a:pt x="301625" y="39617"/>
                </a:lnTo>
                <a:lnTo>
                  <a:pt x="331788" y="38938"/>
                </a:lnTo>
                <a:lnTo>
                  <a:pt x="361950" y="40877"/>
                </a:lnTo>
                <a:lnTo>
                  <a:pt x="392113" y="45391"/>
                </a:lnTo>
                <a:lnTo>
                  <a:pt x="422275" y="52385"/>
                </a:lnTo>
                <a:lnTo>
                  <a:pt x="452438" y="61709"/>
                </a:lnTo>
                <a:lnTo>
                  <a:pt x="482600" y="73166"/>
                </a:lnTo>
                <a:lnTo>
                  <a:pt x="512763" y="86511"/>
                </a:lnTo>
                <a:lnTo>
                  <a:pt x="542925" y="101462"/>
                </a:lnTo>
                <a:lnTo>
                  <a:pt x="573088" y="117698"/>
                </a:lnTo>
                <a:lnTo>
                  <a:pt x="603250" y="134876"/>
                </a:lnTo>
                <a:lnTo>
                  <a:pt x="633413" y="152629"/>
                </a:lnTo>
                <a:lnTo>
                  <a:pt x="663575" y="170581"/>
                </a:lnTo>
                <a:lnTo>
                  <a:pt x="693738" y="188347"/>
                </a:lnTo>
                <a:lnTo>
                  <a:pt x="723900" y="205552"/>
                </a:lnTo>
                <a:lnTo>
                  <a:pt x="754063" y="221829"/>
                </a:lnTo>
                <a:lnTo>
                  <a:pt x="784225" y="236830"/>
                </a:lnTo>
                <a:lnTo>
                  <a:pt x="814388" y="250238"/>
                </a:lnTo>
                <a:lnTo>
                  <a:pt x="844550" y="261767"/>
                </a:lnTo>
                <a:lnTo>
                  <a:pt x="874713" y="271172"/>
                </a:lnTo>
                <a:lnTo>
                  <a:pt x="904875" y="278251"/>
                </a:lnTo>
                <a:lnTo>
                  <a:pt x="935038" y="282856"/>
                </a:lnTo>
                <a:lnTo>
                  <a:pt x="965200" y="284888"/>
                </a:lnTo>
                <a:lnTo>
                  <a:pt x="995363" y="284303"/>
                </a:lnTo>
                <a:lnTo>
                  <a:pt x="1025525" y="281114"/>
                </a:lnTo>
                <a:lnTo>
                  <a:pt x="1055688" y="275389"/>
                </a:lnTo>
                <a:lnTo>
                  <a:pt x="1085850" y="267250"/>
                </a:lnTo>
                <a:lnTo>
                  <a:pt x="1116013" y="256869"/>
                </a:lnTo>
                <a:lnTo>
                  <a:pt x="1146175" y="244469"/>
                </a:lnTo>
                <a:lnTo>
                  <a:pt x="1176338" y="230312"/>
                </a:lnTo>
                <a:lnTo>
                  <a:pt x="1206500" y="214700"/>
                </a:lnTo>
                <a:lnTo>
                  <a:pt x="1236663" y="197965"/>
                </a:lnTo>
                <a:lnTo>
                  <a:pt x="1266825" y="180463"/>
                </a:lnTo>
                <a:lnTo>
                  <a:pt x="1296988" y="162567"/>
                </a:lnTo>
                <a:lnTo>
                  <a:pt x="1327150" y="144657"/>
                </a:lnTo>
                <a:lnTo>
                  <a:pt x="1357313" y="127114"/>
                </a:lnTo>
                <a:lnTo>
                  <a:pt x="1387475" y="110312"/>
                </a:lnTo>
                <a:lnTo>
                  <a:pt x="1417638" y="94609"/>
                </a:lnTo>
                <a:lnTo>
                  <a:pt x="1447800" y="80338"/>
                </a:lnTo>
                <a:lnTo>
                  <a:pt x="1477963" y="67802"/>
                </a:lnTo>
                <a:lnTo>
                  <a:pt x="1508125" y="57270"/>
                </a:lnTo>
                <a:lnTo>
                  <a:pt x="1538288" y="48964"/>
                </a:lnTo>
                <a:lnTo>
                  <a:pt x="1568450" y="43062"/>
                </a:lnTo>
                <a:lnTo>
                  <a:pt x="1598613" y="39689"/>
                </a:lnTo>
                <a:lnTo>
                  <a:pt x="1628775" y="38917"/>
                </a:lnTo>
                <a:lnTo>
                  <a:pt x="1658938" y="40763"/>
                </a:lnTo>
                <a:lnTo>
                  <a:pt x="1689100" y="45186"/>
                </a:lnTo>
                <a:lnTo>
                  <a:pt x="1719263" y="52094"/>
                </a:lnTo>
                <a:lnTo>
                  <a:pt x="1749425" y="61338"/>
                </a:lnTo>
                <a:lnTo>
                  <a:pt x="1779588" y="72723"/>
                </a:lnTo>
                <a:lnTo>
                  <a:pt x="1809750" y="8600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76B8E"/>
            </a:solidFill>
            <a:prstDash val="solid"/>
          </a:ln>
        </p:spPr>
      </p:sp>
      <p:sp>
        <p:nvSpPr>
          <p:cNvPr id="14" name="method-1-wave-a-label">
            <a:extLst xmlns:a="http://schemas.openxmlformats.org/drawingml/2006/main">
              <a:ext uri="{FF2B5EF4-FFF2-40B4-BE49-F238E27FC236}">
                <a16:creationId xmlns:a16="http://schemas.microsoft.com/office/drawing/2014/main" id="{267FB992-4E19-4D1E-9237-9502076B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15" name="method-1-wave-b-label">
            <a:extLst xmlns:a="http://schemas.openxmlformats.org/drawingml/2006/main">
              <a:ext uri="{FF2B5EF4-FFF2-40B4-BE49-F238E27FC236}">
                <a16:creationId xmlns:a16="http://schemas.microsoft.com/office/drawing/2014/main" id="{3BF06694-0388-4AF2-B144-857E7324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16" name="method-2-surface">
            <a:extLst xmlns:a="http://schemas.openxmlformats.org/drawingml/2006/main">
              <a:ext uri="{FF2B5EF4-FFF2-40B4-BE49-F238E27FC236}">
                <a16:creationId xmlns:a16="http://schemas.microsoft.com/office/drawing/2014/main" id="{096AF355-5A08-48AF-B877-C43E9DF8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ethod-2-accent">
            <a:extLst xmlns:a="http://schemas.openxmlformats.org/drawingml/2006/main">
              <a:ext uri="{FF2B5EF4-FFF2-40B4-BE49-F238E27FC236}">
                <a16:creationId xmlns:a16="http://schemas.microsoft.com/office/drawing/2014/main" id="{748DBA51-2B7C-4ED6-9F89-3F88B23D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049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7A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thod-2-title">
            <a:extLst xmlns:a="http://schemas.openxmlformats.org/drawingml/2006/main">
              <a:ext uri="{FF2B5EF4-FFF2-40B4-BE49-F238E27FC236}">
                <a16:creationId xmlns:a16="http://schemas.microsoft.com/office/drawing/2014/main" id="{B953CA72-6336-4FA7-A09B-9EFF84A3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192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Method 2</a:t>
            </a:r>
          </a:p>
        </p:txBody>
      </p:sp>
      <p:sp>
        <p:nvSpPr>
          <p:cNvPr id="19" name="method-2-target">
            <a:extLst xmlns:a="http://schemas.openxmlformats.org/drawingml/2006/main">
              <a:ext uri="{FF2B5EF4-FFF2-40B4-BE49-F238E27FC236}">
                <a16:creationId xmlns:a16="http://schemas.microsoft.com/office/drawing/2014/main" id="{B1493DF1-A293-4232-992A-0904E901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scale × Sd(Teff)</a:t>
            </a:r>
          </a:p>
        </p:txBody>
      </p:sp>
      <p:sp>
        <p:nvSpPr>
          <p:cNvPr id="20" name="method-2-carrier">
            <a:extLst xmlns:a="http://schemas.openxmlformats.org/drawingml/2006/main">
              <a:ext uri="{FF2B5EF4-FFF2-40B4-BE49-F238E27FC236}">
                <a16:creationId xmlns:a16="http://schemas.microsoft.com/office/drawing/2014/main" id="{5A9A0DFA-9C7F-42CF-A13E-AB5EB821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240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21" name="method-2-axis-a">
            <a:extLst xmlns:a="http://schemas.openxmlformats.org/drawingml/2006/main">
              <a:ext uri="{FF2B5EF4-FFF2-40B4-BE49-F238E27FC236}">
                <a16:creationId xmlns:a16="http://schemas.microsoft.com/office/drawing/2014/main" id="{F7F7933B-4840-4A34-AB00-D4101B8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2" name="method-2-axis-b">
            <a:extLst xmlns:a="http://schemas.openxmlformats.org/drawingml/2006/main">
              <a:ext uri="{FF2B5EF4-FFF2-40B4-BE49-F238E27FC236}">
                <a16:creationId xmlns:a16="http://schemas.microsoft.com/office/drawing/2014/main" id="{1241BE20-16FF-4D86-963E-C15F910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384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23" name="method-2-wave-a">
            <a:extLst xmlns:a="http://schemas.openxmlformats.org/drawingml/2006/main">
              <a:ext uri="{FF2B5EF4-FFF2-40B4-BE49-F238E27FC236}">
                <a16:creationId xmlns:a16="http://schemas.microsoft.com/office/drawing/2014/main" id="{3D9B9061-7619-4B0D-AB7F-D3FA2364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24" name="method-2-wave-b">
            <a:extLst xmlns:a="http://schemas.openxmlformats.org/drawingml/2006/main">
              <a:ext uri="{FF2B5EF4-FFF2-40B4-BE49-F238E27FC236}">
                <a16:creationId xmlns:a16="http://schemas.microsoft.com/office/drawing/2014/main" id="{F22F2A33-C438-4315-95C7-788CF195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765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E07A2D"/>
            </a:solidFill>
            <a:prstDash val="solid"/>
          </a:ln>
        </p:spPr>
      </p:sp>
      <p:sp>
        <p:nvSpPr>
          <p:cNvPr id="25" name="method-2-wave-a-label">
            <a:extLst xmlns:a="http://schemas.openxmlformats.org/drawingml/2006/main">
              <a:ext uri="{FF2B5EF4-FFF2-40B4-BE49-F238E27FC236}">
                <a16:creationId xmlns:a16="http://schemas.microsoft.com/office/drawing/2014/main" id="{D6E32029-FCBD-4D57-939D-06B6DFF4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26" name="method-2-wave-b-label">
            <a:extLst xmlns:a="http://schemas.openxmlformats.org/drawingml/2006/main">
              <a:ext uri="{FF2B5EF4-FFF2-40B4-BE49-F238E27FC236}">
                <a16:creationId xmlns:a16="http://schemas.microsoft.com/office/drawing/2014/main" id="{5DEDE62B-A4D0-45D9-9414-2CBE7493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98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27" name="method-3-surface">
            <a:extLst xmlns:a="http://schemas.openxmlformats.org/drawingml/2006/main">
              <a:ext uri="{FF2B5EF4-FFF2-40B4-BE49-F238E27FC236}">
                <a16:creationId xmlns:a16="http://schemas.microsoft.com/office/drawing/2014/main" id="{3CF41020-7685-453F-A34B-3A35F369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method-3-accent">
            <a:extLst xmlns:a="http://schemas.openxmlformats.org/drawingml/2006/main">
              <a:ext uri="{FF2B5EF4-FFF2-40B4-BE49-F238E27FC236}">
                <a16:creationId xmlns:a16="http://schemas.microsoft.com/office/drawing/2014/main" id="{8CA15EE9-6260-4604-8FA6-F61B9A0C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8C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method-3-title">
            <a:extLst xmlns:a="http://schemas.openxmlformats.org/drawingml/2006/main">
              <a:ext uri="{FF2B5EF4-FFF2-40B4-BE49-F238E27FC236}">
                <a16:creationId xmlns:a16="http://schemas.microsoft.com/office/drawing/2014/main" id="{2E65A3AA-8CCD-4DDA-BE24-A25ABCA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Method 3</a:t>
            </a:r>
          </a:p>
        </p:txBody>
      </p:sp>
      <p:sp>
        <p:nvSpPr>
          <p:cNvPr id="30" name="method-3-target">
            <a:extLst xmlns:a="http://schemas.openxmlformats.org/drawingml/2006/main">
              <a:ext uri="{FF2B5EF4-FFF2-40B4-BE49-F238E27FC236}">
                <a16:creationId xmlns:a16="http://schemas.microsoft.com/office/drawing/2014/main" id="{F79E040E-0337-47FC-9703-CA764C23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31" name="method-3-carrier">
            <a:extLst xmlns:a="http://schemas.openxmlformats.org/drawingml/2006/main">
              <a:ext uri="{FF2B5EF4-FFF2-40B4-BE49-F238E27FC236}">
                <a16:creationId xmlns:a16="http://schemas.microsoft.com/office/drawing/2014/main" id="{F5C48D11-BA52-4A80-A0A2-D5093692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T* = 0.134 s</a:t>
            </a:r>
          </a:p>
        </p:txBody>
      </p:sp>
      <p:sp>
        <p:nvSpPr>
          <p:cNvPr id="32" name="method-3-axis-a">
            <a:extLst xmlns:a="http://schemas.openxmlformats.org/drawingml/2006/main">
              <a:ext uri="{FF2B5EF4-FFF2-40B4-BE49-F238E27FC236}">
                <a16:creationId xmlns:a16="http://schemas.microsoft.com/office/drawing/2014/main" id="{A963657A-4048-433B-B02A-C8385A4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3" name="method-3-axis-b">
            <a:extLst xmlns:a="http://schemas.openxmlformats.org/drawingml/2006/main">
              <a:ext uri="{FF2B5EF4-FFF2-40B4-BE49-F238E27FC236}">
                <a16:creationId xmlns:a16="http://schemas.microsoft.com/office/drawing/2014/main" id="{FC8FB7EE-3FD8-46BA-B13C-4F8B1B7E9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34" name="method-3-wave-a">
            <a:extLst xmlns:a="http://schemas.openxmlformats.org/drawingml/2006/main">
              <a:ext uri="{FF2B5EF4-FFF2-40B4-BE49-F238E27FC236}">
                <a16:creationId xmlns:a16="http://schemas.microsoft.com/office/drawing/2014/main" id="{054C52F4-53BB-4AC2-8DB3-2026CC6D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35" name="method-3-wave-b">
            <a:extLst xmlns:a="http://schemas.openxmlformats.org/drawingml/2006/main">
              <a:ext uri="{FF2B5EF4-FFF2-40B4-BE49-F238E27FC236}">
                <a16:creationId xmlns:a16="http://schemas.microsoft.com/office/drawing/2014/main" id="{849B15C2-D0E9-4231-B709-46D60E7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9981"/>
                </a:lnTo>
                <a:lnTo>
                  <a:pt x="60325" y="100227"/>
                </a:lnTo>
                <a:lnTo>
                  <a:pt x="90488" y="74703"/>
                </a:lnTo>
                <a:lnTo>
                  <a:pt x="120650" y="55157"/>
                </a:lnTo>
                <a:lnTo>
                  <a:pt x="150813" y="42932"/>
                </a:lnTo>
                <a:lnTo>
                  <a:pt x="180975" y="38863"/>
                </a:lnTo>
                <a:lnTo>
                  <a:pt x="211138" y="43231"/>
                </a:lnTo>
                <a:lnTo>
                  <a:pt x="241300" y="55736"/>
                </a:lnTo>
                <a:lnTo>
                  <a:pt x="271463" y="75521"/>
                </a:lnTo>
                <a:lnTo>
                  <a:pt x="301625" y="101228"/>
                </a:lnTo>
                <a:lnTo>
                  <a:pt x="331788" y="131097"/>
                </a:lnTo>
                <a:lnTo>
                  <a:pt x="361950" y="163079"/>
                </a:lnTo>
                <a:lnTo>
                  <a:pt x="392113" y="194982"/>
                </a:lnTo>
                <a:lnTo>
                  <a:pt x="422275" y="224619"/>
                </a:lnTo>
                <a:lnTo>
                  <a:pt x="452438" y="249958"/>
                </a:lnTo>
                <a:lnTo>
                  <a:pt x="482600" y="269262"/>
                </a:lnTo>
                <a:lnTo>
                  <a:pt x="512763" y="281207"/>
                </a:lnTo>
                <a:lnTo>
                  <a:pt x="542925" y="284976"/>
                </a:lnTo>
                <a:lnTo>
                  <a:pt x="573088" y="280309"/>
                </a:lnTo>
                <a:lnTo>
                  <a:pt x="603250" y="267526"/>
                </a:lnTo>
                <a:lnTo>
                  <a:pt x="633413" y="247504"/>
                </a:lnTo>
                <a:lnTo>
                  <a:pt x="663575" y="221615"/>
                </a:lnTo>
                <a:lnTo>
                  <a:pt x="693738" y="191634"/>
                </a:lnTo>
                <a:lnTo>
                  <a:pt x="723900" y="159617"/>
                </a:lnTo>
                <a:lnTo>
                  <a:pt x="754063" y="127758"/>
                </a:lnTo>
                <a:lnTo>
                  <a:pt x="784225" y="98241"/>
                </a:lnTo>
                <a:lnTo>
                  <a:pt x="814388" y="73090"/>
                </a:lnTo>
                <a:lnTo>
                  <a:pt x="844550" y="54029"/>
                </a:lnTo>
                <a:lnTo>
                  <a:pt x="874713" y="42364"/>
                </a:lnTo>
                <a:lnTo>
                  <a:pt x="904875" y="38896"/>
                </a:lnTo>
                <a:lnTo>
                  <a:pt x="935038" y="43862"/>
                </a:lnTo>
                <a:lnTo>
                  <a:pt x="965200" y="56921"/>
                </a:lnTo>
                <a:lnTo>
                  <a:pt x="995363" y="77179"/>
                </a:lnTo>
                <a:lnTo>
                  <a:pt x="1025525" y="103247"/>
                </a:lnTo>
                <a:lnTo>
                  <a:pt x="1055688" y="133337"/>
                </a:lnTo>
                <a:lnTo>
                  <a:pt x="1085850" y="165387"/>
                </a:lnTo>
                <a:lnTo>
                  <a:pt x="1116013" y="197199"/>
                </a:lnTo>
                <a:lnTo>
                  <a:pt x="1146175" y="226594"/>
                </a:lnTo>
                <a:lnTo>
                  <a:pt x="1176338" y="251555"/>
                </a:lnTo>
                <a:lnTo>
                  <a:pt x="1206500" y="270372"/>
                </a:lnTo>
                <a:lnTo>
                  <a:pt x="1236663" y="281754"/>
                </a:lnTo>
                <a:lnTo>
                  <a:pt x="1266825" y="284922"/>
                </a:lnTo>
                <a:lnTo>
                  <a:pt x="1296988" y="279657"/>
                </a:lnTo>
                <a:lnTo>
                  <a:pt x="1327150" y="266322"/>
                </a:lnTo>
                <a:lnTo>
                  <a:pt x="1357313" y="245830"/>
                </a:lnTo>
                <a:lnTo>
                  <a:pt x="1387475" y="219586"/>
                </a:lnTo>
                <a:lnTo>
                  <a:pt x="1417638" y="189389"/>
                </a:lnTo>
                <a:lnTo>
                  <a:pt x="1447800" y="157310"/>
                </a:lnTo>
                <a:lnTo>
                  <a:pt x="1477963" y="125547"/>
                </a:lnTo>
                <a:lnTo>
                  <a:pt x="1508125" y="96277"/>
                </a:lnTo>
                <a:lnTo>
                  <a:pt x="1538288" y="71508"/>
                </a:lnTo>
                <a:lnTo>
                  <a:pt x="1568450" y="52938"/>
                </a:lnTo>
                <a:lnTo>
                  <a:pt x="1598613" y="41838"/>
                </a:lnTo>
                <a:lnTo>
                  <a:pt x="1628775" y="38972"/>
                </a:lnTo>
                <a:lnTo>
                  <a:pt x="1658938" y="44534"/>
                </a:lnTo>
                <a:lnTo>
                  <a:pt x="1689100" y="58143"/>
                </a:lnTo>
                <a:lnTo>
                  <a:pt x="1719263" y="78868"/>
                </a:lnTo>
                <a:lnTo>
                  <a:pt x="1749425" y="105286"/>
                </a:lnTo>
                <a:lnTo>
                  <a:pt x="1779588" y="135587"/>
                </a:lnTo>
                <a:lnTo>
                  <a:pt x="1809750" y="167693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3E8C61"/>
            </a:solidFill>
            <a:prstDash val="solid"/>
          </a:ln>
        </p:spPr>
      </p:sp>
      <p:sp>
        <p:nvSpPr>
          <p:cNvPr id="36" name="method-3-wave-a-label">
            <a:extLst xmlns:a="http://schemas.openxmlformats.org/drawingml/2006/main">
              <a:ext uri="{FF2B5EF4-FFF2-40B4-BE49-F238E27FC236}">
                <a16:creationId xmlns:a16="http://schemas.microsoft.com/office/drawing/2014/main" id="{1F42E2AC-087C-4F16-B533-A2A44CA7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37" name="method-3-wave-b-label">
            <a:extLst xmlns:a="http://schemas.openxmlformats.org/drawingml/2006/main">
              <a:ext uri="{FF2B5EF4-FFF2-40B4-BE49-F238E27FC236}">
                <a16:creationId xmlns:a16="http://schemas.microsoft.com/office/drawing/2014/main" id="{3424C4A1-4197-4BCF-940F-EE25851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38" name="method-4-surface">
            <a:extLst xmlns:a="http://schemas.openxmlformats.org/drawingml/2006/main">
              <a:ext uri="{FF2B5EF4-FFF2-40B4-BE49-F238E27FC236}">
                <a16:creationId xmlns:a16="http://schemas.microsoft.com/office/drawing/2014/main" id="{EE357BC2-16F9-467C-9144-A1DD018F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3530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method-4-accent">
            <a:extLst xmlns:a="http://schemas.openxmlformats.org/drawingml/2006/main">
              <a:ext uri="{FF2B5EF4-FFF2-40B4-BE49-F238E27FC236}">
                <a16:creationId xmlns:a16="http://schemas.microsoft.com/office/drawing/2014/main" id="{36C8D230-5989-4282-BC4C-E7D00B7F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D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method-4-title">
            <a:extLst xmlns:a="http://schemas.openxmlformats.org/drawingml/2006/main">
              <a:ext uri="{FF2B5EF4-FFF2-40B4-BE49-F238E27FC236}">
                <a16:creationId xmlns:a16="http://schemas.microsoft.com/office/drawing/2014/main" id="{BA7080C5-9BB0-4D98-A480-91CCA424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29025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19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Method 4</a:t>
            </a:r>
          </a:p>
        </p:txBody>
      </p:sp>
      <p:sp>
        <p:nvSpPr>
          <p:cNvPr id="41" name="method-4-target">
            <a:extLst xmlns:a="http://schemas.openxmlformats.org/drawingml/2006/main">
              <a:ext uri="{FF2B5EF4-FFF2-40B4-BE49-F238E27FC236}">
                <a16:creationId xmlns:a16="http://schemas.microsoft.com/office/drawing/2014/main" id="{45CEABBA-CA54-4669-8EE3-4A3FD03A1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38550"/>
            <a:ext cx="320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B target: (T*, d*) by intensity</a:t>
            </a:r>
          </a:p>
        </p:txBody>
      </p:sp>
      <p:sp>
        <p:nvSpPr>
          <p:cNvPr id="42" name="method-4-carrier">
            <a:extLst xmlns:a="http://schemas.openxmlformats.org/drawingml/2006/main">
              <a:ext uri="{FF2B5EF4-FFF2-40B4-BE49-F238E27FC236}">
                <a16:creationId xmlns:a16="http://schemas.microsoft.com/office/drawing/2014/main" id="{AD3C8C64-4C14-493C-8E9B-BC7E4D5A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B carrier: record Tp = 0.260 s</a:t>
            </a:r>
          </a:p>
        </p:txBody>
      </p:sp>
      <p:sp>
        <p:nvSpPr>
          <p:cNvPr id="43" name="method-4-axis-a">
            <a:extLst xmlns:a="http://schemas.openxmlformats.org/drawingml/2006/main">
              <a:ext uri="{FF2B5EF4-FFF2-40B4-BE49-F238E27FC236}">
                <a16:creationId xmlns:a16="http://schemas.microsoft.com/office/drawing/2014/main" id="{30B4A8A4-973B-4257-9CC3-A6E0474E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4" name="method-4-axis-b">
            <a:extLst xmlns:a="http://schemas.openxmlformats.org/drawingml/2006/main">
              <a:ext uri="{FF2B5EF4-FFF2-40B4-BE49-F238E27FC236}">
                <a16:creationId xmlns:a16="http://schemas.microsoft.com/office/drawing/2014/main" id="{29258390-3BD8-4114-8663-1D263710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4822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A49E"/>
            </a:solidFill>
            <a:prstDash val="solid"/>
          </a:ln>
        </p:spPr>
      </p:sp>
      <p:sp>
        <p:nvSpPr>
          <p:cNvPr id="45" name="method-4-wave-a">
            <a:extLst xmlns:a="http://schemas.openxmlformats.org/drawingml/2006/main">
              <a:ext uri="{FF2B5EF4-FFF2-40B4-BE49-F238E27FC236}">
                <a16:creationId xmlns:a16="http://schemas.microsoft.com/office/drawing/2014/main" id="{6EEFA70C-83BE-4CF4-9813-F73C588F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23896"/>
                </a:lnTo>
                <a:lnTo>
                  <a:pt x="60325" y="89590"/>
                </a:lnTo>
                <a:lnTo>
                  <a:pt x="90488" y="62365"/>
                </a:lnTo>
                <a:lnTo>
                  <a:pt x="120650" y="44885"/>
                </a:lnTo>
                <a:lnTo>
                  <a:pt x="150813" y="38862"/>
                </a:lnTo>
                <a:lnTo>
                  <a:pt x="180975" y="44885"/>
                </a:lnTo>
                <a:lnTo>
                  <a:pt x="211138" y="62365"/>
                </a:lnTo>
                <a:lnTo>
                  <a:pt x="241300" y="89590"/>
                </a:lnTo>
                <a:lnTo>
                  <a:pt x="271463" y="123896"/>
                </a:lnTo>
                <a:lnTo>
                  <a:pt x="301625" y="161925"/>
                </a:lnTo>
                <a:lnTo>
                  <a:pt x="331788" y="199954"/>
                </a:lnTo>
                <a:lnTo>
                  <a:pt x="361950" y="234260"/>
                </a:lnTo>
                <a:lnTo>
                  <a:pt x="392113" y="261485"/>
                </a:lnTo>
                <a:lnTo>
                  <a:pt x="422275" y="278965"/>
                </a:lnTo>
                <a:lnTo>
                  <a:pt x="452438" y="284988"/>
                </a:lnTo>
                <a:lnTo>
                  <a:pt x="482600" y="278965"/>
                </a:lnTo>
                <a:lnTo>
                  <a:pt x="512763" y="261485"/>
                </a:lnTo>
                <a:lnTo>
                  <a:pt x="542925" y="234260"/>
                </a:lnTo>
                <a:lnTo>
                  <a:pt x="573088" y="199954"/>
                </a:lnTo>
                <a:lnTo>
                  <a:pt x="603250" y="161925"/>
                </a:lnTo>
                <a:lnTo>
                  <a:pt x="633413" y="123896"/>
                </a:lnTo>
                <a:lnTo>
                  <a:pt x="663575" y="89590"/>
                </a:lnTo>
                <a:lnTo>
                  <a:pt x="693738" y="62365"/>
                </a:lnTo>
                <a:lnTo>
                  <a:pt x="723900" y="44885"/>
                </a:lnTo>
                <a:lnTo>
                  <a:pt x="754063" y="38862"/>
                </a:lnTo>
                <a:lnTo>
                  <a:pt x="784225" y="44885"/>
                </a:lnTo>
                <a:lnTo>
                  <a:pt x="814388" y="62365"/>
                </a:lnTo>
                <a:lnTo>
                  <a:pt x="844550" y="89590"/>
                </a:lnTo>
                <a:lnTo>
                  <a:pt x="874713" y="123896"/>
                </a:lnTo>
                <a:lnTo>
                  <a:pt x="904875" y="161925"/>
                </a:lnTo>
                <a:lnTo>
                  <a:pt x="935038" y="199954"/>
                </a:lnTo>
                <a:lnTo>
                  <a:pt x="965200" y="234260"/>
                </a:lnTo>
                <a:lnTo>
                  <a:pt x="995363" y="261485"/>
                </a:lnTo>
                <a:lnTo>
                  <a:pt x="1025525" y="278965"/>
                </a:lnTo>
                <a:lnTo>
                  <a:pt x="1055688" y="284988"/>
                </a:lnTo>
                <a:lnTo>
                  <a:pt x="1085850" y="278965"/>
                </a:lnTo>
                <a:lnTo>
                  <a:pt x="1116013" y="261485"/>
                </a:lnTo>
                <a:lnTo>
                  <a:pt x="1146175" y="234260"/>
                </a:lnTo>
                <a:lnTo>
                  <a:pt x="1176338" y="199954"/>
                </a:lnTo>
                <a:lnTo>
                  <a:pt x="1206500" y="161925"/>
                </a:lnTo>
                <a:lnTo>
                  <a:pt x="1236663" y="123896"/>
                </a:lnTo>
                <a:lnTo>
                  <a:pt x="1266825" y="89590"/>
                </a:lnTo>
                <a:lnTo>
                  <a:pt x="1296988" y="62365"/>
                </a:lnTo>
                <a:lnTo>
                  <a:pt x="1327150" y="44885"/>
                </a:lnTo>
                <a:lnTo>
                  <a:pt x="1357313" y="38862"/>
                </a:lnTo>
                <a:lnTo>
                  <a:pt x="1387475" y="44885"/>
                </a:lnTo>
                <a:lnTo>
                  <a:pt x="1417638" y="62365"/>
                </a:lnTo>
                <a:lnTo>
                  <a:pt x="1447800" y="89590"/>
                </a:lnTo>
                <a:lnTo>
                  <a:pt x="1477963" y="123896"/>
                </a:lnTo>
                <a:lnTo>
                  <a:pt x="1508125" y="161925"/>
                </a:lnTo>
                <a:lnTo>
                  <a:pt x="1538288" y="199954"/>
                </a:lnTo>
                <a:lnTo>
                  <a:pt x="1568450" y="234260"/>
                </a:lnTo>
                <a:lnTo>
                  <a:pt x="1598613" y="261485"/>
                </a:lnTo>
                <a:lnTo>
                  <a:pt x="1628775" y="278965"/>
                </a:lnTo>
                <a:lnTo>
                  <a:pt x="1658938" y="284988"/>
                </a:lnTo>
                <a:lnTo>
                  <a:pt x="1689100" y="278965"/>
                </a:lnTo>
                <a:lnTo>
                  <a:pt x="1719263" y="261485"/>
                </a:lnTo>
                <a:lnTo>
                  <a:pt x="1749425" y="234260"/>
                </a:lnTo>
                <a:lnTo>
                  <a:pt x="1779588" y="199954"/>
                </a:lnTo>
                <a:lnTo>
                  <a:pt x="1809750" y="16192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B7684B"/>
            </a:solidFill>
            <a:prstDash val="solid"/>
          </a:ln>
        </p:spPr>
      </p:sp>
      <p:sp>
        <p:nvSpPr>
          <p:cNvPr id="46" name="method-4-wave-b">
            <a:extLst xmlns:a="http://schemas.openxmlformats.org/drawingml/2006/main">
              <a:ext uri="{FF2B5EF4-FFF2-40B4-BE49-F238E27FC236}">
                <a16:creationId xmlns:a16="http://schemas.microsoft.com/office/drawing/2014/main" id="{5C27F743-B084-4282-AA74-07A6B9A0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86300"/>
            <a:ext cx="1809750" cy="323850"/>
          </a:xfrm>
          <a:custGeom xmlns:a="http://schemas.openxmlformats.org/drawingml/2006/main">
            <a:pathLst>
              <a:path w="1809750" h="323850">
                <a:moveTo>
                  <a:pt x="0" y="161925"/>
                </a:moveTo>
                <a:lnTo>
                  <a:pt x="30163" y="145322"/>
                </a:lnTo>
                <a:lnTo>
                  <a:pt x="60325" y="129022"/>
                </a:lnTo>
                <a:lnTo>
                  <a:pt x="90488" y="113324"/>
                </a:lnTo>
                <a:lnTo>
                  <a:pt x="120650" y="98515"/>
                </a:lnTo>
                <a:lnTo>
                  <a:pt x="150813" y="84865"/>
                </a:lnTo>
                <a:lnTo>
                  <a:pt x="180975" y="72624"/>
                </a:lnTo>
                <a:lnTo>
                  <a:pt x="211138" y="62016"/>
                </a:lnTo>
                <a:lnTo>
                  <a:pt x="241300" y="53236"/>
                </a:lnTo>
                <a:lnTo>
                  <a:pt x="271463" y="46443"/>
                </a:lnTo>
                <a:lnTo>
                  <a:pt x="301625" y="41761"/>
                </a:lnTo>
                <a:lnTo>
                  <a:pt x="331788" y="39277"/>
                </a:lnTo>
                <a:lnTo>
                  <a:pt x="361950" y="39036"/>
                </a:lnTo>
                <a:lnTo>
                  <a:pt x="392113" y="41042"/>
                </a:lnTo>
                <a:lnTo>
                  <a:pt x="422275" y="45258"/>
                </a:lnTo>
                <a:lnTo>
                  <a:pt x="452438" y="51608"/>
                </a:lnTo>
                <a:lnTo>
                  <a:pt x="482600" y="59975"/>
                </a:lnTo>
                <a:lnTo>
                  <a:pt x="512763" y="70207"/>
                </a:lnTo>
                <a:lnTo>
                  <a:pt x="542925" y="82115"/>
                </a:lnTo>
                <a:lnTo>
                  <a:pt x="573088" y="95483"/>
                </a:lnTo>
                <a:lnTo>
                  <a:pt x="603250" y="110066"/>
                </a:lnTo>
                <a:lnTo>
                  <a:pt x="633413" y="125597"/>
                </a:lnTo>
                <a:lnTo>
                  <a:pt x="663575" y="141793"/>
                </a:lnTo>
                <a:lnTo>
                  <a:pt x="693738" y="158357"/>
                </a:lnTo>
                <a:lnTo>
                  <a:pt x="723900" y="174986"/>
                </a:lnTo>
                <a:lnTo>
                  <a:pt x="754063" y="191376"/>
                </a:lnTo>
                <a:lnTo>
                  <a:pt x="784225" y="207228"/>
                </a:lnTo>
                <a:lnTo>
                  <a:pt x="814388" y="222251"/>
                </a:lnTo>
                <a:lnTo>
                  <a:pt x="844550" y="236171"/>
                </a:lnTo>
                <a:lnTo>
                  <a:pt x="874713" y="248733"/>
                </a:lnTo>
                <a:lnTo>
                  <a:pt x="904875" y="259708"/>
                </a:lnTo>
                <a:lnTo>
                  <a:pt x="935038" y="268895"/>
                </a:lnTo>
                <a:lnTo>
                  <a:pt x="965200" y="276126"/>
                </a:lnTo>
                <a:lnTo>
                  <a:pt x="995363" y="281268"/>
                </a:lnTo>
                <a:lnTo>
                  <a:pt x="1025525" y="284228"/>
                </a:lnTo>
                <a:lnTo>
                  <a:pt x="1055688" y="284952"/>
                </a:lnTo>
                <a:lnTo>
                  <a:pt x="1085850" y="283426"/>
                </a:lnTo>
                <a:lnTo>
                  <a:pt x="1116013" y="279678"/>
                </a:lnTo>
                <a:lnTo>
                  <a:pt x="1146175" y="273777"/>
                </a:lnTo>
                <a:lnTo>
                  <a:pt x="1176338" y="265831"/>
                </a:lnTo>
                <a:lnTo>
                  <a:pt x="1206500" y="255984"/>
                </a:lnTo>
                <a:lnTo>
                  <a:pt x="1236663" y="244417"/>
                </a:lnTo>
                <a:lnTo>
                  <a:pt x="1266825" y="231342"/>
                </a:lnTo>
                <a:lnTo>
                  <a:pt x="1296988" y="216998"/>
                </a:lnTo>
                <a:lnTo>
                  <a:pt x="1327150" y="201647"/>
                </a:lnTo>
                <a:lnTo>
                  <a:pt x="1357313" y="185569"/>
                </a:lnTo>
                <a:lnTo>
                  <a:pt x="1387475" y="169058"/>
                </a:lnTo>
                <a:lnTo>
                  <a:pt x="1417638" y="152418"/>
                </a:lnTo>
                <a:lnTo>
                  <a:pt x="1447800" y="135951"/>
                </a:lnTo>
                <a:lnTo>
                  <a:pt x="1477963" y="119959"/>
                </a:lnTo>
                <a:lnTo>
                  <a:pt x="1508125" y="104735"/>
                </a:lnTo>
                <a:lnTo>
                  <a:pt x="1538288" y="90556"/>
                </a:lnTo>
                <a:lnTo>
                  <a:pt x="1568450" y="77683"/>
                </a:lnTo>
                <a:lnTo>
                  <a:pt x="1598613" y="66350"/>
                </a:lnTo>
                <a:lnTo>
                  <a:pt x="1628775" y="56764"/>
                </a:lnTo>
                <a:lnTo>
                  <a:pt x="1658938" y="49102"/>
                </a:lnTo>
                <a:lnTo>
                  <a:pt x="1689100" y="43503"/>
                </a:lnTo>
                <a:lnTo>
                  <a:pt x="1719263" y="40069"/>
                </a:lnTo>
                <a:lnTo>
                  <a:pt x="1749425" y="38863"/>
                </a:lnTo>
                <a:lnTo>
                  <a:pt x="1779588" y="39908"/>
                </a:lnTo>
                <a:lnTo>
                  <a:pt x="1809750" y="43185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A14D8D"/>
            </a:solidFill>
            <a:prstDash val="solid"/>
          </a:ln>
        </p:spPr>
      </p:sp>
      <p:sp>
        <p:nvSpPr>
          <p:cNvPr id="47" name="method-4-wave-a-label">
            <a:extLst xmlns:a="http://schemas.openxmlformats.org/drawingml/2006/main">
              <a:ext uri="{FF2B5EF4-FFF2-40B4-BE49-F238E27FC236}">
                <a16:creationId xmlns:a16="http://schemas.microsoft.com/office/drawing/2014/main" id="{96E4534A-6349-456A-813E-BA37D891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96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A · T1 = 0.112 s</a:t>
            </a:r>
          </a:p>
        </p:txBody>
      </p:sp>
      <p:sp>
        <p:nvSpPr>
          <p:cNvPr id="48" name="method-4-wave-b-label">
            <a:extLst xmlns:a="http://schemas.openxmlformats.org/drawingml/2006/main">
              <a:ext uri="{FF2B5EF4-FFF2-40B4-BE49-F238E27FC236}">
                <a16:creationId xmlns:a16="http://schemas.microsoft.com/office/drawing/2014/main" id="{0DE9F127-199C-4D00-A682-6E0DFC5B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19675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Wave B · carrier shown above</a:t>
            </a:r>
          </a:p>
        </p:txBody>
      </p:sp>
      <p:sp>
        <p:nvSpPr>
          <p:cNvPr id="49" name="methods-footer-rule">
            <a:extLst xmlns:a="http://schemas.openxmlformats.org/drawingml/2006/main">
              <a:ext uri="{FF2B5EF4-FFF2-40B4-BE49-F238E27FC236}">
                <a16:creationId xmlns:a16="http://schemas.microsoft.com/office/drawing/2014/main" id="{7B31FB36-1F15-4785-AA53-CEF52BD0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50" name="methods-footer-note">
            <a:extLst xmlns:a="http://schemas.openxmlformats.org/drawingml/2006/main">
              <a:ext uri="{FF2B5EF4-FFF2-40B4-BE49-F238E27FC236}">
                <a16:creationId xmlns:a16="http://schemas.microsoft.com/office/drawing/2014/main" id="{3552F1B7-28F5-4F5C-AD05-51018434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Target = desired spectral displacement at an oscillator period. Carrier = input sine period. The fit adjusts wave velocities with carrier periods fixed; Methods 3–4 use precomputed targets.</a:t>
            </a:r>
          </a:p>
        </p:txBody>
      </p:sp>
    </p:spTree>
    <p:extLst>
      <p:ext uri="{BB962C8B-B14F-4D97-AF65-F5344CB8AC3E}">
        <p14:creationId xmlns:p14="http://schemas.microsoft.com/office/powerpoint/2010/main" val="1123186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number-circle-2">
            <a:extLst xmlns:a="http://schemas.openxmlformats.org/drawingml/2006/main">
              <a:ext uri="{FF2B5EF4-FFF2-40B4-BE49-F238E27FC236}">
                <a16:creationId xmlns:a16="http://schemas.microsoft.com/office/drawing/2014/main" id="{90BF97BF-8EF9-4131-A881-58001F79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B2AAFB9-A8BF-4B50-95E6-DF2B775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slide-title-2">
            <a:extLst xmlns:a="http://schemas.openxmlformats.org/drawingml/2006/main">
              <a:ext uri="{FF2B5EF4-FFF2-40B4-BE49-F238E27FC236}">
                <a16:creationId xmlns:a16="http://schemas.microsoft.com/office/drawing/2014/main" id="{C569CC2F-4F25-4889-8F8D-253965C7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Reading targets at fixed periods</a:t>
            </a:r>
          </a:p>
        </p:txBody>
      </p:sp>
      <p:sp>
        <p:nvSpPr>
          <p:cNvPr id="4" name="slide-subtitle-2">
            <a:extLst xmlns:a="http://schemas.openxmlformats.org/drawingml/2006/main">
              <a:ext uri="{FF2B5EF4-FFF2-40B4-BE49-F238E27FC236}">
                <a16:creationId xmlns:a16="http://schemas.microsoft.com/office/drawing/2014/main" id="{CBD7D9EA-12D2-427B-873E-7562D752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T1 and Teff come from the wall idealisation; each run supplies a scaled record spectrum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90550" y="1409700"/>
          <a:ext xmlns:a="http://schemas.openxmlformats.org/drawingml/2006/main" cx="110109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121ebce0ab43c9"/>
          </a:graphicData>
        </a:graphic>
      </p:graphicFrame>
      <p:sp>
        <p:nvSpPr>
          <p:cNvPr id="6" name="spectrum-period-key">
            <a:extLst xmlns:a="http://schemas.openxmlformats.org/drawingml/2006/main">
              <a:ext uri="{FF2B5EF4-FFF2-40B4-BE49-F238E27FC236}">
                <a16:creationId xmlns:a16="http://schemas.microsoft.com/office/drawing/2014/main" id="{90C1464A-E1E7-4E73-AB1C-8B951279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Guides: T1 = 0.112 s (dark)  ·  Teff = 0.241 s (terracotta)</a:t>
            </a:r>
          </a:p>
        </p:txBody>
      </p:sp>
      <p:sp>
        <p:nvSpPr>
          <p:cNvPr id="7" name="spectrum-record-key">
            <a:extLst xmlns:a="http://schemas.openxmlformats.org/drawingml/2006/main">
              <a:ext uri="{FF2B5EF4-FFF2-40B4-BE49-F238E27FC236}">
                <a16:creationId xmlns:a16="http://schemas.microsoft.com/office/drawing/2014/main" id="{8BB12348-F22E-4962-9D0C-F71B4926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Curves: HU12 (blue, 21 runs)  ·  EC40 (green, 4 runs)  ·  FR76 (terracotta, 4 runs)</a:t>
            </a:r>
          </a:p>
        </p:txBody>
      </p:sp>
      <p:sp>
        <p:nvSpPr>
          <p:cNvPr id="8" name="spectrum-target-equations">
            <a:extLst xmlns:a="http://schemas.openxmlformats.org/drawingml/2006/main">
              <a:ext uri="{FF2B5EF4-FFF2-40B4-BE49-F238E27FC236}">
                <a16:creationId xmlns:a16="http://schemas.microsoft.com/office/drawing/2014/main" id="{E452C24E-B6F4-4B7B-B89A-1E2E8A5F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6950"/>
            <a:ext cx="10668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Wave A target = scale × Sd(T1)     ·     Method 1 Wave B target = scale × Sd(Teff)</a:t>
            </a:r>
          </a:p>
        </p:txBody>
      </p:sp>
    </p:spTree>
    <p:extLst>
      <p:ext uri="{BB962C8B-B14F-4D97-AF65-F5344CB8AC3E}">
        <p14:creationId xmlns:p14="http://schemas.microsoft.com/office/powerpoint/2010/main" val="11803780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number-circle-3">
            <a:extLst xmlns:a="http://schemas.openxmlformats.org/drawingml/2006/main">
              <a:ext uri="{FF2B5EF4-FFF2-40B4-BE49-F238E27FC236}">
                <a16:creationId xmlns:a16="http://schemas.microsoft.com/office/drawing/2014/main" id="{A7CC6C3A-3E94-4E0D-A742-3DD45BA7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EF47BBA-FD2D-46B9-8A81-3E18B53B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slide-title-3">
            <a:extLst xmlns:a="http://schemas.openxmlformats.org/drawingml/2006/main">
              <a:ext uri="{FF2B5EF4-FFF2-40B4-BE49-F238E27FC236}">
                <a16:creationId xmlns:a16="http://schemas.microsoft.com/office/drawing/2014/main" id="{9C2E769D-EDDE-4681-9F73-6B35177B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3 target for Run 22</a:t>
            </a:r>
          </a:p>
        </p:txBody>
      </p:sp>
      <p:sp>
        <p:nvSpPr>
          <p:cNvPr id="4" name="slide-subtitle-3">
            <a:extLst xmlns:a="http://schemas.openxmlformats.org/drawingml/2006/main">
              <a:ext uri="{FF2B5EF4-FFF2-40B4-BE49-F238E27FC236}">
                <a16:creationId xmlns:a16="http://schemas.microsoft.com/office/drawing/2014/main" id="{0471BD56-D324-4175-9E12-3515845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 stable fixed point between the scaled FR76 spectrum and the cracked pushover backbone</a:t>
            </a:r>
          </a:p>
        </p:txBody>
      </p:sp>
      <p:sp>
        <p:nvSpPr>
          <p:cNvPr id="5" name="dstar-equation">
            <a:extLst xmlns:a="http://schemas.openxmlformats.org/drawingml/2006/main">
              <a:ext uri="{FF2B5EF4-FFF2-40B4-BE49-F238E27FC236}">
                <a16:creationId xmlns:a16="http://schemas.microsoft.com/office/drawing/2014/main" id="{86EBA824-3371-4362-A2E7-DFBDD623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d* = 1.00 × Sd,FR76(Tsec(d*))</a:t>
            </a:r>
          </a:p>
        </p:txBody>
      </p:sp>
      <p:sp>
        <p:nvSpPr>
          <p:cNvPr id="6" name="dstar-period-equation">
            <a:extLst xmlns:a="http://schemas.openxmlformats.org/drawingml/2006/main">
              <a:ext uri="{FF2B5EF4-FFF2-40B4-BE49-F238E27FC236}">
                <a16:creationId xmlns:a16="http://schemas.microsoft.com/office/drawing/2014/main" id="{EBB83079-5B5A-4A1D-9ABC-D112F413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defRPr>
            </a:pPr>
            <a:r>
              <a:rPr sz="1650" b="0" i="0">
                <a:solidFill>
                  <a:srgbClr val="716D69"/>
                </a:solidFill>
                <a:latin typeface="Cambria"/>
                <a:ea typeface="Cambria"/>
                <a:cs typeface="Cambria"/>
              </a:rPr>
              <a:t>Tsec(d) = 2π √[ meff / (Fcracked(d) / d) ]</a:t>
            </a:r>
          </a:p>
        </p:txBody>
      </p:sp>
      <p:sp>
        <p:nvSpPr>
          <p:cNvPr id="7" name="dstar-step-0-heading">
            <a:extLst xmlns:a="http://schemas.openxmlformats.org/drawingml/2006/main">
              <a:ext uri="{FF2B5EF4-FFF2-40B4-BE49-F238E27FC236}">
                <a16:creationId xmlns:a16="http://schemas.microsoft.com/office/drawing/2014/main" id="{92A79A4D-DE37-4EC3-AB94-E0EAC34F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TRIAL DISPLACEMENT</a:t>
            </a:r>
          </a:p>
        </p:txBody>
      </p:sp>
      <p:sp>
        <p:nvSpPr>
          <p:cNvPr id="8" name="dstar-step-0-value">
            <a:extLst xmlns:a="http://schemas.openxmlformats.org/drawingml/2006/main">
              <a:ext uri="{FF2B5EF4-FFF2-40B4-BE49-F238E27FC236}">
                <a16:creationId xmlns:a16="http://schemas.microsoft.com/office/drawing/2014/main" id="{05989E56-3E6B-4247-9374-65DD75FA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3.423 mm</a:t>
            </a:r>
          </a:p>
        </p:txBody>
      </p:sp>
      <p:sp>
        <p:nvSpPr>
          <p:cNvPr id="9" name="dstar-step-0-detail">
            <a:extLst xmlns:a="http://schemas.openxmlformats.org/drawingml/2006/main">
              <a:ext uri="{FF2B5EF4-FFF2-40B4-BE49-F238E27FC236}">
                <a16:creationId xmlns:a16="http://schemas.microsoft.com/office/drawing/2014/main" id="{A62C4217-04A6-4FE8-AE4C-D085DA078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 22 · FR76 × scale 1.00</a:t>
            </a:r>
          </a:p>
        </p:txBody>
      </p:sp>
      <p:sp>
        <p:nvSpPr>
          <p:cNvPr id="10" name="dstar-step-divider-0">
            <a:extLst xmlns:a="http://schemas.openxmlformats.org/drawingml/2006/main">
              <a:ext uri="{FF2B5EF4-FFF2-40B4-BE49-F238E27FC236}">
                <a16:creationId xmlns:a16="http://schemas.microsoft.com/office/drawing/2014/main" id="{3E25A5DF-FE44-4BE1-8AA4-4B71E093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1" name="dstar-step-1-heading">
            <a:extLst xmlns:a="http://schemas.openxmlformats.org/drawingml/2006/main">
              <a:ext uri="{FF2B5EF4-FFF2-40B4-BE49-F238E27FC236}">
                <a16:creationId xmlns:a16="http://schemas.microsoft.com/office/drawing/2014/main" id="{47EEA961-A16C-40EC-83CC-F7BA7073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PUSHOVER SECANT</a:t>
            </a:r>
          </a:p>
        </p:txBody>
      </p:sp>
      <p:sp>
        <p:nvSpPr>
          <p:cNvPr id="12" name="dstar-step-1-value">
            <a:extLst xmlns:a="http://schemas.openxmlformats.org/drawingml/2006/main">
              <a:ext uri="{FF2B5EF4-FFF2-40B4-BE49-F238E27FC236}">
                <a16:creationId xmlns:a16="http://schemas.microsoft.com/office/drawing/2014/main" id="{7D3F7B28-A6C5-4D34-BBA1-E41EC6CE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12.360 kN</a:t>
            </a:r>
          </a:p>
        </p:txBody>
      </p:sp>
      <p:sp>
        <p:nvSpPr>
          <p:cNvPr id="13" name="dstar-step-1-detail">
            <a:extLst xmlns:a="http://schemas.openxmlformats.org/drawingml/2006/main">
              <a:ext uri="{FF2B5EF4-FFF2-40B4-BE49-F238E27FC236}">
                <a16:creationId xmlns:a16="http://schemas.microsoft.com/office/drawing/2014/main" id="{5D45081D-206F-4E99-9656-3FD18344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Fcracked at d* · ksec = F/d = 3.611 kN/mm</a:t>
            </a:r>
          </a:p>
        </p:txBody>
      </p:sp>
      <p:sp>
        <p:nvSpPr>
          <p:cNvPr id="14" name="dstar-step-divider-1">
            <a:extLst xmlns:a="http://schemas.openxmlformats.org/drawingml/2006/main">
              <a:ext uri="{FF2B5EF4-FFF2-40B4-BE49-F238E27FC236}">
                <a16:creationId xmlns:a16="http://schemas.microsoft.com/office/drawing/2014/main" id="{E35220E6-56F9-490D-B3D4-80FBBBBC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86075"/>
            <a:ext cx="0" cy="1609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5" name="dstar-step-2-heading">
            <a:extLst xmlns:a="http://schemas.openxmlformats.org/drawingml/2006/main">
              <a:ext uri="{FF2B5EF4-FFF2-40B4-BE49-F238E27FC236}">
                <a16:creationId xmlns:a16="http://schemas.microsoft.com/office/drawing/2014/main" id="{BA993097-E6A0-46BF-AD68-BC490DC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READ THE SPECTRUM</a:t>
            </a:r>
          </a:p>
        </p:txBody>
      </p:sp>
      <p:sp>
        <p:nvSpPr>
          <p:cNvPr id="16" name="dstar-step-2-value">
            <a:extLst xmlns:a="http://schemas.openxmlformats.org/drawingml/2006/main">
              <a:ext uri="{FF2B5EF4-FFF2-40B4-BE49-F238E27FC236}">
                <a16:creationId xmlns:a16="http://schemas.microsoft.com/office/drawing/2014/main" id="{AF1C57F4-14B3-4A5A-AE28-3DD981C1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67075"/>
            <a:ext cx="31432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32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0.133704 s</a:t>
            </a:r>
          </a:p>
        </p:txBody>
      </p:sp>
      <p:sp>
        <p:nvSpPr>
          <p:cNvPr id="17" name="dstar-step-2-detail">
            <a:extLst xmlns:a="http://schemas.openxmlformats.org/drawingml/2006/main">
              <a:ext uri="{FF2B5EF4-FFF2-40B4-BE49-F238E27FC236}">
                <a16:creationId xmlns:a16="http://schemas.microsoft.com/office/drawing/2014/main" id="{9A67F623-DBF3-40AA-A3EF-4AD525E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838575"/>
            <a:ext cx="314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Tsec → Sd,FR76 = 3.423 mm</a:t>
            </a:r>
          </a:p>
        </p:txBody>
      </p:sp>
      <p:sp>
        <p:nvSpPr>
          <p:cNvPr id="18" name="dstar-mass-check">
            <a:extLst xmlns:a="http://schemas.openxmlformats.org/drawingml/2006/main">
              <a:ext uri="{FF2B5EF4-FFF2-40B4-BE49-F238E27FC236}">
                <a16:creationId xmlns:a16="http://schemas.microsoft.com/office/drawing/2014/main" id="{4AD52566-489B-456A-BFD1-CD7F73B6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meff = 1,635 kg  →  Tsec = 2π√(1,635 / 3.611×10⁶) = 0.133704 s</a:t>
            </a:r>
          </a:p>
        </p:txBody>
      </p:sp>
      <p:sp>
        <p:nvSpPr>
          <p:cNvPr id="19" name="dstar-result-rule">
            <a:extLst xmlns:a="http://schemas.openxmlformats.org/drawingml/2006/main">
              <a:ext uri="{FF2B5EF4-FFF2-40B4-BE49-F238E27FC236}">
                <a16:creationId xmlns:a16="http://schemas.microsoft.com/office/drawing/2014/main" id="{C39A25E2-9787-4C6A-9469-9DB82407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91125"/>
            <a:ext cx="1062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0" name="dstar-result-note">
            <a:extLst xmlns:a="http://schemas.openxmlformats.org/drawingml/2006/main">
              <a:ext uri="{FF2B5EF4-FFF2-40B4-BE49-F238E27FC236}">
                <a16:creationId xmlns:a16="http://schemas.microsoft.com/office/drawing/2014/main" id="{FB318B95-4489-481E-8821-7D5190C5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1575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At that period, FR76 gives Sd = 3.423 mm. Demand equals the trial displacement, so this is d*.</a:t>
            </a:r>
          </a:p>
        </p:txBody>
      </p:sp>
      <p:sp>
        <p:nvSpPr>
          <p:cNvPr id="21" name="dstar-schedule-caveat">
            <a:extLst xmlns:a="http://schemas.openxmlformats.org/drawingml/2006/main">
              <a:ext uri="{FF2B5EF4-FFF2-40B4-BE49-F238E27FC236}">
                <a16:creationId xmlns:a16="http://schemas.microsoft.com/office/drawing/2014/main" id="{F8D0C994-593C-45C2-A44B-E71FCEA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340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The cracked backbone follows the precomputed target schedule after an earlier target crossed dy; Run 21's measured response is not used.</a:t>
            </a:r>
          </a:p>
        </p:txBody>
      </p:sp>
    </p:spTree>
    <p:extLst>
      <p:ext uri="{BB962C8B-B14F-4D97-AF65-F5344CB8AC3E}">
        <p14:creationId xmlns:p14="http://schemas.microsoft.com/office/powerpoint/2010/main" val="1358298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circle-4">
            <a:extLst xmlns:a="http://schemas.openxmlformats.org/drawingml/2006/main">
              <a:ext uri="{FF2B5EF4-FFF2-40B4-BE49-F238E27FC236}">
                <a16:creationId xmlns:a16="http://schemas.microsoft.com/office/drawing/2014/main" id="{64D77865-E553-4813-9137-7127ABC5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21D72B7-EF2E-4768-B876-1DDC4D37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slide-title-4">
            <a:extLst xmlns:a="http://schemas.openxmlformats.org/drawingml/2006/main">
              <a:ext uri="{FF2B5EF4-FFF2-40B4-BE49-F238E27FC236}">
                <a16:creationId xmlns:a16="http://schemas.microsoft.com/office/drawing/2014/main" id="{BCA65B23-9B67-46F1-AE47-C2D8892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Run 22 input velocity</a:t>
            </a:r>
          </a:p>
        </p:txBody>
      </p:sp>
      <p:sp>
        <p:nvSpPr>
          <p:cNvPr id="4" name="slide-subtitle-4">
            <a:extLst xmlns:a="http://schemas.openxmlformats.org/drawingml/2006/main">
              <a:ext uri="{FF2B5EF4-FFF2-40B4-BE49-F238E27FC236}">
                <a16:creationId xmlns:a16="http://schemas.microsoft.com/office/drawing/2014/main" id="{44AC16FC-FD39-4124-83E1-CD06C8C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Actual FR76 × 1.00 velocity tables imported into 3DEC · Wave A is common to all methods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52450" y="1371600"/>
          <a:ext xmlns:a="http://schemas.openxmlformats.org/drawingml/2006/main" cx="11068050" cy="4305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f1c0b65ca94f4d"/>
          </a:graphicData>
        </a:graphic>
      </p:graphicFrame>
      <p:sp>
        <p:nvSpPr>
          <p:cNvPr id="6" name="input-velocity-note">
            <a:extLst xmlns:a="http://schemas.openxmlformats.org/drawingml/2006/main">
              <a:ext uri="{FF2B5EF4-FFF2-40B4-BE49-F238E27FC236}">
                <a16:creationId xmlns:a16="http://schemas.microsoft.com/office/drawing/2014/main" id="{AEA363B9-0E48-4E83-8EC7-A286E76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715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Wave A carrier = 0.110 s in every method. The fitting routine changes the Wave A/B velocity amplitudes; the selected carrier periods stay fixed.</a:t>
            </a:r>
          </a:p>
        </p:txBody>
      </p:sp>
    </p:spTree>
    <p:extLst>
      <p:ext uri="{BB962C8B-B14F-4D97-AF65-F5344CB8AC3E}">
        <p14:creationId xmlns:p14="http://schemas.microsoft.com/office/powerpoint/2010/main" val="17995217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5">
            <a:extLst xmlns:a="http://schemas.openxmlformats.org/drawingml/2006/main">
              <a:ext uri="{FF2B5EF4-FFF2-40B4-BE49-F238E27FC236}">
                <a16:creationId xmlns:a16="http://schemas.microsoft.com/office/drawing/2014/main" id="{4AEA740F-91BF-45F7-A78B-90123834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C40D7B74-CFEB-4972-8DE8-99B4DCD7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slide-title-5">
            <a:extLst xmlns:a="http://schemas.openxmlformats.org/drawingml/2006/main">
              <a:ext uri="{FF2B5EF4-FFF2-40B4-BE49-F238E27FC236}">
                <a16:creationId xmlns:a16="http://schemas.microsoft.com/office/drawing/2014/main" id="{BF87125E-E571-42D1-BD25-6DA57274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 response and spectral calibration</a:t>
            </a:r>
          </a:p>
        </p:txBody>
      </p:sp>
      <p:sp>
        <p:nvSpPr>
          <p:cNvPr id="4" name="slide-subtitle-5">
            <a:extLst xmlns:a="http://schemas.openxmlformats.org/drawingml/2006/main">
              <a:ext uri="{FF2B5EF4-FFF2-40B4-BE49-F238E27FC236}">
                <a16:creationId xmlns:a16="http://schemas.microsoft.com/office/drawing/2014/main" id="{573B0638-5AC5-4D70-96C8-E8125FF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compare with US-1 Test 9; Run 25 has no matching specimen test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1f982fb26484e"/>
          <a:stretch xmlns:a="http://schemas.openxmlformats.org/drawingml/2006/main"/>
        </p:blipFill>
        <p:spPr>
          <a:xfrm xmlns:a="http://schemas.openxmlformats.org/drawingml/2006/main">
            <a:off x="466725" y="1277553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best-displacement-value">
            <a:extLst xmlns:a="http://schemas.openxmlformats.org/drawingml/2006/main">
              <a:ext uri="{FF2B5EF4-FFF2-40B4-BE49-F238E27FC236}">
                <a16:creationId xmlns:a16="http://schemas.microsoft.com/office/drawing/2014/main" id="{CBB10177-CE24-4EFC-9305-4AFA13CD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435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7" name="best-displacement-label">
            <a:extLst xmlns:a="http://schemas.openxmlformats.org/drawingml/2006/main">
              <a:ext uri="{FF2B5EF4-FFF2-40B4-BE49-F238E27FC236}">
                <a16:creationId xmlns:a16="http://schemas.microsoft.com/office/drawing/2014/main" id="{81CA1237-9686-4874-A816-1598EEF5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911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mean OOP error</a:t>
            </a:r>
          </a:p>
        </p:txBody>
      </p:sp>
      <p:sp>
        <p:nvSpPr>
          <p:cNvPr id="8" name="comparison-mid-rule">
            <a:extLst xmlns:a="http://schemas.openxmlformats.org/drawingml/2006/main">
              <a:ext uri="{FF2B5EF4-FFF2-40B4-BE49-F238E27FC236}">
                <a16:creationId xmlns:a16="http://schemas.microsoft.com/office/drawing/2014/main" id="{50C52BA9-71ED-4367-9869-C9717D07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53025"/>
            <a:ext cx="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best-baseshear-value">
            <a:extLst xmlns:a="http://schemas.openxmlformats.org/drawingml/2006/main">
              <a:ext uri="{FF2B5EF4-FFF2-40B4-BE49-F238E27FC236}">
                <a16:creationId xmlns:a16="http://schemas.microsoft.com/office/drawing/2014/main" id="{1C1D5729-25A7-4C1C-B543-53CECF8B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1435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300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best-baseshear-label">
            <a:extLst xmlns:a="http://schemas.openxmlformats.org/drawingml/2006/main">
              <a:ext uri="{FF2B5EF4-FFF2-40B4-BE49-F238E27FC236}">
                <a16:creationId xmlns:a16="http://schemas.microsoft.com/office/drawing/2014/main" id="{7214F860-3260-46EA-A1B9-C484E7A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59117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 mean base-shear peak error</a:t>
            </a:r>
          </a:p>
        </p:txBody>
      </p:sp>
      <p:sp>
        <p:nvSpPr>
          <p:cNvPr id="11" name="fit-provisional-note">
            <a:extLst xmlns:a="http://schemas.openxmlformats.org/drawingml/2006/main">
              <a:ext uri="{FF2B5EF4-FFF2-40B4-BE49-F238E27FC236}">
                <a16:creationId xmlns:a16="http://schemas.microsoft.com/office/drawing/2014/main" id="{53D5A4A7-99AA-433F-AEF8-3F000296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150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tolerance. Treat these response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6354235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circle-6">
            <a:extLst xmlns:a="http://schemas.openxmlformats.org/drawingml/2006/main">
              <a:ext uri="{FF2B5EF4-FFF2-40B4-BE49-F238E27FC236}">
                <a16:creationId xmlns:a16="http://schemas.microsoft.com/office/drawing/2014/main" id="{98208485-B0F3-480E-A13B-CC38F07D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18F88218-1A01-41A9-BEB9-E5595C34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slide-title-6">
            <a:extLst xmlns:a="http://schemas.openxmlformats.org/drawingml/2006/main">
              <a:ext uri="{FF2B5EF4-FFF2-40B4-BE49-F238E27FC236}">
                <a16:creationId xmlns:a16="http://schemas.microsoft.com/office/drawing/2014/main" id="{EFFA50A6-A497-4E5D-94BF-E7FAF0CC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Peak-response comparison: Method 2 highlighted</a:t>
            </a:r>
          </a:p>
        </p:txBody>
      </p:sp>
      <p:sp>
        <p:nvSpPr>
          <p:cNvPr id="4" name="slide-subtitle-6">
            <a:extLst xmlns:a="http://schemas.openxmlformats.org/drawingml/2006/main">
              <a:ext uri="{FF2B5EF4-FFF2-40B4-BE49-F238E27FC236}">
                <a16:creationId xmlns:a16="http://schemas.microsoft.com/office/drawing/2014/main" id="{6EB89389-8967-4B22-84A0-655A39AC3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Methods 1, 3 and 4 are muted; the experimental series remains visible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44bfb8703c4729"/>
          <a:stretch xmlns:a="http://schemas.openxmlformats.org/drawingml/2006/main"/>
        </p:blipFill>
        <p:spPr>
          <a:xfrm xmlns:a="http://schemas.openxmlformats.org/drawingml/2006/main">
            <a:off x="466725" y="1363278"/>
            <a:ext cx="11258550" cy="3636145"/>
          </a:xfrm>
          <a:prstGeom xmlns:a="http://schemas.openxmlformats.org/drawingml/2006/main" prst="rect">
            <a:avLst/>
          </a:prstGeom>
        </p:spPr>
      </p:pic>
      <p:sp>
        <p:nvSpPr>
          <p:cNvPr id="6" name="method2-highlight-takeaway">
            <a:extLst xmlns:a="http://schemas.openxmlformats.org/drawingml/2006/main">
              <a:ext uri="{FF2B5EF4-FFF2-40B4-BE49-F238E27FC236}">
                <a16:creationId xmlns:a16="http://schemas.microsoft.com/office/drawing/2014/main" id="{D22CD7C1-F70C-456D-B32D-2BCC3BCB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530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 has the lowest mean peak OOP error (17.1%); Method 1 still has the lowest base-shear error (9.3%).</a:t>
            </a:r>
          </a:p>
        </p:txBody>
      </p:sp>
      <p:sp>
        <p:nvSpPr>
          <p:cNvPr id="7" name="method2-highlight-caveat">
            <a:extLst xmlns:a="http://schemas.openxmlformats.org/drawingml/2006/main">
              <a:ext uri="{FF2B5EF4-FFF2-40B4-BE49-F238E27FC236}">
                <a16:creationId xmlns:a16="http://schemas.microsoft.com/office/drawing/2014/main" id="{212DE2D5-8B4A-472B-80FC-DC0D6C31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67425"/>
            <a:ext cx="1076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All 16 spectral fits missed the 2% convergence tolerance; treat these rankings as provisional.</a:t>
            </a:r>
          </a:p>
        </p:txBody>
      </p:sp>
    </p:spTree>
    <p:extLst>
      <p:ext uri="{BB962C8B-B14F-4D97-AF65-F5344CB8AC3E}">
        <p14:creationId xmlns:p14="http://schemas.microsoft.com/office/powerpoint/2010/main" val="7668814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number-circle-7">
            <a:extLst xmlns:a="http://schemas.openxmlformats.org/drawingml/2006/main">
              <a:ext uri="{FF2B5EF4-FFF2-40B4-BE49-F238E27FC236}">
                <a16:creationId xmlns:a16="http://schemas.microsoft.com/office/drawing/2014/main" id="{CCBBB046-7BFC-4C7C-8F25-34026B54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A6D009A4-0BE3-4DB0-9A1D-E1B3DCEF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slide-title-7">
            <a:extLst xmlns:a="http://schemas.openxmlformats.org/drawingml/2006/main">
              <a:ext uri="{FF2B5EF4-FFF2-40B4-BE49-F238E27FC236}">
                <a16:creationId xmlns:a16="http://schemas.microsoft.com/office/drawing/2014/main" id="{1AF168F3-E96D-4191-AF8B-6B82A111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Two base-shear measures</a:t>
            </a:r>
          </a:p>
        </p:txBody>
      </p:sp>
      <p:sp>
        <p:nvSpPr>
          <p:cNvPr id="4" name="slide-subtitle-7">
            <a:extLst xmlns:a="http://schemas.openxmlformats.org/drawingml/2006/main">
              <a:ext uri="{FF2B5EF4-FFF2-40B4-BE49-F238E27FC236}">
                <a16:creationId xmlns:a16="http://schemas.microsoft.com/office/drawing/2014/main" id="{A935AEDA-717E-4EAF-8DEA-3B461839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cstav is a model support reaction; the test reports an inertia-derived estimate</a:t>
            </a:r>
          </a:p>
        </p:txBody>
      </p:sp>
      <p:sp>
        <p:nvSpPr>
          <p:cNvPr id="5" name="baseshear-definition-divider">
            <a:extLst xmlns:a="http://schemas.openxmlformats.org/drawingml/2006/main">
              <a:ext uri="{FF2B5EF4-FFF2-40B4-BE49-F238E27FC236}">
                <a16:creationId xmlns:a16="http://schemas.microsoft.com/office/drawing/2014/main" id="{17503825-6AD3-4B72-8B60-7C9A66EF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09700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6" name="cstav-heading">
            <a:extLst xmlns:a="http://schemas.openxmlformats.org/drawingml/2006/main">
              <a:ext uri="{FF2B5EF4-FFF2-40B4-BE49-F238E27FC236}">
                <a16:creationId xmlns:a16="http://schemas.microsoft.com/office/drawing/2014/main" id="{AB7CDD6E-BE43-4FE8-8733-20A3500A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382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DIRECT 3DEC OUTPUT</a:t>
            </a:r>
          </a:p>
        </p:txBody>
      </p:sp>
      <p:sp>
        <p:nvSpPr>
          <p:cNvPr id="7" name="cstav-label">
            <a:extLst xmlns:a="http://schemas.openxmlformats.org/drawingml/2006/main">
              <a:ext uri="{FF2B5EF4-FFF2-40B4-BE49-F238E27FC236}">
                <a16:creationId xmlns:a16="http://schemas.microsoft.com/office/drawing/2014/main" id="{EB806686-205A-4D36-B315-CE7A900B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476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defRPr>
            </a:pPr>
            <a:r>
              <a:rPr sz="3150" b="1" i="0">
                <a:solidFill>
                  <a:srgbClr val="8A8F97"/>
                </a:solidFill>
                <a:latin typeface="Cambria"/>
                <a:ea typeface="Cambria"/>
                <a:cs typeface="Cambria"/>
              </a:rPr>
              <a:t>cstav</a:t>
            </a:r>
          </a:p>
        </p:txBody>
      </p:sp>
      <p:sp>
        <p:nvSpPr>
          <p:cNvPr id="8" name="cstav-equation">
            <a:extLst xmlns:a="http://schemas.openxmlformats.org/drawingml/2006/main">
              <a:ext uri="{FF2B5EF4-FFF2-40B4-BE49-F238E27FC236}">
                <a16:creationId xmlns:a16="http://schemas.microsoft.com/office/drawing/2014/main" id="{30F62B0C-F458-475C-8F2F-FCA4031C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72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V_cstav(t) = sign × [cstav(t) − cstav(0)]</a:t>
            </a:r>
          </a:p>
        </p:txBody>
      </p:sp>
      <p:sp>
        <p:nvSpPr>
          <p:cNvPr id="9" name="cstav-divider">
            <a:extLst xmlns:a="http://schemas.openxmlformats.org/drawingml/2006/main">
              <a:ext uri="{FF2B5EF4-FFF2-40B4-BE49-F238E27FC236}">
                <a16:creationId xmlns:a16="http://schemas.microsoft.com/office/drawing/2014/main" id="{CE5DB06E-4CAB-4431-B756-1A45FA2F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cstav-meaning-label">
            <a:extLst xmlns:a="http://schemas.openxmlformats.org/drawingml/2006/main">
              <a:ext uri="{FF2B5EF4-FFF2-40B4-BE49-F238E27FC236}">
                <a16:creationId xmlns:a16="http://schemas.microsoft.com/office/drawing/2014/main" id="{93B7176B-057D-4BD1-85FF-5F6F516E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What it measures</a:t>
            </a:r>
          </a:p>
        </p:txBody>
      </p:sp>
      <p:sp>
        <p:nvSpPr>
          <p:cNvPr id="11" name="cstav-meaning">
            <a:extLst xmlns:a="http://schemas.openxmlformats.org/drawingml/2006/main">
              <a:ext uri="{FF2B5EF4-FFF2-40B4-BE49-F238E27FC236}">
                <a16:creationId xmlns:a16="http://schemas.microsoft.com/office/drawing/2014/main" id="{2D971C98-35F9-4F05-86F9-9B230EC1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61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net reaction from the model’s base and joist supports, read directly from the 3DEC history.</a:t>
            </a:r>
          </a:p>
        </p:txBody>
      </p:sp>
      <p:sp>
        <p:nvSpPr>
          <p:cNvPr id="12" name="cstav-use">
            <a:extLst xmlns:a="http://schemas.openxmlformats.org/drawingml/2006/main">
              <a:ext uri="{FF2B5EF4-FFF2-40B4-BE49-F238E27FC236}">
                <a16:creationId xmlns:a16="http://schemas.microsoft.com/office/drawing/2014/main" id="{C2C8A7EE-A988-410F-A44E-EAF9C7B7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619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Kept as a grey reference trace. It is not the quantity reported by the experimental processing formula.</a:t>
            </a:r>
          </a:p>
        </p:txBody>
      </p:sp>
      <p:sp>
        <p:nvSpPr>
          <p:cNvPr id="13" name="inertia-heading">
            <a:extLst xmlns:a="http://schemas.openxmlformats.org/drawingml/2006/main">
              <a:ext uri="{FF2B5EF4-FFF2-40B4-BE49-F238E27FC236}">
                <a16:creationId xmlns:a16="http://schemas.microsoft.com/office/drawing/2014/main" id="{2C73A2A7-0723-4861-BA81-3EBD5437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38275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TEST-COMPATIBLE INERTIA ESTIMATE</a:t>
            </a:r>
          </a:p>
        </p:txBody>
      </p:sp>
      <p:sp>
        <p:nvSpPr>
          <p:cNvPr id="14" name="inertia-equation">
            <a:extLst xmlns:a="http://schemas.openxmlformats.org/drawingml/2006/main">
              <a:ext uri="{FF2B5EF4-FFF2-40B4-BE49-F238E27FC236}">
                <a16:creationId xmlns:a16="http://schemas.microsoft.com/office/drawing/2014/main" id="{6165FD9A-95CD-4F1A-A461-8F591E95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0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V_eq = sign × (λ / 1000) Σ m_j a_j,abs</a:t>
            </a:r>
          </a:p>
        </p:txBody>
      </p:sp>
      <p:sp>
        <p:nvSpPr>
          <p:cNvPr id="15" name="inertia-unit-note">
            <a:extLst xmlns:a="http://schemas.openxmlformats.org/drawingml/2006/main">
              <a:ext uri="{FF2B5EF4-FFF2-40B4-BE49-F238E27FC236}">
                <a16:creationId xmlns:a16="http://schemas.microsoft.com/office/drawing/2014/main" id="{41D27A1A-1DB2-43FB-9813-500AC2B3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38375"/>
            <a:ext cx="5095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kN · sign aligned and each run zeroed at its start</a:t>
            </a:r>
          </a:p>
        </p:txBody>
      </p:sp>
      <p:sp>
        <p:nvSpPr>
          <p:cNvPr id="16" name="sensor-wall-line">
            <a:extLst xmlns:a="http://schemas.openxmlformats.org/drawingml/2006/main">
              <a:ext uri="{FF2B5EF4-FFF2-40B4-BE49-F238E27FC236}">
                <a16:creationId xmlns:a16="http://schemas.microsoft.com/office/drawing/2014/main" id="{0F1BA751-D25E-4A1D-A5E5-B48E612C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14625"/>
            <a:ext cx="0" cy="1514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4D0CC"/>
            </a:solidFill>
            <a:prstDash val="solid"/>
          </a:ln>
        </p:spPr>
      </p:sp>
      <p:sp>
        <p:nvSpPr>
          <p:cNvPr id="17" name="sensor-wall-foot">
            <a:extLst xmlns:a="http://schemas.openxmlformats.org/drawingml/2006/main">
              <a:ext uri="{FF2B5EF4-FFF2-40B4-BE49-F238E27FC236}">
                <a16:creationId xmlns:a16="http://schemas.microsoft.com/office/drawing/2014/main" id="{9C646C9B-68FC-4E51-9D12-C38C3784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229100"/>
            <a:ext cx="5810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F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nsor-point-0">
            <a:extLst xmlns:a="http://schemas.openxmlformats.org/drawingml/2006/main">
              <a:ext uri="{FF2B5EF4-FFF2-40B4-BE49-F238E27FC236}">
                <a16:creationId xmlns:a16="http://schemas.microsoft.com/office/drawing/2014/main" id="{81AA7491-CB74-4BB2-B1D1-9008AC1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7813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ensor-label-0">
            <a:extLst xmlns:a="http://schemas.openxmlformats.org/drawingml/2006/main">
              <a:ext uri="{FF2B5EF4-FFF2-40B4-BE49-F238E27FC236}">
                <a16:creationId xmlns:a16="http://schemas.microsoft.com/office/drawing/2014/main" id="{50C1C0EF-99FC-4D44-A127-D970EA98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17 · z = 2.06 m</a:t>
            </a:r>
          </a:p>
        </p:txBody>
      </p:sp>
      <p:sp>
        <p:nvSpPr>
          <p:cNvPr id="20" name="sensor-mass-0">
            <a:extLst xmlns:a="http://schemas.openxmlformats.org/drawingml/2006/main">
              <a:ext uri="{FF2B5EF4-FFF2-40B4-BE49-F238E27FC236}">
                <a16:creationId xmlns:a16="http://schemas.microsoft.com/office/drawing/2014/main" id="{290AEA71-3A6B-40B5-A05E-AB3E8628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051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m17 = 404.13 kg</a:t>
            </a:r>
          </a:p>
        </p:txBody>
      </p:sp>
      <p:sp>
        <p:nvSpPr>
          <p:cNvPr id="21" name="sensor-point-1">
            <a:extLst xmlns:a="http://schemas.openxmlformats.org/drawingml/2006/main">
              <a:ext uri="{FF2B5EF4-FFF2-40B4-BE49-F238E27FC236}">
                <a16:creationId xmlns:a16="http://schemas.microsoft.com/office/drawing/2014/main" id="{C51952D8-E441-453D-AE09-A98DB4E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37185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ensor-label-1">
            <a:extLst xmlns:a="http://schemas.openxmlformats.org/drawingml/2006/main">
              <a:ext uri="{FF2B5EF4-FFF2-40B4-BE49-F238E27FC236}">
                <a16:creationId xmlns:a16="http://schemas.microsoft.com/office/drawing/2014/main" id="{7A284E99-023D-43BA-AD73-703B49DC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766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16 · z = 1.26 m</a:t>
            </a:r>
          </a:p>
        </p:txBody>
      </p:sp>
      <p:sp>
        <p:nvSpPr>
          <p:cNvPr id="23" name="sensor-mass-1">
            <a:extLst xmlns:a="http://schemas.openxmlformats.org/drawingml/2006/main">
              <a:ext uri="{FF2B5EF4-FFF2-40B4-BE49-F238E27FC236}">
                <a16:creationId xmlns:a16="http://schemas.microsoft.com/office/drawing/2014/main" id="{0A06484D-EEA3-413E-8CFF-43D50BB6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m16 = 320.66 kg</a:t>
            </a:r>
          </a:p>
        </p:txBody>
      </p:sp>
      <p:sp>
        <p:nvSpPr>
          <p:cNvPr id="24" name="sensor-point-2">
            <a:extLst xmlns:a="http://schemas.openxmlformats.org/drawingml/2006/main">
              <a:ext uri="{FF2B5EF4-FFF2-40B4-BE49-F238E27FC236}">
                <a16:creationId xmlns:a16="http://schemas.microsoft.com/office/drawing/2014/main" id="{AC55FE33-C6FE-4DE3-A621-4D52EC30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962400"/>
            <a:ext cx="161925" cy="1619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ensor-label-2">
            <a:extLst xmlns:a="http://schemas.openxmlformats.org/drawingml/2006/main">
              <a:ext uri="{FF2B5EF4-FFF2-40B4-BE49-F238E27FC236}">
                <a16:creationId xmlns:a16="http://schemas.microsoft.com/office/drawing/2014/main" id="{0C799319-8940-40A0-90D8-E978B33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67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Acc 15 · z = 0.60 m</a:t>
            </a:r>
          </a:p>
        </p:txBody>
      </p:sp>
      <p:sp>
        <p:nvSpPr>
          <p:cNvPr id="26" name="sensor-mass-2">
            <a:extLst xmlns:a="http://schemas.openxmlformats.org/drawingml/2006/main">
              <a:ext uri="{FF2B5EF4-FFF2-40B4-BE49-F238E27FC236}">
                <a16:creationId xmlns:a16="http://schemas.microsoft.com/office/drawing/2014/main" id="{31CC9918-F6AD-4B2D-93D4-49FF67D0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86225"/>
            <a:ext cx="19526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m15 = 408.52 kg</a:t>
            </a:r>
          </a:p>
        </p:txBody>
      </p:sp>
      <p:sp>
        <p:nvSpPr>
          <p:cNvPr id="27" name="sensor-process-divider">
            <a:extLst xmlns:a="http://schemas.openxmlformats.org/drawingml/2006/main">
              <a:ext uri="{FF2B5EF4-FFF2-40B4-BE49-F238E27FC236}">
                <a16:creationId xmlns:a16="http://schemas.microsoft.com/office/drawing/2014/main" id="{6123B030-F1F8-4AD7-A15B-907E0123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86050"/>
            <a:ext cx="0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28" name="model-accel-heading">
            <a:extLst xmlns:a="http://schemas.openxmlformats.org/drawingml/2006/main">
              <a:ext uri="{FF2B5EF4-FFF2-40B4-BE49-F238E27FC236}">
                <a16:creationId xmlns:a16="http://schemas.microsoft.com/office/drawing/2014/main" id="{EC12F17C-58FC-4288-A4A9-5CA37490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24150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276B8E"/>
                </a:solidFill>
                <a:latin typeface="Calibri"/>
                <a:ea typeface="Calibri"/>
                <a:cs typeface="Calibri"/>
              </a:rPr>
              <a:t>3DEC MODEL</a:t>
            </a:r>
          </a:p>
        </p:txBody>
      </p:sp>
      <p:sp>
        <p:nvSpPr>
          <p:cNvPr id="29" name="model-accel-copy">
            <a:extLst xmlns:a="http://schemas.openxmlformats.org/drawingml/2006/main">
              <a:ext uri="{FF2B5EF4-FFF2-40B4-BE49-F238E27FC236}">
                <a16:creationId xmlns:a16="http://schemas.microsoft.com/office/drawing/2014/main" id="{938F2A7D-2512-47BF-82BC-95A3BCD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90850"/>
            <a:ext cx="2238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Differentiate absolute sensor velocities; resample at 0.5 ms and low-pass at 50 Hz.</a:t>
            </a:r>
          </a:p>
        </p:txBody>
      </p:sp>
      <p:sp>
        <p:nvSpPr>
          <p:cNvPr id="30" name="test-accel-heading">
            <a:extLst xmlns:a="http://schemas.openxmlformats.org/drawingml/2006/main">
              <a:ext uri="{FF2B5EF4-FFF2-40B4-BE49-F238E27FC236}">
                <a16:creationId xmlns:a16="http://schemas.microsoft.com/office/drawing/2014/main" id="{5DF19E17-756F-4481-B343-2A87AC6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667125"/>
            <a:ext cx="2238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E07A2D"/>
                </a:solidFill>
                <a:latin typeface="Calibri"/>
                <a:ea typeface="Calibri"/>
                <a:cs typeface="Calibri"/>
              </a:rPr>
              <a:t>EXPERIMENT</a:t>
            </a:r>
          </a:p>
        </p:txBody>
      </p:sp>
      <p:sp>
        <p:nvSpPr>
          <p:cNvPr id="31" name="test-accel-copy">
            <a:extLst xmlns:a="http://schemas.openxmlformats.org/drawingml/2006/main">
              <a:ext uri="{FF2B5EF4-FFF2-40B4-BE49-F238E27FC236}">
                <a16:creationId xmlns:a16="http://schemas.microsoft.com/office/drawing/2014/main" id="{CD19ECAC-789D-44B1-B890-22CEFC60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33825"/>
            <a:ext cx="2238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Use table acceleration plus the wall accelerometers to reconstruct absolute acceleration.</a:t>
            </a:r>
          </a:p>
        </p:txBody>
      </p:sp>
      <p:sp>
        <p:nvSpPr>
          <p:cNvPr id="32" name="baseshear-comparison-rule">
            <a:extLst xmlns:a="http://schemas.openxmlformats.org/drawingml/2006/main">
              <a:ext uri="{FF2B5EF4-FFF2-40B4-BE49-F238E27FC236}">
                <a16:creationId xmlns:a16="http://schemas.microsoft.com/office/drawing/2014/main" id="{80892CCD-5A43-4B8D-BF7D-7472FDF5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05375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33" name="baseshear-likeforlike-label">
            <a:extLst xmlns:a="http://schemas.openxmlformats.org/drawingml/2006/main">
              <a:ext uri="{FF2B5EF4-FFF2-40B4-BE49-F238E27FC236}">
                <a16:creationId xmlns:a16="http://schemas.microsoft.com/office/drawing/2014/main" id="{DD24BE3A-DB9E-44D3-97D7-3A60F6B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LIKE-FOR-LIKE COMPARISON</a:t>
            </a:r>
          </a:p>
        </p:txBody>
      </p:sp>
      <p:sp>
        <p:nvSpPr>
          <p:cNvPr id="34" name="baseshear-likeforlike-copy">
            <a:extLst xmlns:a="http://schemas.openxmlformats.org/drawingml/2006/main">
              <a:ext uri="{FF2B5EF4-FFF2-40B4-BE49-F238E27FC236}">
                <a16:creationId xmlns:a16="http://schemas.microsoft.com/office/drawing/2014/main" id="{45062391-F1C0-4ED5-8C1C-5A1B3589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010150"/>
            <a:ext cx="7905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The same Σm·a definition is used for the experimental data and reconstructed from the model’s sensor histories. Base-shear errors on the next slides use this estimate; cstav stays as context.</a:t>
            </a:r>
          </a:p>
        </p:txBody>
      </p:sp>
      <p:sp>
        <p:nvSpPr>
          <p:cNvPr id="35" name="baseshear-mass-note">
            <a:extLst xmlns:a="http://schemas.openxmlformats.org/drawingml/2006/main">
              <a:ext uri="{FF2B5EF4-FFF2-40B4-BE49-F238E27FC236}">
                <a16:creationId xmlns:a16="http://schemas.microsoft.com/office/drawing/2014/main" id="{55736CDD-F562-44AB-B913-06CEA5E2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76900"/>
            <a:ext cx="10620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Mass basis: ρ = 1,619 kg/m³ gives the tributary masses above. λ = 2.317348 reproduces the factor in the processed tests and is applied to both sides; its origin is not confirmed.</a:t>
            </a:r>
          </a:p>
        </p:txBody>
      </p:sp>
      <p:sp>
        <p:nvSpPr>
          <p:cNvPr id="36" name="baseshear-xaxis-note">
            <a:extLst xmlns:a="http://schemas.openxmlformats.org/drawingml/2006/main">
              <a:ext uri="{FF2B5EF4-FFF2-40B4-BE49-F238E27FC236}">
                <a16:creationId xmlns:a16="http://schemas.microsoft.com/office/drawing/2014/main" id="{C42D9B85-00B4-40CE-8C28-645AD196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72200"/>
            <a:ext cx="10620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Loops use relative OOP displacement at z = 2.06 m on the horizontal axis.</a:t>
            </a:r>
          </a:p>
        </p:txBody>
      </p:sp>
    </p:spTree>
    <p:extLst>
      <p:ext uri="{BB962C8B-B14F-4D97-AF65-F5344CB8AC3E}">
        <p14:creationId xmlns:p14="http://schemas.microsoft.com/office/powerpoint/2010/main" val="17772248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8">
            <a:extLst xmlns:a="http://schemas.openxmlformats.org/drawingml/2006/main">
              <a:ext uri="{FF2B5EF4-FFF2-40B4-BE49-F238E27FC236}">
                <a16:creationId xmlns:a16="http://schemas.microsoft.com/office/drawing/2014/main" id="{A048CFFD-4D3A-4BE3-93AF-B02DC0C7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4A3809C4-D2F9-4A10-8756-20687AEB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slide-title-8">
            <a:extLst xmlns:a="http://schemas.openxmlformats.org/drawingml/2006/main">
              <a:ext uri="{FF2B5EF4-FFF2-40B4-BE49-F238E27FC236}">
                <a16:creationId xmlns:a16="http://schemas.microsoft.com/office/drawing/2014/main" id="{770BC145-43E8-4BF0-8247-1DC14DB6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1</a:t>
            </a:r>
          </a:p>
        </p:txBody>
      </p:sp>
      <p:sp>
        <p:nvSpPr>
          <p:cNvPr id="4" name="slide-subtitle-8">
            <a:extLst xmlns:a="http://schemas.openxmlformats.org/drawingml/2006/main">
              <a:ext uri="{FF2B5EF4-FFF2-40B4-BE49-F238E27FC236}">
                <a16:creationId xmlns:a16="http://schemas.microsoft.com/office/drawing/2014/main" id="{5BDE491A-FEAD-41CA-8E04-B16C82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99af9610b40a6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1-loop-context">
            <a:extLst xmlns:a="http://schemas.openxmlformats.org/drawingml/2006/main">
              <a:ext uri="{FF2B5EF4-FFF2-40B4-BE49-F238E27FC236}">
                <a16:creationId xmlns:a16="http://schemas.microsoft.com/office/drawing/2014/main" id="{2BD3E1DA-66C2-4A7E-A4D5-670590D8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1-mass-formula-label">
            <a:extLst xmlns:a="http://schemas.openxmlformats.org/drawingml/2006/main">
              <a:ext uri="{FF2B5EF4-FFF2-40B4-BE49-F238E27FC236}">
                <a16:creationId xmlns:a16="http://schemas.microsoft.com/office/drawing/2014/main" id="{B208F142-18E3-4294-B559-8496845F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1-mass-formula">
            <a:extLst xmlns:a="http://schemas.openxmlformats.org/drawingml/2006/main">
              <a:ext uri="{FF2B5EF4-FFF2-40B4-BE49-F238E27FC236}">
                <a16:creationId xmlns:a16="http://schemas.microsoft.com/office/drawing/2014/main" id="{89E99832-1453-4C7C-B7D4-A0FB90DF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1-mean-error-rule">
            <a:extLst xmlns:a="http://schemas.openxmlformats.org/drawingml/2006/main">
              <a:ext uri="{FF2B5EF4-FFF2-40B4-BE49-F238E27FC236}">
                <a16:creationId xmlns:a16="http://schemas.microsoft.com/office/drawing/2014/main" id="{C79B3F0D-8012-4175-86E6-10FF75D3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1-mean-error-caption">
            <a:extLst xmlns:a="http://schemas.openxmlformats.org/drawingml/2006/main">
              <a:ext uri="{FF2B5EF4-FFF2-40B4-BE49-F238E27FC236}">
                <a16:creationId xmlns:a16="http://schemas.microsoft.com/office/drawing/2014/main" id="{94C1EB3E-9100-4EA1-9CB2-239B27BD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1-mean-error">
            <a:extLst xmlns:a="http://schemas.openxmlformats.org/drawingml/2006/main">
              <a:ext uri="{FF2B5EF4-FFF2-40B4-BE49-F238E27FC236}">
                <a16:creationId xmlns:a16="http://schemas.microsoft.com/office/drawing/2014/main" id="{856CF6C0-7D47-4835-B0EC-A67AA9D6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</p:spTree>
    <p:extLst>
      <p:ext uri="{BB962C8B-B14F-4D97-AF65-F5344CB8AC3E}">
        <p14:creationId xmlns:p14="http://schemas.microsoft.com/office/powerpoint/2010/main" val="17767176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9">
            <a:extLst xmlns:a="http://schemas.openxmlformats.org/drawingml/2006/main">
              <a:ext uri="{FF2B5EF4-FFF2-40B4-BE49-F238E27FC236}">
                <a16:creationId xmlns:a16="http://schemas.microsoft.com/office/drawing/2014/main" id="{75DF7D13-3060-44DF-A582-C1E3B5C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B89A0E0D-215C-4440-B60A-BB49D994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slide-title-9">
            <a:extLst xmlns:a="http://schemas.openxmlformats.org/drawingml/2006/main">
              <a:ext uri="{FF2B5EF4-FFF2-40B4-BE49-F238E27FC236}">
                <a16:creationId xmlns:a16="http://schemas.microsoft.com/office/drawing/2014/main" id="{5459D4B0-49C0-419C-AB74-587A4F0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2</a:t>
            </a:r>
          </a:p>
        </p:txBody>
      </p:sp>
      <p:sp>
        <p:nvSpPr>
          <p:cNvPr id="4" name="slide-subtitle-9">
            <a:extLst xmlns:a="http://schemas.openxmlformats.org/drawingml/2006/main">
              <a:ext uri="{FF2B5EF4-FFF2-40B4-BE49-F238E27FC236}">
                <a16:creationId xmlns:a16="http://schemas.microsoft.com/office/drawing/2014/main" id="{294DEFF7-F5CB-47E5-A731-CCF34DC6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73d96755443fe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2-loop-context">
            <a:extLst xmlns:a="http://schemas.openxmlformats.org/drawingml/2006/main">
              <a:ext uri="{FF2B5EF4-FFF2-40B4-BE49-F238E27FC236}">
                <a16:creationId xmlns:a16="http://schemas.microsoft.com/office/drawing/2014/main" id="{C948EE1D-949C-4384-AB8E-587D6D069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2-mass-formula-label">
            <a:extLst xmlns:a="http://schemas.openxmlformats.org/drawingml/2006/main">
              <a:ext uri="{FF2B5EF4-FFF2-40B4-BE49-F238E27FC236}">
                <a16:creationId xmlns:a16="http://schemas.microsoft.com/office/drawing/2014/main" id="{4DF17CD5-1C50-4AC0-B179-7F391290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2-mass-formula">
            <a:extLst xmlns:a="http://schemas.openxmlformats.org/drawingml/2006/main">
              <a:ext uri="{FF2B5EF4-FFF2-40B4-BE49-F238E27FC236}">
                <a16:creationId xmlns:a16="http://schemas.microsoft.com/office/drawing/2014/main" id="{AB5A22D9-B897-42BB-BD13-71EBAE2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2-mean-error-rule">
            <a:extLst xmlns:a="http://schemas.openxmlformats.org/drawingml/2006/main">
              <a:ext uri="{FF2B5EF4-FFF2-40B4-BE49-F238E27FC236}">
                <a16:creationId xmlns:a16="http://schemas.microsoft.com/office/drawing/2014/main" id="{55453BCF-4600-4F29-A2C8-E14FA6C07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2-mean-error-caption">
            <a:extLst xmlns:a="http://schemas.openxmlformats.org/drawingml/2006/main">
              <a:ext uri="{FF2B5EF4-FFF2-40B4-BE49-F238E27FC236}">
                <a16:creationId xmlns:a16="http://schemas.microsoft.com/office/drawing/2014/main" id="{D4AAC54C-9794-49B8-97AC-9E9EF99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2-mean-error">
            <a:extLst xmlns:a="http://schemas.openxmlformats.org/drawingml/2006/main">
              <a:ext uri="{FF2B5EF4-FFF2-40B4-BE49-F238E27FC236}">
                <a16:creationId xmlns:a16="http://schemas.microsoft.com/office/drawing/2014/main" id="{E92AA4D2-EAA8-4AD0-A3A3-8FA1B881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13.3%</a:t>
            </a:r>
          </a:p>
        </p:txBody>
      </p:sp>
    </p:spTree>
    <p:extLst>
      <p:ext uri="{BB962C8B-B14F-4D97-AF65-F5344CB8AC3E}">
        <p14:creationId xmlns:p14="http://schemas.microsoft.com/office/powerpoint/2010/main" val="1290293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0">
            <a:extLst xmlns:a="http://schemas.openxmlformats.org/drawingml/2006/main">
              <a:ext uri="{FF2B5EF4-FFF2-40B4-BE49-F238E27FC236}">
                <a16:creationId xmlns:a16="http://schemas.microsoft.com/office/drawing/2014/main" id="{CBBF18BF-2A22-46E0-853B-9E351307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37A0BC0F-96B5-46AF-9774-E5FDD1E6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slide-title-10">
            <a:extLst xmlns:a="http://schemas.openxmlformats.org/drawingml/2006/main">
              <a:ext uri="{FF2B5EF4-FFF2-40B4-BE49-F238E27FC236}">
                <a16:creationId xmlns:a16="http://schemas.microsoft.com/office/drawing/2014/main" id="{610C76BE-BC35-475D-A538-A3AEE7D3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3</a:t>
            </a:r>
          </a:p>
        </p:txBody>
      </p:sp>
      <p:sp>
        <p:nvSpPr>
          <p:cNvPr id="4" name="slide-subtitle-10">
            <a:extLst xmlns:a="http://schemas.openxmlformats.org/drawingml/2006/main">
              <a:ext uri="{FF2B5EF4-FFF2-40B4-BE49-F238E27FC236}">
                <a16:creationId xmlns:a16="http://schemas.microsoft.com/office/drawing/2014/main" id="{7C6967E7-A569-4FCF-B65C-7C796065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82fa1ea44d4e2a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3-loop-context">
            <a:extLst xmlns:a="http://schemas.openxmlformats.org/drawingml/2006/main">
              <a:ext uri="{FF2B5EF4-FFF2-40B4-BE49-F238E27FC236}">
                <a16:creationId xmlns:a16="http://schemas.microsoft.com/office/drawing/2014/main" id="{F5D51016-9BB4-46B1-8FC7-FE506F0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3-mass-formula-label">
            <a:extLst xmlns:a="http://schemas.openxmlformats.org/drawingml/2006/main">
              <a:ext uri="{FF2B5EF4-FFF2-40B4-BE49-F238E27FC236}">
                <a16:creationId xmlns:a16="http://schemas.microsoft.com/office/drawing/2014/main" id="{177513DF-ED4B-46AB-8B5C-2A6575D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3-mass-formula">
            <a:extLst xmlns:a="http://schemas.openxmlformats.org/drawingml/2006/main">
              <a:ext uri="{FF2B5EF4-FFF2-40B4-BE49-F238E27FC236}">
                <a16:creationId xmlns:a16="http://schemas.microsoft.com/office/drawing/2014/main" id="{B840A439-32BD-4525-9617-A4C6EDF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3-mean-error-rule">
            <a:extLst xmlns:a="http://schemas.openxmlformats.org/drawingml/2006/main">
              <a:ext uri="{FF2B5EF4-FFF2-40B4-BE49-F238E27FC236}">
                <a16:creationId xmlns:a16="http://schemas.microsoft.com/office/drawing/2014/main" id="{927EEF4D-D929-489D-A644-024E257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3-mean-error-caption">
            <a:extLst xmlns:a="http://schemas.openxmlformats.org/drawingml/2006/main">
              <a:ext uri="{FF2B5EF4-FFF2-40B4-BE49-F238E27FC236}">
                <a16:creationId xmlns:a16="http://schemas.microsoft.com/office/drawing/2014/main" id="{528BEE64-191E-4A92-95A8-DE076DE2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3-mean-error">
            <a:extLst xmlns:a="http://schemas.openxmlformats.org/drawingml/2006/main">
              <a:ext uri="{FF2B5EF4-FFF2-40B4-BE49-F238E27FC236}">
                <a16:creationId xmlns:a16="http://schemas.microsoft.com/office/drawing/2014/main" id="{08D4702B-01B5-463A-89D7-3209F4C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3E8C61"/>
                </a:solidFill>
                <a:latin typeface="Cambria"/>
                <a:ea typeface="Cambria"/>
                <a:cs typeface="Cambria"/>
              </a:rPr>
              <a:t>14.7%</a:t>
            </a:r>
          </a:p>
        </p:txBody>
      </p:sp>
    </p:spTree>
    <p:extLst>
      <p:ext uri="{BB962C8B-B14F-4D97-AF65-F5344CB8AC3E}">
        <p14:creationId xmlns:p14="http://schemas.microsoft.com/office/powerpoint/2010/main" val="188062480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number-circle-11">
            <a:extLst xmlns:a="http://schemas.openxmlformats.org/drawingml/2006/main">
              <a:ext uri="{FF2B5EF4-FFF2-40B4-BE49-F238E27FC236}">
                <a16:creationId xmlns:a16="http://schemas.microsoft.com/office/drawing/2014/main" id="{CB77ED87-BB68-4EFA-978D-DBE711BC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1">
            <a:extLst xmlns:a="http://schemas.openxmlformats.org/drawingml/2006/main">
              <a:ext uri="{FF2B5EF4-FFF2-40B4-BE49-F238E27FC236}">
                <a16:creationId xmlns:a16="http://schemas.microsoft.com/office/drawing/2014/main" id="{F5B3BE31-7696-4EA8-9ABA-930012E0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slide-title-11">
            <a:extLst xmlns:a="http://schemas.openxmlformats.org/drawingml/2006/main">
              <a:ext uri="{FF2B5EF4-FFF2-40B4-BE49-F238E27FC236}">
                <a16:creationId xmlns:a16="http://schemas.microsoft.com/office/drawing/2014/main" id="{0CAA4BA7-C322-4886-B76A-20968056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Base shear versus OOP displacement: Method 4</a:t>
            </a:r>
          </a:p>
        </p:txBody>
      </p:sp>
      <p:sp>
        <p:nvSpPr>
          <p:cNvPr id="4" name="slide-subtitle-11">
            <a:extLst xmlns:a="http://schemas.openxmlformats.org/drawingml/2006/main">
              <a:ext uri="{FF2B5EF4-FFF2-40B4-BE49-F238E27FC236}">
                <a16:creationId xmlns:a16="http://schemas.microsoft.com/office/drawing/2014/main" id="{812EC0A3-D528-4D4A-A14B-FB78213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Like-for-like loops from baseshear_exp_from_model.py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1b6aa6f3e43bd"/>
          <a:stretch xmlns:a="http://schemas.openxmlformats.org/drawingml/2006/main"/>
        </p:blipFill>
        <p:spPr>
          <a:xfrm xmlns:a="http://schemas.openxmlformats.org/drawingml/2006/main">
            <a:off x="428625" y="1306513"/>
            <a:ext cx="11334750" cy="2968625"/>
          </a:xfrm>
          <a:prstGeom xmlns:a="http://schemas.openxmlformats.org/drawingml/2006/main" prst="rect">
            <a:avLst/>
          </a:prstGeom>
        </p:spPr>
      </p:pic>
      <p:sp>
        <p:nvSpPr>
          <p:cNvPr id="6" name="Method 4-loop-context">
            <a:extLst xmlns:a="http://schemas.openxmlformats.org/drawingml/2006/main">
              <a:ext uri="{FF2B5EF4-FFF2-40B4-BE49-F238E27FC236}">
                <a16:creationId xmlns:a16="http://schemas.microsoft.com/office/drawing/2014/main" id="{FBD40A64-DE01-4311-A830-7911FBD6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US-1 Test 9 is the primary experimental comparator. US-2 Test 12 and the support series remain visible in the source figure.</a:t>
            </a:r>
          </a:p>
        </p:txBody>
      </p:sp>
      <p:sp>
        <p:nvSpPr>
          <p:cNvPr id="7" name="Method 4-mass-formula-label">
            <a:extLst xmlns:a="http://schemas.openxmlformats.org/drawingml/2006/main">
              <a:ext uri="{FF2B5EF4-FFF2-40B4-BE49-F238E27FC236}">
                <a16:creationId xmlns:a16="http://schemas.microsoft.com/office/drawing/2014/main" id="{DA7C8B18-4171-40E0-910F-735EBCF4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Base-shear mass basis</a:t>
            </a:r>
          </a:p>
        </p:txBody>
      </p:sp>
      <p:sp>
        <p:nvSpPr>
          <p:cNvPr id="8" name="Method 4-mass-formula">
            <a:extLst xmlns:a="http://schemas.openxmlformats.org/drawingml/2006/main">
              <a:ext uri="{FF2B5EF4-FFF2-40B4-BE49-F238E27FC236}">
                <a16:creationId xmlns:a16="http://schemas.microsoft.com/office/drawing/2014/main" id="{5EEA2C39-930E-4AEA-8AFC-D8C03B9B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43525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27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Tributary masses use ρ = 1,619 kg/m³; the ×2.317348 test factor is applied to both model and experiment.</a:t>
            </a:r>
          </a:p>
        </p:txBody>
      </p:sp>
      <p:sp>
        <p:nvSpPr>
          <p:cNvPr id="9" name="Method 4-mean-error-rule">
            <a:extLst xmlns:a="http://schemas.openxmlformats.org/drawingml/2006/main">
              <a:ext uri="{FF2B5EF4-FFF2-40B4-BE49-F238E27FC236}">
                <a16:creationId xmlns:a16="http://schemas.microsoft.com/office/drawing/2014/main" id="{DFEAF9A0-09A8-4906-B366-64A7188E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991100"/>
            <a:ext cx="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0" name="Method 4-mean-error-caption">
            <a:extLst xmlns:a="http://schemas.openxmlformats.org/drawingml/2006/main">
              <a:ext uri="{FF2B5EF4-FFF2-40B4-BE49-F238E27FC236}">
                <a16:creationId xmlns:a16="http://schemas.microsoft.com/office/drawing/2014/main" id="{CBE16289-85F4-4F37-937E-B2D9841D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67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Mean base-shear peak error</a:t>
            </a:r>
          </a:p>
        </p:txBody>
      </p:sp>
      <p:sp>
        <p:nvSpPr>
          <p:cNvPr id="11" name="Method 4-mean-error">
            <a:extLst xmlns:a="http://schemas.openxmlformats.org/drawingml/2006/main">
              <a:ext uri="{FF2B5EF4-FFF2-40B4-BE49-F238E27FC236}">
                <a16:creationId xmlns:a16="http://schemas.microsoft.com/office/drawing/2014/main" id="{1E5F5B9B-7A28-4215-8C3A-F0EB0BC5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314950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defRPr>
            </a:pPr>
            <a:r>
              <a:rPr sz="2850" b="1" i="0">
                <a:solidFill>
                  <a:srgbClr val="A14D8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</p:spTree>
    <p:extLst>
      <p:ext uri="{BB962C8B-B14F-4D97-AF65-F5344CB8AC3E}">
        <p14:creationId xmlns:p14="http://schemas.microsoft.com/office/powerpoint/2010/main" val="1967547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number-circle-12">
            <a:extLst xmlns:a="http://schemas.openxmlformats.org/drawingml/2006/main">
              <a:ext uri="{FF2B5EF4-FFF2-40B4-BE49-F238E27FC236}">
                <a16:creationId xmlns:a16="http://schemas.microsoft.com/office/drawing/2014/main" id="{824ECAB9-293B-4E36-90C7-27DDC213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2">
            <a:extLst xmlns:a="http://schemas.openxmlformats.org/drawingml/2006/main">
              <a:ext uri="{FF2B5EF4-FFF2-40B4-BE49-F238E27FC236}">
                <a16:creationId xmlns:a16="http://schemas.microsoft.com/office/drawing/2014/main" id="{5C4A46C4-6CA4-4841-A51B-80943795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slide-title-12">
            <a:extLst xmlns:a="http://schemas.openxmlformats.org/drawingml/2006/main">
              <a:ext uri="{FF2B5EF4-FFF2-40B4-BE49-F238E27FC236}">
                <a16:creationId xmlns:a16="http://schemas.microsoft.com/office/drawing/2014/main" id="{ED98ECB3-82E4-4190-93E4-1F86DA6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Experimental tiltmeter residuals</a:t>
            </a:r>
          </a:p>
        </p:txBody>
      </p:sp>
      <p:sp>
        <p:nvSpPr>
          <p:cNvPr id="4" name="slide-subtitle-12">
            <a:extLst xmlns:a="http://schemas.openxmlformats.org/drawingml/2006/main">
              <a:ext uri="{FF2B5EF4-FFF2-40B4-BE49-F238E27FC236}">
                <a16:creationId xmlns:a16="http://schemas.microsoft.com/office/drawing/2014/main" id="{2C23FF4A-E1F7-4926-B382-98A13F2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Settled Y-axis readings after each run; no experimental Run 25 reading is available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714375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1144da118b494e"/>
          </a:graphicData>
        </a:graphic>
      </p:graphicFrame>
      <p:sp>
        <p:nvSpPr>
          <p:cNvPr id="6" name="tilt-note-rule">
            <a:extLst xmlns:a="http://schemas.openxmlformats.org/drawingml/2006/main">
              <a:ext uri="{FF2B5EF4-FFF2-40B4-BE49-F238E27FC236}">
                <a16:creationId xmlns:a16="http://schemas.microsoft.com/office/drawing/2014/main" id="{C096F2CF-CF15-417A-BE6F-3EDACECA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7" name="tilt-run24-value">
            <a:extLst xmlns:a="http://schemas.openxmlformats.org/drawingml/2006/main">
              <a:ext uri="{FF2B5EF4-FFF2-40B4-BE49-F238E27FC236}">
                <a16:creationId xmlns:a16="http://schemas.microsoft.com/office/drawing/2014/main" id="{5A824BEF-2CA7-4592-AB8A-CDE3E95C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743075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3225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+3.279°</a:t>
            </a:r>
          </a:p>
        </p:txBody>
      </p:sp>
      <p:sp>
        <p:nvSpPr>
          <p:cNvPr id="8" name="tilt-run24-caption">
            <a:extLst xmlns:a="http://schemas.openxmlformats.org/drawingml/2006/main">
              <a:ext uri="{FF2B5EF4-FFF2-40B4-BE49-F238E27FC236}">
                <a16:creationId xmlns:a16="http://schemas.microsoft.com/office/drawing/2014/main" id="{83C9F082-F950-489A-B09D-0D454976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40030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425" b="0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Run 24 change from the Run 21 baseline</a:t>
            </a:r>
          </a:p>
        </p:txBody>
      </p:sp>
      <p:sp>
        <p:nvSpPr>
          <p:cNvPr id="9" name="tilt-clip-note">
            <a:extLst xmlns:a="http://schemas.openxmlformats.org/drawingml/2006/main">
              <a:ext uri="{FF2B5EF4-FFF2-40B4-BE49-F238E27FC236}">
                <a16:creationId xmlns:a16="http://schemas.microsoft.com/office/drawing/2014/main" id="{645A18A7-ACA8-452D-8AA7-698293F73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95650"/>
            <a:ext cx="2876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Within-shaking inclinometer peaks clip near ±25.75°, so this chart uses settled residuals only.</a:t>
            </a:r>
          </a:p>
        </p:txBody>
      </p:sp>
      <p:sp>
        <p:nvSpPr>
          <p:cNvPr id="10" name="tilt-model-note">
            <a:extLst xmlns:a="http://schemas.openxmlformats.org/drawingml/2006/main">
              <a:ext uri="{FF2B5EF4-FFF2-40B4-BE49-F238E27FC236}">
                <a16:creationId xmlns:a16="http://schemas.microsoft.com/office/drawing/2014/main" id="{B12A5502-7479-4DF5-988D-24F20267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71975"/>
            <a:ext cx="2876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 model comparison needs the angle at the instrument location. The local chord-angle proxy is excluded.</a:t>
            </a:r>
          </a:p>
        </p:txBody>
      </p:sp>
    </p:spTree>
    <p:extLst>
      <p:ext uri="{BB962C8B-B14F-4D97-AF65-F5344CB8AC3E}">
        <p14:creationId xmlns:p14="http://schemas.microsoft.com/office/powerpoint/2010/main" val="16335999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number-circle-13">
            <a:extLst xmlns:a="http://schemas.openxmlformats.org/drawingml/2006/main">
              <a:ext uri="{FF2B5EF4-FFF2-40B4-BE49-F238E27FC236}">
                <a16:creationId xmlns:a16="http://schemas.microsoft.com/office/drawing/2014/main" id="{DE82123F-6FD4-45F3-A660-903BAB87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-number-13">
            <a:extLst xmlns:a="http://schemas.openxmlformats.org/drawingml/2006/main">
              <a:ext uri="{FF2B5EF4-FFF2-40B4-BE49-F238E27FC236}">
                <a16:creationId xmlns:a16="http://schemas.microsoft.com/office/drawing/2014/main" id="{5B1EAA6F-6128-4948-B13A-8DD1AC2E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slide-title-13">
            <a:extLst xmlns:a="http://schemas.openxmlformats.org/drawingml/2006/main">
              <a:ext uri="{FF2B5EF4-FFF2-40B4-BE49-F238E27FC236}">
                <a16:creationId xmlns:a16="http://schemas.microsoft.com/office/drawing/2014/main" id="{1949F003-5461-4529-9315-C9AE06FD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2700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What these runs support</a:t>
            </a:r>
          </a:p>
        </p:txBody>
      </p:sp>
      <p:sp>
        <p:nvSpPr>
          <p:cNvPr id="4" name="slide-subtitle-13">
            <a:extLst xmlns:a="http://schemas.openxmlformats.org/drawingml/2006/main">
              <a:ext uri="{FF2B5EF4-FFF2-40B4-BE49-F238E27FC236}">
                <a16:creationId xmlns:a16="http://schemas.microsoft.com/office/drawing/2014/main" id="{CBCCDB0A-A34C-412F-A964-30E24C4A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38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Four methods, one common starting state, and three matched US-1 runs</a:t>
            </a:r>
          </a:p>
        </p:txBody>
      </p:sp>
      <p:sp>
        <p:nvSpPr>
          <p:cNvPr id="5" name="summary-value-0">
            <a:extLst xmlns:a="http://schemas.openxmlformats.org/drawingml/2006/main">
              <a:ext uri="{FF2B5EF4-FFF2-40B4-BE49-F238E27FC236}">
                <a16:creationId xmlns:a16="http://schemas.microsoft.com/office/drawing/2014/main" id="{98C5CFA0-D2D7-4CA2-A362-3C2CEF4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E07A2D"/>
                </a:solidFill>
                <a:latin typeface="Cambria"/>
                <a:ea typeface="Cambria"/>
                <a:cs typeface="Cambria"/>
              </a:rPr>
              <a:t>17.1%</a:t>
            </a:r>
          </a:p>
        </p:txBody>
      </p:sp>
      <p:sp>
        <p:nvSpPr>
          <p:cNvPr id="6" name="summary-method-0">
            <a:extLst xmlns:a="http://schemas.openxmlformats.org/drawingml/2006/main">
              <a:ext uri="{FF2B5EF4-FFF2-40B4-BE49-F238E27FC236}">
                <a16:creationId xmlns:a16="http://schemas.microsoft.com/office/drawing/2014/main" id="{46C7253A-7617-4C1F-AB30-94C70163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2</a:t>
            </a:r>
          </a:p>
        </p:txBody>
      </p:sp>
      <p:sp>
        <p:nvSpPr>
          <p:cNvPr id="7" name="summary-label-0">
            <a:extLst xmlns:a="http://schemas.openxmlformats.org/drawingml/2006/main">
              <a:ext uri="{FF2B5EF4-FFF2-40B4-BE49-F238E27FC236}">
                <a16:creationId xmlns:a16="http://schemas.microsoft.com/office/drawing/2014/main" id="{153B7047-771A-4903-B1D7-93066CBE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OOP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displacement error</a:t>
            </a:r>
          </a:p>
        </p:txBody>
      </p:sp>
      <p:sp>
        <p:nvSpPr>
          <p:cNvPr id="8" name="summary-divider-0">
            <a:extLst xmlns:a="http://schemas.openxmlformats.org/drawingml/2006/main">
              <a:ext uri="{FF2B5EF4-FFF2-40B4-BE49-F238E27FC236}">
                <a16:creationId xmlns:a16="http://schemas.microsoft.com/office/drawing/2014/main" id="{7ED41F93-423D-4633-8E6E-3B7C143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9" name="summary-value-1">
            <a:extLst xmlns:a="http://schemas.openxmlformats.org/drawingml/2006/main">
              <a:ext uri="{FF2B5EF4-FFF2-40B4-BE49-F238E27FC236}">
                <a16:creationId xmlns:a16="http://schemas.microsoft.com/office/drawing/2014/main" id="{09B036B5-D109-4053-8B5A-8B498C0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276B8E"/>
                </a:solidFill>
                <a:latin typeface="Cambria"/>
                <a:ea typeface="Cambria"/>
                <a:cs typeface="Cambria"/>
              </a:rPr>
              <a:t>9.3%</a:t>
            </a:r>
          </a:p>
        </p:txBody>
      </p:sp>
      <p:sp>
        <p:nvSpPr>
          <p:cNvPr id="10" name="summary-method-1">
            <a:extLst xmlns:a="http://schemas.openxmlformats.org/drawingml/2006/main">
              <a:ext uri="{FF2B5EF4-FFF2-40B4-BE49-F238E27FC236}">
                <a16:creationId xmlns:a16="http://schemas.microsoft.com/office/drawing/2014/main" id="{802016B2-38CE-4231-A47A-2BA25500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Method 1</a:t>
            </a:r>
          </a:p>
        </p:txBody>
      </p:sp>
      <p:sp>
        <p:nvSpPr>
          <p:cNvPr id="11" name="summary-label-1">
            <a:extLst xmlns:a="http://schemas.openxmlformats.org/drawingml/2006/main">
              <a:ext uri="{FF2B5EF4-FFF2-40B4-BE49-F238E27FC236}">
                <a16:creationId xmlns:a16="http://schemas.microsoft.com/office/drawing/2014/main" id="{B1C1201B-5865-4EAA-9733-D2E6BE47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Lowest mean base-shear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peak error</a:t>
            </a:r>
          </a:p>
        </p:txBody>
      </p:sp>
      <p:sp>
        <p:nvSpPr>
          <p:cNvPr id="12" name="summary-divider-1">
            <a:extLst xmlns:a="http://schemas.openxmlformats.org/drawingml/2006/main">
              <a:ext uri="{FF2B5EF4-FFF2-40B4-BE49-F238E27FC236}">
                <a16:creationId xmlns:a16="http://schemas.microsoft.com/office/drawing/2014/main" id="{5095B5E9-0765-4328-869E-6C9EF475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43075"/>
            <a:ext cx="0" cy="1781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3" name="summary-value-2">
            <a:extLst xmlns:a="http://schemas.openxmlformats.org/drawingml/2006/main">
              <a:ext uri="{FF2B5EF4-FFF2-40B4-BE49-F238E27FC236}">
                <a16:creationId xmlns:a16="http://schemas.microsoft.com/office/drawing/2014/main" id="{FCBBF409-ADF5-4F65-B697-849009D3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764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defRPr>
            </a:pPr>
            <a:r>
              <a:rPr sz="4050" b="1" i="0">
                <a:solidFill>
                  <a:srgbClr val="B7684B"/>
                </a:solidFill>
                <a:latin typeface="Cambria"/>
                <a:ea typeface="Cambria"/>
                <a:cs typeface="Cambria"/>
              </a:rPr>
              <a:t>16 / 16</a:t>
            </a:r>
          </a:p>
        </p:txBody>
      </p:sp>
      <p:sp>
        <p:nvSpPr>
          <p:cNvPr id="14" name="summary-method-2">
            <a:extLst xmlns:a="http://schemas.openxmlformats.org/drawingml/2006/main">
              <a:ext uri="{FF2B5EF4-FFF2-40B4-BE49-F238E27FC236}">
                <a16:creationId xmlns:a16="http://schemas.microsoft.com/office/drawing/2014/main" id="{6B9ECF29-0A89-483C-9F59-941A5FBA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14600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272523"/>
                </a:solidFill>
                <a:latin typeface="Calibri"/>
                <a:ea typeface="Calibri"/>
                <a:cs typeface="Calibri"/>
              </a:rPr>
              <a:t>All methods</a:t>
            </a:r>
          </a:p>
        </p:txBody>
      </p:sp>
      <p:sp>
        <p:nvSpPr>
          <p:cNvPr id="15" name="summary-label-2">
            <a:extLst xmlns:a="http://schemas.openxmlformats.org/drawingml/2006/main">
              <a:ext uri="{FF2B5EF4-FFF2-40B4-BE49-F238E27FC236}">
                <a16:creationId xmlns:a16="http://schemas.microsoft.com/office/drawing/2014/main" id="{E334BBAD-90F0-447D-9EFB-D39F6BA4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86075"/>
            <a:ext cx="285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Spectral fits outside</a:t>
            </a:r>
          </a:p>
          <a:p xmlns:a="http://schemas.openxmlformats.org/drawingml/2006/main">
            <a:pPr algn="ctr">
              <a:def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2% tolerance</a:t>
            </a:r>
          </a:p>
        </p:txBody>
      </p:sp>
      <p:sp>
        <p:nvSpPr>
          <p:cNvPr id="16" name="summary-lower-rule">
            <a:extLst xmlns:a="http://schemas.openxmlformats.org/drawingml/2006/main">
              <a:ext uri="{FF2B5EF4-FFF2-40B4-BE49-F238E27FC236}">
                <a16:creationId xmlns:a16="http://schemas.microsoft.com/office/drawing/2014/main" id="{6E8964C8-868D-4DA9-9CFB-C3EB29D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4D0CC"/>
            </a:solidFill>
            <a:prstDash val="solid"/>
          </a:ln>
        </p:spPr>
      </p:sp>
      <p:sp>
        <p:nvSpPr>
          <p:cNvPr id="17" name="summary-reading">
            <a:extLst xmlns:a="http://schemas.openxmlformats.org/drawingml/2006/main">
              <a:ext uri="{FF2B5EF4-FFF2-40B4-BE49-F238E27FC236}">
                <a16:creationId xmlns:a16="http://schemas.microsoft.com/office/drawing/2014/main" id="{A8067AEA-8C2A-4E65-B901-517737CA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defRPr>
            </a:pPr>
            <a:r>
              <a:rPr sz="1875" b="1" i="0">
                <a:solidFill>
                  <a:srgbClr val="272523"/>
                </a:solidFill>
                <a:latin typeface="Cambria"/>
                <a:ea typeface="Cambria"/>
                <a:cs typeface="Cambria"/>
              </a:rPr>
              <a:t>Method 2 leads on displacement, while Method 1 leads on base-shear peak. No single method leads on both.</a:t>
            </a:r>
          </a:p>
        </p:txBody>
      </p:sp>
      <p:sp>
        <p:nvSpPr>
          <p:cNvPr id="18" name="summary-next-step">
            <a:extLst xmlns:a="http://schemas.openxmlformats.org/drawingml/2006/main">
              <a:ext uri="{FF2B5EF4-FFF2-40B4-BE49-F238E27FC236}">
                <a16:creationId xmlns:a16="http://schemas.microsoft.com/office/drawing/2014/main" id="{4F427F16-D58F-4623-9411-4F0418E1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53025"/>
            <a:ext cx="10363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defRPr>
            </a:pPr>
            <a:r>
              <a:rPr sz="1575" b="1" i="0">
                <a:solidFill>
                  <a:srgbClr val="B7684B"/>
                </a:solidFill>
                <a:latin typeface="Calibri"/>
                <a:ea typeface="Calibri"/>
                <a:cs typeface="Calibri"/>
              </a:rPr>
              <a:t>Next: improve the joint two-wave spectral fit, then compare model tilt at the instrument location.</a:t>
            </a:r>
          </a:p>
        </p:txBody>
      </p:sp>
      <p:sp>
        <p:nvSpPr>
          <p:cNvPr id="19" name="summary-scope-note">
            <a:extLst xmlns:a="http://schemas.openxmlformats.org/drawingml/2006/main">
              <a:ext uri="{FF2B5EF4-FFF2-40B4-BE49-F238E27FC236}">
                <a16:creationId xmlns:a16="http://schemas.microsoft.com/office/drawing/2014/main" id="{FC87A1D5-A4DA-431F-AC70-90BA0574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293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defRPr>
            </a:pPr>
            <a:r>
              <a:rPr sz="1200" b="0" i="1">
                <a:solidFill>
                  <a:srgbClr val="716D69"/>
                </a:solidFill>
                <a:latin typeface="Calibri"/>
                <a:ea typeface="Calibri"/>
                <a:cs typeface="Calibri"/>
              </a:rPr>
              <a:t>Runs 22–24 have US-1 comparisons. Run 25 is model-only. All methods start from Strategy F Run 21.</a:t>
            </a:r>
          </a:p>
        </p:txBody>
      </p:sp>
    </p:spTree>
    <p:extLst>
      <p:ext uri="{BB962C8B-B14F-4D97-AF65-F5344CB8AC3E}">
        <p14:creationId xmlns:p14="http://schemas.microsoft.com/office/powerpoint/2010/main" val="229645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2026-10-05T10:25:57.0810000Z</dcterms:created>
  <dcterms:modified xsi:type="dcterms:W3CDTF">2026-10-05T10:25:57.0810000Z</dcterms:modified>
</coreProperties>
</file>