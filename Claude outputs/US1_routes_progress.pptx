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the two routes we agreed on, what they give on an undamaged wall, and what they give on a wall that already has damage from the test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two checks apart. The first is about the wave. The second is about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descending branch matters for the secant period at large displacement. The new driver keeps the load pattern of the force-controlled push and controls displacement by feedback; results to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cycle. More cycles would give every cycle the peak velocity, which the record does 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A represents the start, near elastic. Stage B puts the demand at the period the softened wall should have. Envelope force for the secant, as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restart test removes the damage history from the question. Same state, same level, wave instead of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1 at 0.56 g single cycle and Route 2 stage A at 2.9 mm elastic demand both stay below the cracking level of the new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Chicken and egg: the wall must be soft to feel stage B, and stage B is what was meant to make it soft.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 plot normalised to run 1 for both. The tilt sign difference is a loose end, not the main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changes what "validated" means. The model sits on US-2 at run 24. There is no measured property that separates US-1 from US-2 to tune towards.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the spectral displacement at one period does not control how strong the single push is. That is what the rocking wall responds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1 is still 40% short, so it is not the answer either; but it points the way for the amplitude rule: velocity and pulse shape, not Sd. Strategy R is built on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descriptor is the problem, not the numbers in it. Both the under- and over-shoot come from using one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on the target wall. Everything else is runs I can do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4343400"/>
            <a:ext cx="1828800" cy="18288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routes to a simple input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or two sine waves do what the earthquake record does to the wall?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463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9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Yopi P. Oktiovan  ·  Hanze University of Applied Sciences, Groningen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69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meeting — US-1 wall model (3DEC),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wall, one record, two ways to replace the record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17 s earthquake record by one or two sine waves that give the model the same wall movement.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and the wave can be tuned to the state of the wall.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case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84832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SAFEGo wall US-1, run 24 (FR76 × 1.75).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29.5 mm out-of-plane at 2.06 m, 29.5 kN base shear.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3DEC, rigid blocks, all damage in the joints.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routes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084832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 (Eleni): one sine wave with the record’s peak velocity.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 (Ihsan): two sine waves, one at the first period of the wall, one at the softened period.</a:t>
            </a:r>
            <a:endParaRPr lang="en-US" sz="1350" dirty="0"/>
          </a:p>
        </p:txBody>
      </p:sp>
      <p:pic>
        <p:nvPicPr>
          <p:cNvPr id="15" name="Image 0" descr="fig_model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023360"/>
            <a:ext cx="1499616" cy="2331720"/>
          </a:xfrm>
          <a:prstGeom prst="rect">
            <a:avLst/>
          </a:prstGeom>
        </p:spPr>
      </p:pic>
      <p:pic>
        <p:nvPicPr>
          <p:cNvPr id="16" name="Image 1" descr="fig_model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4023360"/>
            <a:ext cx="1325880" cy="23317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297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judge a route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297680" y="4526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against the record on the same model: does the wave move the model as much as the record does?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against the test: 29.5 mm and 29.5 kN at run 24.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checks, in that order. A route can pass the first and still not the second.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routes: pushing the model over, two ways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static force-displacement curve of the model, needed for Route 2 and for the check against the 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754880" cy="1874520"/>
          </a:xfrm>
          <a:prstGeom prst="roundRect">
            <a:avLst>
              <a:gd name="adj" fmla="val 29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control (tilted gravity)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grows step by step until the model cannot hold it.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test curve up to the peak: 29.0 kN at 17 mm; test 29.5 kN. Rocking starts at 7–8 mm.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peak: no equilibrium on the falling branch.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4754880" cy="1828800"/>
          </a:xfrm>
          <a:prstGeom prst="roundRect">
            <a:avLst>
              <a:gd name="adj" fmla="val 3000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84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control (pushing the top beam)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0507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beam moved at a fixed speed, base shear read.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3–5 kN at 30 mm. Pushing the restrained top beam measures sideways sliding, not rocking. Not a capacity curve.</a:t>
            </a:r>
            <a:endParaRPr lang="en-US" sz="1350" dirty="0"/>
          </a:p>
        </p:txBody>
      </p:sp>
      <p:pic>
        <p:nvPicPr>
          <p:cNvPr id="12" name="Image 0" descr="fig_pushover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71600"/>
            <a:ext cx="6126480" cy="383133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02920" y="5468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curves against the test envelope (Fig 13). Force control: total reaction; displacement control: base + joists only. Hollow point = step that did not converge.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571500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2E2A2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control: right peak, no falling branch. Top-beam displacement control: wrong curve. New driver (ready): hold the wall at a target displacement with the same tilted-gravity load.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1: one sine wave with the record’s peak velocity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Eleni’s route — nothing about the wall goes in</a:t>
            </a:r>
            <a:endParaRPr lang="en-US" sz="1400" dirty="0"/>
          </a:p>
        </p:txBody>
      </p:sp>
      <p:pic>
        <p:nvPicPr>
          <p:cNvPr id="6" name="Image 0" descr="fig_route1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3529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502920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Amplitude: the peak velocity of the record, times the run’s scale factor (0.44 m/s at run-25 level).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the main period of the record (0.50 s). One cycle.</a:t>
            </a:r>
            <a:endParaRPr lang="en-US" sz="1400" dirty="0"/>
          </a:p>
          <a:p>
            <a:pPr marL="342900" indent="-3429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fixed. If it works, no wall information is needed.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2: two sine waves, one after the other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Ihsan’s route — the wave follows the state of the wall</a:t>
            </a:r>
            <a:endParaRPr lang="en-US" sz="1400" dirty="0"/>
          </a:p>
        </p:txBody>
      </p:sp>
      <p:pic>
        <p:nvPicPr>
          <p:cNvPr id="6" name="Image 0" descr="fig_route2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31912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4709160"/>
            <a:ext cx="11155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5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A: period = first period of the model (0.095 s). Amplitude set so its Sd equals the record’s Sd there (2.9 mm at run-25 level).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B: period from the secant to 29.5 mm on the test curve, using the envelope force (14.6 kN) and m = 1635 kg: T = 0.36 s. Amplitude set so its Sd equals the record’s Sd there (51 mm).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stages one cycle, 0.5 s of quiet between them.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tests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input level, three starting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undamaged wall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new wall.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Route 1 or Route 2 at run-25 level (FR76 × 2.0).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shot. The wall has no damage when the wave arrives.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the record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84832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model with the real table motion, all 25 runs in the test order (Strategy F).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 route has to reproduce: the record’s effect on this model.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damaged wall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084832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from the model state at the end of run 23 or run 24 of the record sequence.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Route 2 at the next run’s level.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what the record did in that next run.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48056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2E2A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805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asks: can the waves crack the wall?  Test 2 asks: once the wall is cracked, do the waves move it as much as the record does?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 result: on the undamaged wall both routes do very little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values of the one-shot runs, next to the record on the same model and the test</a:t>
            </a:r>
            <a:endParaRPr lang="en-US" sz="1400" dirty="0"/>
          </a:p>
        </p:txBody>
      </p:sp>
      <p:pic>
        <p:nvPicPr>
          <p:cNvPr id="6" name="Image 0" descr="fig_virgi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2898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48056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10235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1: 2.8 mm.  Route 2: 4.1 mm.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 the model: 8.3 mm at ×1.75, 41.6 mm at ×2.0.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US-1 at run 24: 29.5 mm.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448056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510235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wave cracks the new wall. The record at ×2.0 does, and then the model moves a lot.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shear is base + joists only in the model (no top-joint share yet), so the force bars are not like-for-like with the test.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stage B needs a wall that is already soft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 on the undamaged wall, run-25 level</a:t>
            </a:r>
            <a:endParaRPr lang="en-US" sz="1400" dirty="0"/>
          </a:p>
        </p:txBody>
      </p:sp>
      <p:pic>
        <p:nvPicPr>
          <p:cNvPr id="6" name="Image 0" descr="fig_route2_virgin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8229600" cy="4187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61120" y="1371600"/>
            <a:ext cx="2697480" cy="4187952"/>
          </a:xfrm>
          <a:prstGeom prst="roundRect">
            <a:avLst>
              <a:gd name="adj" fmla="val 2034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35440" y="15727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1993392"/>
            <a:ext cx="2148840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(2.9 mm demand at 0.095 s): the wall answers with 4.1 mm. That is the peak.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is a 48 mm, 0.75 g push at 0.36 s. The wall was still at ~0.1 s, so it just rode along with the table.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51 mm of Sd at 0.36 s only exists for a wall that is already at 0.36 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5760720"/>
            <a:ext cx="11155680" cy="731520"/>
          </a:xfrm>
          <a:prstGeom prst="roundRect">
            <a:avLst>
              <a:gd name="adj" fmla="val 7500"/>
            </a:avLst>
          </a:prstGeom>
          <a:solidFill>
            <a:srgbClr val="2E2A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57607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B is built for a soft wall. On a stiff wall it does nothing. So the next test starts from a wall the record has already cracked.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Reference: period and tilt tell the same story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vs both test walls, run by run</a:t>
            </a:r>
            <a:endParaRPr lang="en-US" sz="1400" dirty="0"/>
          </a:p>
        </p:txBody>
      </p:sp>
      <p:pic>
        <p:nvPicPr>
          <p:cNvPr id="6" name="Image 0" descr="fig_ctrl_period_n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703320" cy="2788920"/>
          </a:xfrm>
          <a:prstGeom prst="rect">
            <a:avLst/>
          </a:prstGeom>
        </p:spPr>
      </p:pic>
      <p:pic>
        <p:nvPicPr>
          <p:cNvPr id="7" name="Image 1" descr="fig_ctrl_ti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71600"/>
            <a:ext cx="7132320" cy="2788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4389120"/>
            <a:ext cx="5532120" cy="2011680"/>
          </a:xfrm>
          <a:prstGeom prst="roundRect">
            <a:avLst>
              <a:gd name="adj" fmla="val 27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59028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010912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period grows about 4% from run 1 to run 24 and 10% by run 25. The test wall grew 17.5% by run 24.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softens one step later than the test.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72200" y="438912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46520" y="4590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501091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tilt follows the test up to run 21 and then lags, like the displacement.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tilt of the model leans the other way than US-1 over runs 15–22 — to be checked (sign convention or joist side).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input, two test walls, two answers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24 on US-1 and on US-2 (its twin), and on the model</a:t>
            </a:r>
            <a:endParaRPr lang="en-US" sz="1400" dirty="0"/>
          </a:p>
        </p:txBody>
      </p:sp>
      <p:pic>
        <p:nvPicPr>
          <p:cNvPr id="6" name="Image 0" descr="fig_twin_wa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3721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21208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4132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8338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gave both walls the same motion (spectra within 2–5%), and the model got the same input. US-1 moved 29.5 mm, US-2 moved 7.6 mm, the model 8.3 mm. The 29.5 mm target belongs to one of two twin walls; the paper itself reports a large unexplained difference between them.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2 result: on the damaged wall Route 2 does far too much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from the record state, apply Route 2, compare with the record on the same state</a:t>
            </a:r>
            <a:endParaRPr lang="en-US" sz="1400" dirty="0"/>
          </a:p>
        </p:txBody>
      </p:sp>
      <p:pic>
        <p:nvPicPr>
          <p:cNvPr id="6" name="Image 0" descr="fig_cracked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29352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48056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10235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run 24 at ×2.0: Route 2 gives 85 mm, the record gives 42 mm (2×).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run 23 at ×1.75: Route 2 gives 69 mm, the record gives 8 mm (8×).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448056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510235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sine cycle at 0.36 s is a 48 mm push in 0.18 s. A cracked, rocking wall follows that push almost fully.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has the same Sd at 0.36 s, but its pushes are shorter and go both ways, so the wall ends up at half of that.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damaged wall, same level: the record vs three waves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shear vs displacement, last run (FR76 x2.0) from the end-of-run-24 state</a:t>
            </a:r>
            <a:endParaRPr lang="en-US" sz="1400" dirty="0"/>
          </a:p>
        </p:txBody>
      </p:sp>
      <p:pic>
        <p:nvPicPr>
          <p:cNvPr id="6" name="Image 0" descr="fig_lastrun_lo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0698480" cy="3429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4754880"/>
            <a:ext cx="6949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(run 25) takes the wall to 42 mm.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1, one wave with the record’s peak velocity: about 25 mm. Closest of the three; same loop shape and force level as the record.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 with one cycle: 85 mm, twice the record. With three cycles: 8 mm, a fifth of it. Same Sd target, opposite answers.</a:t>
            </a:r>
            <a:endParaRPr lang="en-US" sz="1200" dirty="0"/>
          </a:p>
          <a:p>
            <a:pPr marL="342900" indent="-342900">
              <a:lnSpc>
                <a:spcPts val="15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reach a similar base shear (10–20 kN). They differ in how far the wall rocks, not in how hard it pushes back.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0" y="4800600"/>
            <a:ext cx="3977640" cy="868680"/>
          </a:xfrm>
          <a:prstGeom prst="roundRect">
            <a:avLst>
              <a:gd name="adj" fmla="val 6316"/>
            </a:avLst>
          </a:prstGeom>
          <a:solidFill>
            <a:srgbClr val="2E2A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63840" y="48006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 that carries the record’s velocity gets closest. The waves that carry its Sd at one period miss in both directions.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57607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shear = base + joists only (about 55% of the total). Grey loop: US-1 run 24, reference only — run 25 was not applied to US-1.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routes bracket the record, from both sides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Undamaged wall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routes: 3–4 mm.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8 to 42 mm.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little. The waves do not crack the wall.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wall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84832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Record: 42 mm.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1: 25 mm. Route 2: 85 mm (1 cycle) or 8 mm (3 cycles).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velocity wave comes closest; the Sd waves miss both ways.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64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084832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test to 17 mm, sits on the twin wall US-2 at run 24, cracks one scale step after US-1.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the model checked against the real table motion: fine.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80060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2E2A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Sd at one period fixes the size of the wave but not how hard a single cycle pushes. A rocking wall answers the push, not the Sd.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tests first, then the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Spread stage B over 3 cycles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 target at 0.36 s, three smaller cycles instead of one big one (0.27 g instead of 0.75 g). Run from the same two saved states. Script ready.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Route 1 on the damaged wall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08483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restart test for the one-wave route, from run 23 and run 24. Script ready.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959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Full model force–displacement curve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1655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Pushover with the falling branch (new driver). Needed for the secant period from the model instead of the test curve, and to compare with the test envelope.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79476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3F0EC"/>
          </a:solidFill>
          <a:ln w="9525">
            <a:solidFill>
              <a:srgbClr val="DCD8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39959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Decisions for this meeting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416552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wall is the target: US-1, US-2, or the range between them?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so far: envelope force for the secant, model first period for stage 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routes to a simple input - progress on the US-1 wall model</dc:title>
  <dc:subject>PptxGenJS Presentation</dc:subject>
  <dc:creator>Yopi P. Oktiovan</dc:creator>
  <cp:lastModifiedBy>Yopi P. Oktiovan</cp:lastModifiedBy>
  <cp:revision>1</cp:revision>
  <dcterms:created xsi:type="dcterms:W3CDTF">2026-09-07T11:49:31Z</dcterms:created>
  <dcterms:modified xsi:type="dcterms:W3CDTF">2026-09-07T11:49:31Z</dcterms:modified>
</cp:coreProperties>
</file>