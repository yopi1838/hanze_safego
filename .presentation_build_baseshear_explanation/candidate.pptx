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3d04673a04422c" /><Relationship Type="http://schemas.openxmlformats.org/officeDocument/2006/relationships/extended-properties" Target="/docProps/app.xml" Id="R4885bf30268245e2" /><Relationship Type="http://schemas.openxmlformats.org/officeDocument/2006/relationships/officeDocument" Target="/ppt/presentation.xml" Id="R57671cde1dc94c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086eba551a4ca6"/>
  </p:sldMasterIdLst>
  <p:notesMasterIdLst>
    <p:notesMasterId xmlns:r="http://schemas.openxmlformats.org/officeDocument/2006/relationships" r:id="Rac77ceee1416408e"/>
  </p:notesMasterIdLst>
  <p:sldIdLst>
    <p:sldId xmlns:r="http://schemas.openxmlformats.org/officeDocument/2006/relationships" id="256" r:id="R76084c2116834a47"/>
    <p:sldId xmlns:r="http://schemas.openxmlformats.org/officeDocument/2006/relationships" id="257" r:id="R4b0d848a29294735"/>
    <p:sldId xmlns:r="http://schemas.openxmlformats.org/officeDocument/2006/relationships" id="258" r:id="Ra051f526c3414b44"/>
    <p:sldId xmlns:r="http://schemas.openxmlformats.org/officeDocument/2006/relationships" id="259" r:id="R3f52f9198d4b45c1"/>
    <p:sldId xmlns:r="http://schemas.openxmlformats.org/officeDocument/2006/relationships" id="260" r:id="R9237ef86086d4069"/>
    <p:sldId xmlns:r="http://schemas.openxmlformats.org/officeDocument/2006/relationships" id="261" r:id="Rdc21fff0ad304d85"/>
    <p:sldId xmlns:r="http://schemas.openxmlformats.org/officeDocument/2006/relationships" id="262" r:id="Red3d722430fd49f4"/>
    <p:sldId xmlns:r="http://schemas.openxmlformats.org/officeDocument/2006/relationships" id="263" r:id="R8dda8f625e5146bd"/>
    <p:sldId xmlns:r="http://schemas.openxmlformats.org/officeDocument/2006/relationships" id="264" r:id="Rbbd597f42b0841ee"/>
    <p:sldId xmlns:r="http://schemas.openxmlformats.org/officeDocument/2006/relationships" id="265" r:id="R3e480e4809aa4544"/>
    <p:sldId xmlns:r="http://schemas.openxmlformats.org/officeDocument/2006/relationships" id="266" r:id="Rf8f94a52c99f44da"/>
    <p:sldId xmlns:r="http://schemas.openxmlformats.org/officeDocument/2006/relationships" id="267" r:id="Rad4a83f12dd243d8"/>
    <p:sldId xmlns:r="http://schemas.openxmlformats.org/officeDocument/2006/relationships" id="268" r:id="R6f622844344b42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001c3e44874ab6" /><Relationship Type="http://schemas.openxmlformats.org/officeDocument/2006/relationships/slideMaster" Target="/ppt/slideMasters/slideMaster1.xml" Id="Rb7086eba551a4ca6" /><Relationship Type="http://schemas.openxmlformats.org/officeDocument/2006/relationships/notesMaster" Target="/ppt/notesMasters/notesMaster1.xml" Id="Rac77ceee1416408e" /><Relationship Type="http://schemas.openxmlformats.org/officeDocument/2006/relationships/presProps" Target="/ppt/presProps.xml" Id="R897ee7829f4b433f" /><Relationship Type="http://schemas.openxmlformats.org/officeDocument/2006/relationships/tableStyles" Target="/ppt/tableStyles.xml" Id="R4b972d3363134056" /><Relationship Type="http://schemas.openxmlformats.org/officeDocument/2006/relationships/slide" Target="/ppt/slides/slide1.xml" Id="R76084c2116834a47" /><Relationship Type="http://schemas.openxmlformats.org/officeDocument/2006/relationships/slide" Target="/ppt/slides/slide2.xml" Id="R4b0d848a29294735" /><Relationship Type="http://schemas.openxmlformats.org/officeDocument/2006/relationships/slide" Target="/ppt/slides/slide3.xml" Id="Ra051f526c3414b44" /><Relationship Type="http://schemas.openxmlformats.org/officeDocument/2006/relationships/slide" Target="/ppt/slides/slide4.xml" Id="R3f52f9198d4b45c1" /><Relationship Type="http://schemas.openxmlformats.org/officeDocument/2006/relationships/slide" Target="/ppt/slides/slide5.xml" Id="R9237ef86086d4069" /><Relationship Type="http://schemas.openxmlformats.org/officeDocument/2006/relationships/slide" Target="/ppt/slides/slide6.xml" Id="Rdc21fff0ad304d85" /><Relationship Type="http://schemas.openxmlformats.org/officeDocument/2006/relationships/slide" Target="/ppt/slides/slide7.xml" Id="Red3d722430fd49f4" /><Relationship Type="http://schemas.openxmlformats.org/officeDocument/2006/relationships/slide" Target="/ppt/slides/slide8.xml" Id="R8dda8f625e5146bd" /><Relationship Type="http://schemas.openxmlformats.org/officeDocument/2006/relationships/slide" Target="/ppt/slides/slide9.xml" Id="Rbbd597f42b0841ee" /><Relationship Type="http://schemas.openxmlformats.org/officeDocument/2006/relationships/slide" Target="/ppt/slides/slide10.xml" Id="R3e480e4809aa4544" /><Relationship Type="http://schemas.openxmlformats.org/officeDocument/2006/relationships/slide" Target="/ppt/slides/slide11.xml" Id="Rf8f94a52c99f44da" /><Relationship Type="http://schemas.openxmlformats.org/officeDocument/2006/relationships/slide" Target="/ppt/slides/slide12.xml" Id="Rad4a83f12dd243d8" /><Relationship Type="http://schemas.openxmlformats.org/officeDocument/2006/relationships/slide" Target="/ppt/slides/slide13.xml" Id="R6f622844344b42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1b862e31b4a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9da18a53e24a74" /><Relationship Type="http://schemas.openxmlformats.org/officeDocument/2006/relationships/notesMaster" Target="/ppt/notesMasters/notesMaster1.xml" Id="R8537f923cb3b44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ee924eee042f0" /><Relationship Type="http://schemas.openxmlformats.org/officeDocument/2006/relationships/notesMaster" Target="/ppt/notesMasters/notesMaster1.xml" Id="Rfe3c8f082acb49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77ff6aa3274fe6" /><Relationship Type="http://schemas.openxmlformats.org/officeDocument/2006/relationships/notesMaster" Target="/ppt/notesMasters/notesMaster1.xml" Id="R589cf171b727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be7bf71a74df1" /><Relationship Type="http://schemas.openxmlformats.org/officeDocument/2006/relationships/notesMaster" Target="/ppt/notesMasters/notesMaster1.xml" Id="R211930da8c154b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510de240404f4b" /><Relationship Type="http://schemas.openxmlformats.org/officeDocument/2006/relationships/notesMaster" Target="/ppt/notesMasters/notesMaster1.xml" Id="R2f242a26cf8a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451d44b2554f13" /><Relationship Type="http://schemas.openxmlformats.org/officeDocument/2006/relationships/notesMaster" Target="/ppt/notesMasters/notesMaster1.xml" Id="R0b35d52e78874d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b787192c354321" /><Relationship Type="http://schemas.openxmlformats.org/officeDocument/2006/relationships/notesMaster" Target="/ppt/notesMasters/notesMaster1.xml" Id="R0e693d0e847247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f21464710c4898" /><Relationship Type="http://schemas.openxmlformats.org/officeDocument/2006/relationships/notesMaster" Target="/ppt/notesMasters/notesMaster1.xml" Id="R1ed53629be234e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2d140693dc46de" /><Relationship Type="http://schemas.openxmlformats.org/officeDocument/2006/relationships/notesMaster" Target="/ppt/notesMasters/notesMaster1.xml" Id="R61267125a7604d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a1292fc2044d3d" /><Relationship Type="http://schemas.openxmlformats.org/officeDocument/2006/relationships/notesMaster" Target="/ppt/notesMasters/notesMaster1.xml" Id="Rea3e9f7b489142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59ee5a376640d1" /><Relationship Type="http://schemas.openxmlformats.org/officeDocument/2006/relationships/notesMaster" Target="/ppt/notesMasters/notesMaster1.xml" Id="R015b32cf45d647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0581494509420e" /><Relationship Type="http://schemas.openxmlformats.org/officeDocument/2006/relationships/notesMaster" Target="/ppt/notesMasters/notesMaster1.xml" Id="Rce5f1bb6b7974f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caf4507dca435a" /><Relationship Type="http://schemas.openxmlformats.org/officeDocument/2006/relationships/notesMaster" Target="/ppt/notesMasters/notesMaster1.xml" Id="R2f833cd6b8c243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cstav is the direct model support reaction from the base and joist supports; the existing source plots it as a grey context trace. The experimental base shear is derived from accelerometer inertia (Moshfeghi et al. 2024, Eq. 2), not cstav. It uses the three sensor-point absolute accelerations at z=0.60, 1.26, and 2.06 m, weighted by tributary masses 408.52, 320.66, and 404.13 kg. The model side reconstructs those absolute accelerations by differentiating absolute out-of-plane velocities, resampling at 0.5 ms, and applying a 50 Hz low-pass filter. The processed test formula combines table acceleration and wall accelerometer channels to get absolute acceleration. The factor lambda=2.317348 is applied to both sides to reproduce the factor embedded in the processed tests; its origin is unknown and remains a question. Curves are start-zeroed, sign-aligned, and plotted against relative OOP displacement at 2.06 m. The reported model-to-test peak base-shear errors use the experimental-derived sum(m*a) quantity, not cstav.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points are read from Claude outputs/exp_Test9_incl_tilt.csv, column resid_tilt_y_deg: Run 21 = 2.756°, Run 22 = 2.529°, Run 23 = 2.3965°, and Run 24 = 6.035°. Run 24 is +3.279° relative to Run 21. The within-shaking inclinometers clip near ±25.75°; this figure therefore uses settled residuals. No matched model instrument-point tilt series is presented. The current local chord-angle proxy is deliberately excluded from this experimental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mean error metrics compare Methods 1–4 against US-1 Test 9 for Runs 22–24. Method 2 gives the lowest mean absolute OOP displacement error at 17.1%; Method 1 gives the lowest mean absolute base-shear peak error at 9.3%. These four runs do not identify one overall winner. All spectral calibration fits missed the 2% convergence tolerance, so first improve the joint two-wave fit. Then generate a model tilt measure at the actual inclinometer location and compare settled residuals before selecting a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976f5368f47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d6d8811bde40fa" /><Relationship Type="http://schemas.openxmlformats.org/officeDocument/2006/relationships/slideLayout" Target="/ppt/slideLayouts/slideLayout1.xml" Id="R1cf9970caa434d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f9970caa434d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3edf057f247e8" /><Relationship Type="http://schemas.openxmlformats.org/officeDocument/2006/relationships/notesSlide" Target="/ppt/notesSlides/notesSlide1.xml" Id="Rcbb38c983e4e44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866d967d94cba" /><Relationship Type="http://schemas.openxmlformats.org/officeDocument/2006/relationships/notesSlide" Target="/ppt/notesSlides/notesSlide2.xml" Id="Rb6fa97f404534c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bbf4296ca4a86" /><Relationship Type="http://schemas.openxmlformats.org/officeDocument/2006/relationships/chart" Target="/ppt/slides/charts/chart1.xml" Id="R2ad7bced97464c3b" /><Relationship Type="http://schemas.openxmlformats.org/officeDocument/2006/relationships/notesSlide" Target="/ppt/notesSlides/notesSlide3.xml" Id="R4884bf2aa7564a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471080d5d4c78" /><Relationship Type="http://schemas.openxmlformats.org/officeDocument/2006/relationships/notesSlide" Target="/ppt/notesSlides/notesSlide4.xml" Id="Rabd0f511d60041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24181be0d49da" /><Relationship Type="http://schemas.openxmlformats.org/officeDocument/2006/relationships/chart" Target="/ppt/slides/charts/chart2.xml" Id="Rd1a987bfd37f4090" /><Relationship Type="http://schemas.openxmlformats.org/officeDocument/2006/relationships/notesSlide" Target="/ppt/notesSlides/notesSlide5.xml" Id="R748d7434360d41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f60377070477d" /><Relationship Type="http://schemas.openxmlformats.org/officeDocument/2006/relationships/image" Target="/ppt/media/image.png" Id="Ref8a455f96ef4541" /><Relationship Type="http://schemas.openxmlformats.org/officeDocument/2006/relationships/notesSlide" Target="/ppt/notesSlides/notesSlide6.xml" Id="R0c9df48caa0546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7056cca534f28" /><Relationship Type="http://schemas.openxmlformats.org/officeDocument/2006/relationships/notesSlide" Target="/ppt/notesSlides/notesSlide7.xml" Id="R47ddffc3034147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f01a37b894d71" /><Relationship Type="http://schemas.openxmlformats.org/officeDocument/2006/relationships/image" Target="/ppt/media/image2.png" Id="Rd16fef394f06481b" /><Relationship Type="http://schemas.openxmlformats.org/officeDocument/2006/relationships/notesSlide" Target="/ppt/notesSlides/notesSlide8.xml" Id="R6dc1cf801d5947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3ccc7a8b45f5" /><Relationship Type="http://schemas.openxmlformats.org/officeDocument/2006/relationships/image" Target="/ppt/media/image3.png" Id="Rb3f2e7de85b840cd" /><Relationship Type="http://schemas.openxmlformats.org/officeDocument/2006/relationships/notesSlide" Target="/ppt/notesSlides/notesSlide9.xml" Id="Rc475284903374b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9be4bc1384433" /><Relationship Type="http://schemas.openxmlformats.org/officeDocument/2006/relationships/image" Target="/ppt/media/image4.png" Id="R89486352fad64c3f" /><Relationship Type="http://schemas.openxmlformats.org/officeDocument/2006/relationships/notesSlide" Target="/ppt/notesSlides/notesSlide10.xml" Id="R922b7f82200f41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5ac0858204a63" /><Relationship Type="http://schemas.openxmlformats.org/officeDocument/2006/relationships/image" Target="/ppt/media/image5.png" Id="R0d2f41fc2075459b" /><Relationship Type="http://schemas.openxmlformats.org/officeDocument/2006/relationships/notesSlide" Target="/ppt/notesSlides/notesSlide11.xml" Id="R4d8686ed818846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9c9055b01414e" /><Relationship Type="http://schemas.openxmlformats.org/officeDocument/2006/relationships/chart" Target="/ppt/slides/charts/chart3.xml" Id="R8af7c7bd667e4fd4" /><Relationship Type="http://schemas.openxmlformats.org/officeDocument/2006/relationships/notesSlide" Target="/ppt/notesSlides/notesSlide12.xml" Id="R3ff8f1fd65414d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942139a974a0b" /><Relationship Type="http://schemas.openxmlformats.org/officeDocument/2006/relationships/notesSlide" Target="/ppt/notesSlides/notesSlide13.xml" Id="R8708b727a27743a8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Run 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0.00164827835214</c:v>
              </c:pt>
              <c:pt idx="1">
                <c:v>0.00237870502054</c:v>
              </c:pt>
              <c:pt idx="2">
                <c:v>0.00324839989999</c:v>
              </c:pt>
              <c:pt idx="3">
                <c:v>0.00426516158274</c:v>
              </c:pt>
              <c:pt idx="4">
                <c:v>0.00543510165273</c:v>
              </c:pt>
              <c:pt idx="5">
                <c:v>0.00679336261975</c:v>
              </c:pt>
              <c:pt idx="6">
                <c:v>0.00842130983084</c:v>
              </c:pt>
              <c:pt idx="7">
                <c:v>0.0101384705694</c:v>
              </c:pt>
              <c:pt idx="8">
                <c:v>0.0117932431438</c:v>
              </c:pt>
              <c:pt idx="9">
                <c:v>0.0138698274164</c:v>
              </c:pt>
              <c:pt idx="10">
                <c:v>0.016184750822</c:v>
              </c:pt>
              <c:pt idx="11">
                <c:v>0.0182597386334</c:v>
              </c:pt>
              <c:pt idx="12">
                <c:v>0.0212394245123</c:v>
              </c:pt>
              <c:pt idx="13">
                <c:v>0.0246914070621</c:v>
              </c:pt>
              <c:pt idx="14">
                <c:v>0.0276688526531</c:v>
              </c:pt>
              <c:pt idx="15">
                <c:v>0.0301023688207</c:v>
              </c:pt>
              <c:pt idx="16">
                <c:v>0.0330135028758</c:v>
              </c:pt>
              <c:pt idx="17">
                <c:v>0.0373130711758</c:v>
              </c:pt>
              <c:pt idx="18">
                <c:v>0.0418092272709</c:v>
              </c:pt>
              <c:pt idx="19">
                <c:v>0.0447480723994</c:v>
              </c:pt>
              <c:pt idx="20">
                <c:v>0.0462678279036</c:v>
              </c:pt>
              <c:pt idx="21">
                <c:v>0.0475676968481</c:v>
              </c:pt>
              <c:pt idx="22">
                <c:v>0.052985908978</c:v>
              </c:pt>
              <c:pt idx="23">
                <c:v>0.0638372891157</c:v>
              </c:pt>
              <c:pt idx="24">
                <c:v>0.0757037130048</c:v>
              </c:pt>
              <c:pt idx="25">
                <c:v>0.0889577208527</c:v>
              </c:pt>
              <c:pt idx="26">
                <c:v>0.101757736105</c:v>
              </c:pt>
              <c:pt idx="27">
                <c:v>0.113048676229</c:v>
              </c:pt>
              <c:pt idx="28">
                <c:v>0.124980919803</c:v>
              </c:pt>
              <c:pt idx="29">
                <c:v>0.134191213646</c:v>
              </c:pt>
              <c:pt idx="30">
                <c:v>0.142727821187</c:v>
              </c:pt>
              <c:pt idx="31">
                <c:v>0.150990082702</c:v>
              </c:pt>
              <c:pt idx="32">
                <c:v>0.157401507336</c:v>
              </c:pt>
              <c:pt idx="33">
                <c:v>0.163015563085</c:v>
              </c:pt>
              <c:pt idx="34">
                <c:v>0.168921499797</c:v>
              </c:pt>
              <c:pt idx="35">
                <c:v>0.17634837191</c:v>
              </c:pt>
              <c:pt idx="36">
                <c:v>0.185859164187</c:v>
              </c:pt>
              <c:pt idx="37">
                <c:v>0.197312656093</c:v>
              </c:pt>
              <c:pt idx="38">
                <c:v>0.210860367839</c:v>
              </c:pt>
              <c:pt idx="39">
                <c:v>0.226578132007</c:v>
              </c:pt>
              <c:pt idx="40">
                <c:v>0.244450368705</c:v>
              </c:pt>
              <c:pt idx="41">
                <c:v>0.264120395218</c:v>
              </c:pt>
              <c:pt idx="42">
                <c:v>0.284886413878</c:v>
              </c:pt>
              <c:pt idx="43">
                <c:v>0.305983712996</c:v>
              </c:pt>
              <c:pt idx="44">
                <c:v>0.32681669712</c:v>
              </c:pt>
              <c:pt idx="45">
                <c:v>0.34765876077</c:v>
              </c:pt>
              <c:pt idx="46">
                <c:v>0.34765876077</c:v>
              </c:pt>
              <c:pt idx="47">
                <c:v>0.406514654418</c:v>
              </c:pt>
              <c:pt idx="48">
                <c:v>0.461426011927</c:v>
              </c:pt>
              <c:pt idx="49">
                <c:v>0.518821366051</c:v>
              </c:pt>
              <c:pt idx="50">
                <c:v>0.570776908368</c:v>
              </c:pt>
              <c:pt idx="51">
                <c:v>0.611219608717</c:v>
              </c:pt>
              <c:pt idx="52">
                <c:v>0.6509165725</c:v>
              </c:pt>
              <c:pt idx="53">
                <c:v>0.680829603017</c:v>
              </c:pt>
              <c:pt idx="54">
                <c:v>0.720172388134</c:v>
              </c:pt>
              <c:pt idx="55">
                <c:v>0.754081861593</c:v>
              </c:pt>
              <c:pt idx="56">
                <c:v>0.809210887798</c:v>
              </c:pt>
              <c:pt idx="57">
                <c:v>0.853159469257</c:v>
              </c:pt>
              <c:pt idx="58">
                <c:v>0.879437951818</c:v>
              </c:pt>
              <c:pt idx="59">
                <c:v>0.881952284162</c:v>
              </c:pt>
              <c:pt idx="60">
                <c:v>0.868031840562</c:v>
              </c:pt>
              <c:pt idx="61">
                <c:v>0.847225062854</c:v>
              </c:pt>
              <c:pt idx="62">
                <c:v>0.82392946817</c:v>
              </c:pt>
              <c:pt idx="63">
                <c:v>0.821641293769</c:v>
              </c:pt>
              <c:pt idx="64">
                <c:v>0.824487117924</c:v>
              </c:pt>
              <c:pt idx="65">
                <c:v>0.823322744638</c:v>
              </c:pt>
              <c:pt idx="66">
                <c:v>0.821711543868</c:v>
              </c:pt>
              <c:pt idx="67">
                <c:v>0.826931588098</c:v>
              </c:pt>
              <c:pt idx="68">
                <c:v>0.836893874208</c:v>
              </c:pt>
              <c:pt idx="69">
                <c:v>0.847216637824</c:v>
              </c:pt>
              <c:pt idx="70">
                <c:v>0.861797868947</c:v>
              </c:pt>
              <c:pt idx="71">
                <c:v>0.876695249777</c:v>
              </c:pt>
              <c:pt idx="72">
                <c:v>0.891321823194</c:v>
              </c:pt>
              <c:pt idx="73">
                <c:v>0.90571986976</c:v>
              </c:pt>
              <c:pt idx="74">
                <c:v>0.920831366705</c:v>
              </c:pt>
              <c:pt idx="75">
                <c:v>0.939066335303</c:v>
              </c:pt>
              <c:pt idx="76">
                <c:v>0.957540097987</c:v>
              </c:pt>
              <c:pt idx="77">
                <c:v>0.976321774265</c:v>
              </c:pt>
              <c:pt idx="78">
                <c:v>0.995312140016</c:v>
              </c:pt>
              <c:pt idx="79">
                <c:v>1.01433830347</c:v>
              </c:pt>
              <c:pt idx="80">
                <c:v>1.03671325728</c:v>
              </c:pt>
              <c:pt idx="81">
                <c:v>1.05870938793</c:v>
              </c:pt>
              <c:pt idx="82">
                <c:v>1.0801765808</c:v>
              </c:pt>
              <c:pt idx="83">
                <c:v>1.10097497881</c:v>
              </c:pt>
              <c:pt idx="84">
                <c:v>1.12104517972</c:v>
              </c:pt>
              <c:pt idx="85">
                <c:v>1.14377644575</c:v>
              </c:pt>
              <c:pt idx="86">
                <c:v>1.16523631036</c:v>
              </c:pt>
              <c:pt idx="87">
                <c:v>1.18513853293</c:v>
              </c:pt>
              <c:pt idx="88">
                <c:v>1.20325558659</c:v>
              </c:pt>
              <c:pt idx="89">
                <c:v>1.22144924911</c:v>
              </c:pt>
              <c:pt idx="90">
                <c:v>1.23942306935</c:v>
              </c:pt>
              <c:pt idx="91">
                <c:v>1.2550716043</c:v>
              </c:pt>
              <c:pt idx="92">
                <c:v>1.26844821006</c:v>
              </c:pt>
              <c:pt idx="93">
                <c:v>1.28098942029</c:v>
              </c:pt>
              <c:pt idx="94">
                <c:v>1.29408905952</c:v>
              </c:pt>
              <c:pt idx="95">
                <c:v>1.30520106506</c:v>
              </c:pt>
            </c:numLit>
          </c:yVal>
        </c:ser>
        <c:ser>
          <c:idx val="1"/>
          <c:order val="1"/>
          <c:tx>
            <c:v>Run 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0.00247241752821</c:v>
              </c:pt>
              <c:pt idx="1">
                <c:v>0.00356805753081</c:v>
              </c:pt>
              <c:pt idx="2">
                <c:v>0.00487259984998</c:v>
              </c:pt>
              <c:pt idx="3">
                <c:v>0.00639774237411</c:v>
              </c:pt>
              <c:pt idx="4">
                <c:v>0.0081526524791</c:v>
              </c:pt>
              <c:pt idx="5">
                <c:v>0.0101900439296</c:v>
              </c:pt>
              <c:pt idx="6">
                <c:v>0.0126319647463</c:v>
              </c:pt>
              <c:pt idx="7">
                <c:v>0.0152077058542</c:v>
              </c:pt>
              <c:pt idx="8">
                <c:v>0.0176898647158</c:v>
              </c:pt>
              <c:pt idx="9">
                <c:v>0.0208047411246</c:v>
              </c:pt>
              <c:pt idx="10">
                <c:v>0.0242771262331</c:v>
              </c:pt>
              <c:pt idx="11">
                <c:v>0.0273896079502</c:v>
              </c:pt>
              <c:pt idx="12">
                <c:v>0.0318591367685</c:v>
              </c:pt>
              <c:pt idx="13">
                <c:v>0.0370371105931</c:v>
              </c:pt>
              <c:pt idx="14">
                <c:v>0.0415032789796</c:v>
              </c:pt>
              <c:pt idx="15">
                <c:v>0.0451535532311</c:v>
              </c:pt>
              <c:pt idx="16">
                <c:v>0.0495202543136</c:v>
              </c:pt>
              <c:pt idx="17">
                <c:v>0.0559696067637</c:v>
              </c:pt>
              <c:pt idx="18">
                <c:v>0.0627138409063</c:v>
              </c:pt>
              <c:pt idx="19">
                <c:v>0.0671221085991</c:v>
              </c:pt>
              <c:pt idx="20">
                <c:v>0.0694017418553</c:v>
              </c:pt>
              <c:pt idx="21">
                <c:v>0.0713515452721</c:v>
              </c:pt>
              <c:pt idx="22">
                <c:v>0.0794788634669</c:v>
              </c:pt>
              <c:pt idx="23">
                <c:v>0.0957559336735</c:v>
              </c:pt>
              <c:pt idx="24">
                <c:v>0.113555569507</c:v>
              </c:pt>
              <c:pt idx="25">
                <c:v>0.133436581279</c:v>
              </c:pt>
              <c:pt idx="26">
                <c:v>0.152636604157</c:v>
              </c:pt>
              <c:pt idx="27">
                <c:v>0.169573014344</c:v>
              </c:pt>
              <c:pt idx="28">
                <c:v>0.187471379705</c:v>
              </c:pt>
              <c:pt idx="29">
                <c:v>0.201286820469</c:v>
              </c:pt>
              <c:pt idx="30">
                <c:v>0.21409173178</c:v>
              </c:pt>
              <c:pt idx="31">
                <c:v>0.226485124053</c:v>
              </c:pt>
              <c:pt idx="32">
                <c:v>0.236102261005</c:v>
              </c:pt>
              <c:pt idx="33">
                <c:v>0.244523344628</c:v>
              </c:pt>
              <c:pt idx="34">
                <c:v>0.253382249696</c:v>
              </c:pt>
              <c:pt idx="35">
                <c:v>0.264522557865</c:v>
              </c:pt>
              <c:pt idx="36">
                <c:v>0.278788746281</c:v>
              </c:pt>
              <c:pt idx="37">
                <c:v>0.29596898414</c:v>
              </c:pt>
              <c:pt idx="38">
                <c:v>0.316290551758</c:v>
              </c:pt>
              <c:pt idx="39">
                <c:v>0.33986719801</c:v>
              </c:pt>
              <c:pt idx="40">
                <c:v>0.366675553058</c:v>
              </c:pt>
              <c:pt idx="41">
                <c:v>0.396180592827</c:v>
              </c:pt>
              <c:pt idx="42">
                <c:v>0.427329620817</c:v>
              </c:pt>
              <c:pt idx="43">
                <c:v>0.458975569494</c:v>
              </c:pt>
              <c:pt idx="44">
                <c:v>0.49022504568</c:v>
              </c:pt>
              <c:pt idx="45">
                <c:v>0.521488141155</c:v>
              </c:pt>
              <c:pt idx="46">
                <c:v>0.521488141155</c:v>
              </c:pt>
              <c:pt idx="47">
                <c:v>0.609771981627</c:v>
              </c:pt>
              <c:pt idx="48">
                <c:v>0.692139017891</c:v>
              </c:pt>
              <c:pt idx="49">
                <c:v>0.778232049077</c:v>
              </c:pt>
              <c:pt idx="50">
                <c:v>0.856165362552</c:v>
              </c:pt>
              <c:pt idx="51">
                <c:v>0.916829413075</c:v>
              </c:pt>
              <c:pt idx="52">
                <c:v>0.976374858749</c:v>
              </c:pt>
              <c:pt idx="53">
                <c:v>1.02124440453</c:v>
              </c:pt>
              <c:pt idx="54">
                <c:v>1.0802585822</c:v>
              </c:pt>
              <c:pt idx="55">
                <c:v>1.13112279239</c:v>
              </c:pt>
              <c:pt idx="56">
                <c:v>1.2138163317</c:v>
              </c:pt>
              <c:pt idx="57">
                <c:v>1.27973920389</c:v>
              </c:pt>
              <c:pt idx="58">
                <c:v>1.31915692773</c:v>
              </c:pt>
              <c:pt idx="59">
                <c:v>1.32292842624</c:v>
              </c:pt>
              <c:pt idx="60">
                <c:v>1.30204776084</c:v>
              </c:pt>
              <c:pt idx="61">
                <c:v>1.27083759428</c:v>
              </c:pt>
              <c:pt idx="62">
                <c:v>1.23589420225</c:v>
              </c:pt>
              <c:pt idx="63">
                <c:v>1.23246194065</c:v>
              </c:pt>
              <c:pt idx="64">
                <c:v>1.23673067689</c:v>
              </c:pt>
              <c:pt idx="65">
                <c:v>1.23498411696</c:v>
              </c:pt>
              <c:pt idx="66">
                <c:v>1.2325673158</c:v>
              </c:pt>
              <c:pt idx="67">
                <c:v>1.24039738215</c:v>
              </c:pt>
              <c:pt idx="68">
                <c:v>1.25534081131</c:v>
              </c:pt>
              <c:pt idx="69">
                <c:v>1.27082495674</c:v>
              </c:pt>
              <c:pt idx="70">
                <c:v>1.29269680342</c:v>
              </c:pt>
              <c:pt idx="71">
                <c:v>1.31504287467</c:v>
              </c:pt>
              <c:pt idx="72">
                <c:v>1.33698273479</c:v>
              </c:pt>
              <c:pt idx="73">
                <c:v>1.35857980464</c:v>
              </c:pt>
              <c:pt idx="74">
                <c:v>1.38124705006</c:v>
              </c:pt>
              <c:pt idx="75">
                <c:v>1.40859950295</c:v>
              </c:pt>
              <c:pt idx="76">
                <c:v>1.43631014698</c:v>
              </c:pt>
              <c:pt idx="77">
                <c:v>1.4644826614</c:v>
              </c:pt>
              <c:pt idx="78">
                <c:v>1.49296821002</c:v>
              </c:pt>
              <c:pt idx="79">
                <c:v>1.5215074552</c:v>
              </c:pt>
              <c:pt idx="80">
                <c:v>1.55506988592</c:v>
              </c:pt>
              <c:pt idx="81">
                <c:v>1.5880640819</c:v>
              </c:pt>
              <c:pt idx="82">
                <c:v>1.62026487119</c:v>
              </c:pt>
              <c:pt idx="83">
                <c:v>1.65146246821</c:v>
              </c:pt>
              <c:pt idx="84">
                <c:v>1.68156776959</c:v>
              </c:pt>
              <c:pt idx="85">
                <c:v>1.71566466863</c:v>
              </c:pt>
              <c:pt idx="86">
                <c:v>1.74785446554</c:v>
              </c:pt>
              <c:pt idx="87">
                <c:v>1.7777077994</c:v>
              </c:pt>
              <c:pt idx="88">
                <c:v>1.80488337988</c:v>
              </c:pt>
              <c:pt idx="89">
                <c:v>1.83217387366</c:v>
              </c:pt>
              <c:pt idx="90">
                <c:v>1.85913460403</c:v>
              </c:pt>
              <c:pt idx="91">
                <c:v>1.88260740645</c:v>
              </c:pt>
              <c:pt idx="92">
                <c:v>1.90267231509</c:v>
              </c:pt>
              <c:pt idx="93">
                <c:v>1.92148413043</c:v>
              </c:pt>
              <c:pt idx="94">
                <c:v>1.94113358927</c:v>
              </c:pt>
              <c:pt idx="95">
                <c:v>1.95780159759</c:v>
              </c:pt>
            </c:numLit>
          </c:yVal>
        </c:ser>
        <c:ser>
          <c:idx val="2"/>
          <c:order val="2"/>
          <c:tx>
            <c:v>Run 3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0.00192960779103</c:v>
              </c:pt>
              <c:pt idx="1">
                <c:v>0.00278314498568</c:v>
              </c:pt>
              <c:pt idx="2">
                <c:v>0.00383231877454</c:v>
              </c:pt>
              <c:pt idx="3">
                <c:v>0.00505210803056</c:v>
              </c:pt>
              <c:pt idx="4">
                <c:v>0.00654305469227</c:v>
              </c:pt>
              <c:pt idx="5">
                <c:v>0.0082572601591</c:v>
              </c:pt>
              <c:pt idx="6">
                <c:v>0.0105549231102</c:v>
              </c:pt>
              <c:pt idx="7">
                <c:v>0.0131586846223</c:v>
              </c:pt>
              <c:pt idx="8">
                <c:v>0.0158305194371</c:v>
              </c:pt>
              <c:pt idx="9">
                <c:v>0.0189735699132</c:v>
              </c:pt>
              <c:pt idx="10">
                <c:v>0.0230372494679</c:v>
              </c:pt>
              <c:pt idx="11">
                <c:v>0.0268415339788</c:v>
              </c:pt>
              <c:pt idx="12">
                <c:v>0.030355862355</c:v>
              </c:pt>
              <c:pt idx="13">
                <c:v>0.033891144477</c:v>
              </c:pt>
              <c:pt idx="14">
                <c:v>0.0355230069115</c:v>
              </c:pt>
              <c:pt idx="15">
                <c:v>0.0402712763405</c:v>
              </c:pt>
              <c:pt idx="16">
                <c:v>0.047185469439</c:v>
              </c:pt>
              <c:pt idx="17">
                <c:v>0.0480316746205</c:v>
              </c:pt>
              <c:pt idx="18">
                <c:v>0.0507449357402</c:v>
              </c:pt>
              <c:pt idx="19">
                <c:v>0.0541684355795</c:v>
              </c:pt>
              <c:pt idx="20">
                <c:v>0.0637416202167</c:v>
              </c:pt>
              <c:pt idx="21">
                <c:v>0.0711595733541</c:v>
              </c:pt>
              <c:pt idx="22">
                <c:v>0.0769464538874</c:v>
              </c:pt>
              <c:pt idx="23">
                <c:v>0.079481108485</c:v>
              </c:pt>
              <c:pt idx="24">
                <c:v>0.0862341797959</c:v>
              </c:pt>
              <c:pt idx="25">
                <c:v>0.0949344032641</c:v>
              </c:pt>
              <c:pt idx="26">
                <c:v>0.105114835557</c:v>
              </c:pt>
              <c:pt idx="27">
                <c:v>0.108214973046</c:v>
              </c:pt>
              <c:pt idx="28">
                <c:v>0.105950860553</c:v>
              </c:pt>
              <c:pt idx="29">
                <c:v>0.107789848484</c:v>
              </c:pt>
              <c:pt idx="30">
                <c:v>0.118296052259</c:v>
              </c:pt>
              <c:pt idx="31">
                <c:v>0.134233557155</c:v>
              </c:pt>
              <c:pt idx="32">
                <c:v>0.151323716253</c:v>
              </c:pt>
              <c:pt idx="33">
                <c:v>0.17485647382</c:v>
              </c:pt>
              <c:pt idx="34">
                <c:v>0.19769101322</c:v>
              </c:pt>
              <c:pt idx="35">
                <c:v>0.208723770476</c:v>
              </c:pt>
              <c:pt idx="36">
                <c:v>0.21805619111</c:v>
              </c:pt>
              <c:pt idx="37">
                <c:v>0.222471997293</c:v>
              </c:pt>
              <c:pt idx="38">
                <c:v>0.229928688605</c:v>
              </c:pt>
              <c:pt idx="39">
                <c:v>0.231066506805</c:v>
              </c:pt>
              <c:pt idx="40">
                <c:v>0.230272557184</c:v>
              </c:pt>
              <c:pt idx="41">
                <c:v>0.249708279488</c:v>
              </c:pt>
              <c:pt idx="42">
                <c:v>0.262752090379</c:v>
              </c:pt>
              <c:pt idx="43">
                <c:v>0.293527312142</c:v>
              </c:pt>
              <c:pt idx="44">
                <c:v>0.320194918195</c:v>
              </c:pt>
              <c:pt idx="45">
                <c:v>0.33314644311</c:v>
              </c:pt>
              <c:pt idx="46">
                <c:v>0.33314644311</c:v>
              </c:pt>
              <c:pt idx="47">
                <c:v>0.389971287376</c:v>
              </c:pt>
              <c:pt idx="48">
                <c:v>0.419808555057</c:v>
              </c:pt>
              <c:pt idx="49">
                <c:v>0.470576477857</c:v>
              </c:pt>
              <c:pt idx="50">
                <c:v>0.541012079419</c:v>
              </c:pt>
              <c:pt idx="51">
                <c:v>0.672057621989</c:v>
              </c:pt>
              <c:pt idx="52">
                <c:v>0.77193117864</c:v>
              </c:pt>
              <c:pt idx="53">
                <c:v>0.807998454978</c:v>
              </c:pt>
              <c:pt idx="54">
                <c:v>0.746984610253</c:v>
              </c:pt>
              <c:pt idx="55">
                <c:v>0.804415971741</c:v>
              </c:pt>
              <c:pt idx="56">
                <c:v>0.832401691023</c:v>
              </c:pt>
              <c:pt idx="57">
                <c:v>0.779926974449</c:v>
              </c:pt>
              <c:pt idx="58">
                <c:v>0.805063452287</c:v>
              </c:pt>
              <c:pt idx="59">
                <c:v>1.02977319128</c:v>
              </c:pt>
              <c:pt idx="60">
                <c:v>1.21665464831</c:v>
              </c:pt>
              <c:pt idx="61">
                <c:v>1.28177970162</c:v>
              </c:pt>
              <c:pt idx="62">
                <c:v>1.27096332051</c:v>
              </c:pt>
              <c:pt idx="63">
                <c:v>1.26691741955</c:v>
              </c:pt>
              <c:pt idx="64">
                <c:v>1.24659341591</c:v>
              </c:pt>
              <c:pt idx="65">
                <c:v>1.25496544772</c:v>
              </c:pt>
              <c:pt idx="66">
                <c:v>1.36038158131</c:v>
              </c:pt>
              <c:pt idx="67">
                <c:v>1.4556705955</c:v>
              </c:pt>
              <c:pt idx="68">
                <c:v>1.52575609114</c:v>
              </c:pt>
              <c:pt idx="69">
                <c:v>1.58948001538</c:v>
              </c:pt>
              <c:pt idx="70">
                <c:v>1.67650918807</c:v>
              </c:pt>
              <c:pt idx="71">
                <c:v>1.81180270686</c:v>
              </c:pt>
              <c:pt idx="72">
                <c:v>2.0141443987</c:v>
              </c:pt>
              <c:pt idx="73">
                <c:v>2.25072425319</c:v>
              </c:pt>
              <c:pt idx="74">
                <c:v>2.50359733347</c:v>
              </c:pt>
              <c:pt idx="75">
                <c:v>2.72916090633</c:v>
              </c:pt>
              <c:pt idx="76">
                <c:v>2.90962523341</c:v>
              </c:pt>
              <c:pt idx="77">
                <c:v>3.0314515164</c:v>
              </c:pt>
              <c:pt idx="78">
                <c:v>3.08558189534</c:v>
              </c:pt>
              <c:pt idx="79">
                <c:v>3.07942110613</c:v>
              </c:pt>
              <c:pt idx="80">
                <c:v>3.03339134526</c:v>
              </c:pt>
              <c:pt idx="81">
                <c:v>2.96997649149</c:v>
              </c:pt>
              <c:pt idx="82">
                <c:v>2.91679924512</c:v>
              </c:pt>
              <c:pt idx="83">
                <c:v>2.8930624355</c:v>
              </c:pt>
              <c:pt idx="84">
                <c:v>2.90487756787</c:v>
              </c:pt>
              <c:pt idx="85">
                <c:v>2.94786279904</c:v>
              </c:pt>
              <c:pt idx="86">
                <c:v>3.01021083433</c:v>
              </c:pt>
              <c:pt idx="87">
                <c:v>3.07787545051</c:v>
              </c:pt>
              <c:pt idx="88">
                <c:v>3.16346625569</c:v>
              </c:pt>
              <c:pt idx="89">
                <c:v>3.351154713</c:v>
              </c:pt>
              <c:pt idx="90">
                <c:v>3.41245504543</c:v>
              </c:pt>
              <c:pt idx="91">
                <c:v>3.35562048161</c:v>
              </c:pt>
              <c:pt idx="92">
                <c:v>3.39280186749</c:v>
              </c:pt>
              <c:pt idx="93">
                <c:v>3.4149800335</c:v>
              </c:pt>
              <c:pt idx="94">
                <c:v>3.42238338495</c:v>
              </c:pt>
              <c:pt idx="95">
                <c:v>3.42244924256</c:v>
              </c:pt>
            </c:numLit>
          </c:yVal>
        </c:ser>
        <c:ser>
          <c:idx val="3"/>
          <c:order val="3"/>
          <c:tx>
            <c:v>Run 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0.00329655670429</c:v>
              </c:pt>
              <c:pt idx="1">
                <c:v>0.00475741004107</c:v>
              </c:pt>
              <c:pt idx="2">
                <c:v>0.00649679979998</c:v>
              </c:pt>
              <c:pt idx="3">
                <c:v>0.00853032316548</c:v>
              </c:pt>
              <c:pt idx="4">
                <c:v>0.0108702033055</c:v>
              </c:pt>
              <c:pt idx="5">
                <c:v>0.0135867252395</c:v>
              </c:pt>
              <c:pt idx="6">
                <c:v>0.0168426196617</c:v>
              </c:pt>
              <c:pt idx="7">
                <c:v>0.0202769411389</c:v>
              </c:pt>
              <c:pt idx="8">
                <c:v>0.0235864862877</c:v>
              </c:pt>
              <c:pt idx="9">
                <c:v>0.0277396548328</c:v>
              </c:pt>
              <c:pt idx="10">
                <c:v>0.0323695016441</c:v>
              </c:pt>
              <c:pt idx="11">
                <c:v>0.0365194772669</c:v>
              </c:pt>
              <c:pt idx="12">
                <c:v>0.0424788490247</c:v>
              </c:pt>
              <c:pt idx="13">
                <c:v>0.0493828141241</c:v>
              </c:pt>
              <c:pt idx="14">
                <c:v>0.0553377053061</c:v>
              </c:pt>
              <c:pt idx="15">
                <c:v>0.0602047376414</c:v>
              </c:pt>
              <c:pt idx="16">
                <c:v>0.0660270057515</c:v>
              </c:pt>
              <c:pt idx="17">
                <c:v>0.0746261423516</c:v>
              </c:pt>
              <c:pt idx="18">
                <c:v>0.0836184545418</c:v>
              </c:pt>
              <c:pt idx="19">
                <c:v>0.0894961447988</c:v>
              </c:pt>
              <c:pt idx="20">
                <c:v>0.0925356558071</c:v>
              </c:pt>
              <c:pt idx="21">
                <c:v>0.0951353936961</c:v>
              </c:pt>
              <c:pt idx="22">
                <c:v>0.105971817956</c:v>
              </c:pt>
              <c:pt idx="23">
                <c:v>0.127674578231</c:v>
              </c:pt>
              <c:pt idx="24">
                <c:v>0.15140742601</c:v>
              </c:pt>
              <c:pt idx="25">
                <c:v>0.177915441705</c:v>
              </c:pt>
              <c:pt idx="26">
                <c:v>0.20351547221</c:v>
              </c:pt>
              <c:pt idx="27">
                <c:v>0.226097352459</c:v>
              </c:pt>
              <c:pt idx="28">
                <c:v>0.249961839606</c:v>
              </c:pt>
              <c:pt idx="29">
                <c:v>0.268382427292</c:v>
              </c:pt>
              <c:pt idx="30">
                <c:v>0.285455642373</c:v>
              </c:pt>
              <c:pt idx="31">
                <c:v>0.301980165404</c:v>
              </c:pt>
              <c:pt idx="32">
                <c:v>0.314803014673</c:v>
              </c:pt>
              <c:pt idx="33">
                <c:v>0.326031126171</c:v>
              </c:pt>
              <c:pt idx="34">
                <c:v>0.337842999595</c:v>
              </c:pt>
              <c:pt idx="35">
                <c:v>0.35269674382</c:v>
              </c:pt>
              <c:pt idx="36">
                <c:v>0.371718328374</c:v>
              </c:pt>
              <c:pt idx="37">
                <c:v>0.394625312187</c:v>
              </c:pt>
              <c:pt idx="38">
                <c:v>0.421720735677</c:v>
              </c:pt>
              <c:pt idx="39">
                <c:v>0.453156264014</c:v>
              </c:pt>
              <c:pt idx="40">
                <c:v>0.48890073741</c:v>
              </c:pt>
              <c:pt idx="41">
                <c:v>0.528240790436</c:v>
              </c:pt>
              <c:pt idx="42">
                <c:v>0.569772827756</c:v>
              </c:pt>
              <c:pt idx="43">
                <c:v>0.611967425991</c:v>
              </c:pt>
              <c:pt idx="44">
                <c:v>0.65363339424</c:v>
              </c:pt>
              <c:pt idx="45">
                <c:v>0.69531752154</c:v>
              </c:pt>
              <c:pt idx="46">
                <c:v>0.69531752154</c:v>
              </c:pt>
              <c:pt idx="47">
                <c:v>0.813029308836</c:v>
              </c:pt>
              <c:pt idx="48">
                <c:v>0.922852023854</c:v>
              </c:pt>
              <c:pt idx="49">
                <c:v>1.0376427321</c:v>
              </c:pt>
              <c:pt idx="50">
                <c:v>1.14155381674</c:v>
              </c:pt>
              <c:pt idx="51">
                <c:v>1.22243921743</c:v>
              </c:pt>
              <c:pt idx="52">
                <c:v>1.301833145</c:v>
              </c:pt>
              <c:pt idx="53">
                <c:v>1.36165920603</c:v>
              </c:pt>
              <c:pt idx="54">
                <c:v>1.44034477627</c:v>
              </c:pt>
              <c:pt idx="55">
                <c:v>1.50816372319</c:v>
              </c:pt>
              <c:pt idx="56">
                <c:v>1.6184217756</c:v>
              </c:pt>
              <c:pt idx="57">
                <c:v>1.70631893851</c:v>
              </c:pt>
              <c:pt idx="58">
                <c:v>1.75887590364</c:v>
              </c:pt>
              <c:pt idx="59">
                <c:v>1.76390456832</c:v>
              </c:pt>
              <c:pt idx="60">
                <c:v>1.73606368112</c:v>
              </c:pt>
              <c:pt idx="61">
                <c:v>1.69445012571</c:v>
              </c:pt>
              <c:pt idx="62">
                <c:v>1.64785893634</c:v>
              </c:pt>
              <c:pt idx="63">
                <c:v>1.64328258754</c:v>
              </c:pt>
              <c:pt idx="64">
                <c:v>1.64897423585</c:v>
              </c:pt>
              <c:pt idx="65">
                <c:v>1.64664548928</c:v>
              </c:pt>
              <c:pt idx="66">
                <c:v>1.64342308774</c:v>
              </c:pt>
              <c:pt idx="67">
                <c:v>1.6538631762</c:v>
              </c:pt>
              <c:pt idx="68">
                <c:v>1.67378774842</c:v>
              </c:pt>
              <c:pt idx="69">
                <c:v>1.69443327565</c:v>
              </c:pt>
              <c:pt idx="70">
                <c:v>1.72359573789</c:v>
              </c:pt>
              <c:pt idx="71">
                <c:v>1.75339049955</c:v>
              </c:pt>
              <c:pt idx="72">
                <c:v>1.78264364639</c:v>
              </c:pt>
              <c:pt idx="73">
                <c:v>1.81143973952</c:v>
              </c:pt>
              <c:pt idx="74">
                <c:v>1.84166273341</c:v>
              </c:pt>
              <c:pt idx="75">
                <c:v>1.87813267061</c:v>
              </c:pt>
              <c:pt idx="76">
                <c:v>1.91508019597</c:v>
              </c:pt>
              <c:pt idx="77">
                <c:v>1.95264354853</c:v>
              </c:pt>
              <c:pt idx="78">
                <c:v>1.99062428003</c:v>
              </c:pt>
              <c:pt idx="79">
                <c:v>2.02867660693</c:v>
              </c:pt>
              <c:pt idx="80">
                <c:v>2.07342651456</c:v>
              </c:pt>
              <c:pt idx="81">
                <c:v>2.11741877587</c:v>
              </c:pt>
              <c:pt idx="82">
                <c:v>2.16035316159</c:v>
              </c:pt>
              <c:pt idx="83">
                <c:v>2.20194995762</c:v>
              </c:pt>
              <c:pt idx="84">
                <c:v>2.24209035945</c:v>
              </c:pt>
              <c:pt idx="85">
                <c:v>2.28755289151</c:v>
              </c:pt>
              <c:pt idx="86">
                <c:v>2.33047262073</c:v>
              </c:pt>
              <c:pt idx="87">
                <c:v>2.37027706586</c:v>
              </c:pt>
              <c:pt idx="88">
                <c:v>2.40651117317</c:v>
              </c:pt>
              <c:pt idx="89">
                <c:v>2.44289849821</c:v>
              </c:pt>
              <c:pt idx="90">
                <c:v>2.47884613871</c:v>
              </c:pt>
              <c:pt idx="91">
                <c:v>2.5101432086</c:v>
              </c:pt>
              <c:pt idx="92">
                <c:v>2.53689642012</c:v>
              </c:pt>
              <c:pt idx="93">
                <c:v>2.56197884058</c:v>
              </c:pt>
              <c:pt idx="94">
                <c:v>2.58817811903</c:v>
              </c:pt>
              <c:pt idx="95">
                <c:v>2.61040213012</c:v>
              </c:pt>
            </c:numLit>
          </c:yVal>
        </c:ser>
        <c:ser>
          <c:idx val="4"/>
          <c:order val="4"/>
          <c:tx>
            <c:v>Run 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0.00412069588036</c:v>
              </c:pt>
              <c:pt idx="1">
                <c:v>0.00594676255134</c:v>
              </c:pt>
              <c:pt idx="2">
                <c:v>0.00812099974997</c:v>
              </c:pt>
              <c:pt idx="3">
                <c:v>0.0106629039569</c:v>
              </c:pt>
              <c:pt idx="4">
                <c:v>0.0135877541318</c:v>
              </c:pt>
              <c:pt idx="5">
                <c:v>0.0169834065494</c:v>
              </c:pt>
              <c:pt idx="6">
                <c:v>0.0210532745771</c:v>
              </c:pt>
              <c:pt idx="7">
                <c:v>0.0253461764236</c:v>
              </c:pt>
              <c:pt idx="8">
                <c:v>0.0294831078596</c:v>
              </c:pt>
              <c:pt idx="9">
                <c:v>0.0346745685409</c:v>
              </c:pt>
              <c:pt idx="10">
                <c:v>0.0404618770551</c:v>
              </c:pt>
              <c:pt idx="11">
                <c:v>0.0456493465836</c:v>
              </c:pt>
              <c:pt idx="12">
                <c:v>0.0530985612808</c:v>
              </c:pt>
              <c:pt idx="13">
                <c:v>0.0617285176551</c:v>
              </c:pt>
              <c:pt idx="14">
                <c:v>0.0691721316327</c:v>
              </c:pt>
              <c:pt idx="15">
                <c:v>0.0752559220518</c:v>
              </c:pt>
              <c:pt idx="16">
                <c:v>0.0825337571894</c:v>
              </c:pt>
              <c:pt idx="17">
                <c:v>0.0932826779395</c:v>
              </c:pt>
              <c:pt idx="18">
                <c:v>0.104523068177</c:v>
              </c:pt>
              <c:pt idx="19">
                <c:v>0.111870180999</c:v>
              </c:pt>
              <c:pt idx="20">
                <c:v>0.115669569759</c:v>
              </c:pt>
              <c:pt idx="21">
                <c:v>0.11891924212</c:v>
              </c:pt>
              <c:pt idx="22">
                <c:v>0.132464772445</c:v>
              </c:pt>
              <c:pt idx="23">
                <c:v>0.159593222789</c:v>
              </c:pt>
              <c:pt idx="24">
                <c:v>0.189259282512</c:v>
              </c:pt>
              <c:pt idx="25">
                <c:v>0.222394302132</c:v>
              </c:pt>
              <c:pt idx="26">
                <c:v>0.254394340262</c:v>
              </c:pt>
              <c:pt idx="27">
                <c:v>0.282621690574</c:v>
              </c:pt>
              <c:pt idx="28">
                <c:v>0.312452299508</c:v>
              </c:pt>
              <c:pt idx="29">
                <c:v>0.335478034115</c:v>
              </c:pt>
              <c:pt idx="30">
                <c:v>0.356819552966</c:v>
              </c:pt>
              <c:pt idx="31">
                <c:v>0.377475206755</c:v>
              </c:pt>
              <c:pt idx="32">
                <c:v>0.393503768341</c:v>
              </c:pt>
              <c:pt idx="33">
                <c:v>0.407538907713</c:v>
              </c:pt>
              <c:pt idx="34">
                <c:v>0.422303749493</c:v>
              </c:pt>
              <c:pt idx="35">
                <c:v>0.440870929775</c:v>
              </c:pt>
              <c:pt idx="36">
                <c:v>0.464647910468</c:v>
              </c:pt>
              <c:pt idx="37">
                <c:v>0.493281640234</c:v>
              </c:pt>
              <c:pt idx="38">
                <c:v>0.527150919596</c:v>
              </c:pt>
              <c:pt idx="39">
                <c:v>0.566445330017</c:v>
              </c:pt>
              <c:pt idx="40">
                <c:v>0.611125921763</c:v>
              </c:pt>
              <c:pt idx="41">
                <c:v>0.660300988045</c:v>
              </c:pt>
              <c:pt idx="42">
                <c:v>0.712216034695</c:v>
              </c:pt>
              <c:pt idx="43">
                <c:v>0.764959282489</c:v>
              </c:pt>
              <c:pt idx="44">
                <c:v>0.8170417428</c:v>
              </c:pt>
              <c:pt idx="45">
                <c:v>0.869146901925</c:v>
              </c:pt>
              <c:pt idx="46">
                <c:v>0.869146901925</c:v>
              </c:pt>
              <c:pt idx="47">
                <c:v>1.01628663605</c:v>
              </c:pt>
              <c:pt idx="48">
                <c:v>1.15356502982</c:v>
              </c:pt>
              <c:pt idx="49">
                <c:v>1.29705341513</c:v>
              </c:pt>
              <c:pt idx="50">
                <c:v>1.42694227092</c:v>
              </c:pt>
              <c:pt idx="51">
                <c:v>1.52804902179</c:v>
              </c:pt>
              <c:pt idx="52">
                <c:v>1.62729143125</c:v>
              </c:pt>
              <c:pt idx="53">
                <c:v>1.70207400754</c:v>
              </c:pt>
              <c:pt idx="54">
                <c:v>1.80043097033</c:v>
              </c:pt>
              <c:pt idx="55">
                <c:v>1.88520465398</c:v>
              </c:pt>
              <c:pt idx="56">
                <c:v>2.02302721949</c:v>
              </c:pt>
              <c:pt idx="57">
                <c:v>2.13289867314</c:v>
              </c:pt>
              <c:pt idx="58">
                <c:v>2.19859487954</c:v>
              </c:pt>
              <c:pt idx="59">
                <c:v>2.2048807104</c:v>
              </c:pt>
              <c:pt idx="60">
                <c:v>2.17007960141</c:v>
              </c:pt>
              <c:pt idx="61">
                <c:v>2.11806265714</c:v>
              </c:pt>
              <c:pt idx="62">
                <c:v>2.05982367042</c:v>
              </c:pt>
              <c:pt idx="63">
                <c:v>2.05410323442</c:v>
              </c:pt>
              <c:pt idx="64">
                <c:v>2.06121779481</c:v>
              </c:pt>
              <c:pt idx="65">
                <c:v>2.0583068616</c:v>
              </c:pt>
              <c:pt idx="66">
                <c:v>2.05427885967</c:v>
              </c:pt>
              <c:pt idx="67">
                <c:v>2.06732897025</c:v>
              </c:pt>
              <c:pt idx="68">
                <c:v>2.09223468552</c:v>
              </c:pt>
              <c:pt idx="69">
                <c:v>2.11804159456</c:v>
              </c:pt>
              <c:pt idx="70">
                <c:v>2.15449467237</c:v>
              </c:pt>
              <c:pt idx="71">
                <c:v>2.19173812444</c:v>
              </c:pt>
              <c:pt idx="72">
                <c:v>2.22830455798</c:v>
              </c:pt>
              <c:pt idx="73">
                <c:v>2.2642996744</c:v>
              </c:pt>
              <c:pt idx="74">
                <c:v>2.30207841676</c:v>
              </c:pt>
              <c:pt idx="75">
                <c:v>2.34766583826</c:v>
              </c:pt>
              <c:pt idx="76">
                <c:v>2.39385024497</c:v>
              </c:pt>
              <c:pt idx="77">
                <c:v>2.44080443566</c:v>
              </c:pt>
              <c:pt idx="78">
                <c:v>2.48828035004</c:v>
              </c:pt>
              <c:pt idx="79">
                <c:v>2.53584575866</c:v>
              </c:pt>
              <c:pt idx="80">
                <c:v>2.5917831432</c:v>
              </c:pt>
              <c:pt idx="81">
                <c:v>2.64677346984</c:v>
              </c:pt>
              <c:pt idx="82">
                <c:v>2.70044145199</c:v>
              </c:pt>
              <c:pt idx="83">
                <c:v>2.75243744702</c:v>
              </c:pt>
              <c:pt idx="84">
                <c:v>2.80261294931</c:v>
              </c:pt>
              <c:pt idx="85">
                <c:v>2.85944111438</c:v>
              </c:pt>
              <c:pt idx="86">
                <c:v>2.91309077591</c:v>
              </c:pt>
              <c:pt idx="87">
                <c:v>2.96284633233</c:v>
              </c:pt>
              <c:pt idx="88">
                <c:v>3.00813896646</c:v>
              </c:pt>
              <c:pt idx="89">
                <c:v>3.05362312277</c:v>
              </c:pt>
              <c:pt idx="90">
                <c:v>3.09855767338</c:v>
              </c:pt>
              <c:pt idx="91">
                <c:v>3.13767901075</c:v>
              </c:pt>
              <c:pt idx="92">
                <c:v>3.17112052515</c:v>
              </c:pt>
              <c:pt idx="93">
                <c:v>3.20247355072</c:v>
              </c:pt>
              <c:pt idx="94">
                <c:v>3.23522264879</c:v>
              </c:pt>
              <c:pt idx="95">
                <c:v>3.26300266265</c:v>
              </c:pt>
            </c:numLit>
          </c:yVal>
        </c:ser>
        <c:ser>
          <c:idx val="5"/>
          <c:order val="5"/>
          <c:tx>
            <c:v>Run 6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0.00289441168655</c:v>
              </c:pt>
              <c:pt idx="1">
                <c:v>0.00417471747852</c:v>
              </c:pt>
              <c:pt idx="2">
                <c:v>0.00574847816181</c:v>
              </c:pt>
              <c:pt idx="3">
                <c:v>0.00757816204584</c:v>
              </c:pt>
              <c:pt idx="4">
                <c:v>0.0098145820384</c:v>
              </c:pt>
              <c:pt idx="5">
                <c:v>0.0123858902386</c:v>
              </c:pt>
              <c:pt idx="6">
                <c:v>0.0158323846653</c:v>
              </c:pt>
              <c:pt idx="7">
                <c:v>0.0197380269334</c:v>
              </c:pt>
              <c:pt idx="8">
                <c:v>0.0237457791556</c:v>
              </c:pt>
              <c:pt idx="9">
                <c:v>0.0284603548698</c:v>
              </c:pt>
              <c:pt idx="10">
                <c:v>0.0345558742018</c:v>
              </c:pt>
              <c:pt idx="11">
                <c:v>0.0402623009682</c:v>
              </c:pt>
              <c:pt idx="12">
                <c:v>0.0455337935325</c:v>
              </c:pt>
              <c:pt idx="13">
                <c:v>0.0508367167155</c:v>
              </c:pt>
              <c:pt idx="14">
                <c:v>0.0532845103672</c:v>
              </c:pt>
              <c:pt idx="15">
                <c:v>0.0604069145108</c:v>
              </c:pt>
              <c:pt idx="16">
                <c:v>0.0707782041585</c:v>
              </c:pt>
              <c:pt idx="17">
                <c:v>0.0720475119307</c:v>
              </c:pt>
              <c:pt idx="18">
                <c:v>0.0761174036104</c:v>
              </c:pt>
              <c:pt idx="19">
                <c:v>0.0812526533693</c:v>
              </c:pt>
              <c:pt idx="20">
                <c:v>0.0956124303251</c:v>
              </c:pt>
              <c:pt idx="21">
                <c:v>0.106739360031</c:v>
              </c:pt>
              <c:pt idx="22">
                <c:v>0.115419680831</c:v>
              </c:pt>
              <c:pt idx="23">
                <c:v>0.119221662727</c:v>
              </c:pt>
              <c:pt idx="24">
                <c:v>0.129351269694</c:v>
              </c:pt>
              <c:pt idx="25">
                <c:v>0.142401604896</c:v>
              </c:pt>
              <c:pt idx="26">
                <c:v>0.157672253336</c:v>
              </c:pt>
              <c:pt idx="27">
                <c:v>0.162322459569</c:v>
              </c:pt>
              <c:pt idx="28">
                <c:v>0.158926290829</c:v>
              </c:pt>
              <c:pt idx="29">
                <c:v>0.161684772726</c:v>
              </c:pt>
              <c:pt idx="30">
                <c:v>0.177444078389</c:v>
              </c:pt>
              <c:pt idx="31">
                <c:v>0.201350335733</c:v>
              </c:pt>
              <c:pt idx="32">
                <c:v>0.226985574379</c:v>
              </c:pt>
              <c:pt idx="33">
                <c:v>0.26228471073</c:v>
              </c:pt>
              <c:pt idx="34">
                <c:v>0.29653651983</c:v>
              </c:pt>
              <c:pt idx="35">
                <c:v>0.313085655714</c:v>
              </c:pt>
              <c:pt idx="36">
                <c:v>0.327084286665</c:v>
              </c:pt>
              <c:pt idx="37">
                <c:v>0.33370799594</c:v>
              </c:pt>
              <c:pt idx="38">
                <c:v>0.344893032907</c:v>
              </c:pt>
              <c:pt idx="39">
                <c:v>0.346599760208</c:v>
              </c:pt>
              <c:pt idx="40">
                <c:v>0.345408835776</c:v>
              </c:pt>
              <c:pt idx="41">
                <c:v>0.374562419232</c:v>
              </c:pt>
              <c:pt idx="42">
                <c:v>0.394128135569</c:v>
              </c:pt>
              <c:pt idx="43">
                <c:v>0.440290968213</c:v>
              </c:pt>
              <c:pt idx="44">
                <c:v>0.480292377293</c:v>
              </c:pt>
              <c:pt idx="45">
                <c:v>0.499719664666</c:v>
              </c:pt>
              <c:pt idx="46">
                <c:v>0.499719664666</c:v>
              </c:pt>
              <c:pt idx="47">
                <c:v>0.584956931064</c:v>
              </c:pt>
              <c:pt idx="48">
                <c:v>0.629712832585</c:v>
              </c:pt>
              <c:pt idx="49">
                <c:v>0.705864716785</c:v>
              </c:pt>
              <c:pt idx="50">
                <c:v>0.811518119128</c:v>
              </c:pt>
              <c:pt idx="51">
                <c:v>1.00808643298</c:v>
              </c:pt>
              <c:pt idx="52">
                <c:v>1.15789676796</c:v>
              </c:pt>
              <c:pt idx="53">
                <c:v>1.21199768247</c:v>
              </c:pt>
              <c:pt idx="54">
                <c:v>1.12047691538</c:v>
              </c:pt>
              <c:pt idx="55">
                <c:v>1.20662395761</c:v>
              </c:pt>
              <c:pt idx="56">
                <c:v>1.24860253653</c:v>
              </c:pt>
              <c:pt idx="57">
                <c:v>1.16989046167</c:v>
              </c:pt>
              <c:pt idx="58">
                <c:v>1.20759517843</c:v>
              </c:pt>
              <c:pt idx="59">
                <c:v>1.54465978693</c:v>
              </c:pt>
              <c:pt idx="60">
                <c:v>1.82498197246</c:v>
              </c:pt>
              <c:pt idx="61">
                <c:v>1.92266955243</c:v>
              </c:pt>
              <c:pt idx="62">
                <c:v>1.90644498077</c:v>
              </c:pt>
              <c:pt idx="63">
                <c:v>1.90037612932</c:v>
              </c:pt>
              <c:pt idx="64">
                <c:v>1.86989012386</c:v>
              </c:pt>
              <c:pt idx="65">
                <c:v>1.88244817158</c:v>
              </c:pt>
              <c:pt idx="66">
                <c:v>2.04057237196</c:v>
              </c:pt>
              <c:pt idx="67">
                <c:v>2.18350589326</c:v>
              </c:pt>
              <c:pt idx="68">
                <c:v>2.28863413672</c:v>
              </c:pt>
              <c:pt idx="69">
                <c:v>2.38422002307</c:v>
              </c:pt>
              <c:pt idx="70">
                <c:v>2.51476378211</c:v>
              </c:pt>
              <c:pt idx="71">
                <c:v>2.71770406029</c:v>
              </c:pt>
              <c:pt idx="72">
                <c:v>3.02121659805</c:v>
              </c:pt>
              <c:pt idx="73">
                <c:v>3.37608637978</c:v>
              </c:pt>
              <c:pt idx="74">
                <c:v>3.7553960002</c:v>
              </c:pt>
              <c:pt idx="75">
                <c:v>4.09374135949</c:v>
              </c:pt>
              <c:pt idx="76">
                <c:v>4.36443785011</c:v>
              </c:pt>
              <c:pt idx="77">
                <c:v>4.5471772746</c:v>
              </c:pt>
              <c:pt idx="78">
                <c:v>4.62837284301</c:v>
              </c:pt>
              <c:pt idx="79">
                <c:v>4.6191316592</c:v>
              </c:pt>
              <c:pt idx="80">
                <c:v>4.55008701789</c:v>
              </c:pt>
              <c:pt idx="81">
                <c:v>4.45496473724</c:v>
              </c:pt>
              <c:pt idx="82">
                <c:v>4.37519886769</c:v>
              </c:pt>
              <c:pt idx="83">
                <c:v>4.33959365325</c:v>
              </c:pt>
              <c:pt idx="84">
                <c:v>4.35731635181</c:v>
              </c:pt>
              <c:pt idx="85">
                <c:v>4.42179419856</c:v>
              </c:pt>
              <c:pt idx="86">
                <c:v>4.5153162515</c:v>
              </c:pt>
              <c:pt idx="87">
                <c:v>4.61681317577</c:v>
              </c:pt>
              <c:pt idx="88">
                <c:v>4.74519938354</c:v>
              </c:pt>
              <c:pt idx="89">
                <c:v>5.0267320695</c:v>
              </c:pt>
              <c:pt idx="90">
                <c:v>5.11868256814</c:v>
              </c:pt>
              <c:pt idx="91">
                <c:v>5.03343072242</c:v>
              </c:pt>
              <c:pt idx="92">
                <c:v>5.08920280124</c:v>
              </c:pt>
              <c:pt idx="93">
                <c:v>5.12247005026</c:v>
              </c:pt>
              <c:pt idx="94">
                <c:v>5.13357507742</c:v>
              </c:pt>
              <c:pt idx="95">
                <c:v>5.13367386383</c:v>
              </c:pt>
            </c:numLit>
          </c:yVal>
        </c:ser>
        <c:ser>
          <c:idx val="6"/>
          <c:order val="6"/>
          <c:tx>
            <c:v>Run 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0.00494483505643</c:v>
              </c:pt>
              <c:pt idx="1">
                <c:v>0.00713611506161</c:v>
              </c:pt>
              <c:pt idx="2">
                <c:v>0.00974519969996</c:v>
              </c:pt>
              <c:pt idx="3">
                <c:v>0.0127954847482</c:v>
              </c:pt>
              <c:pt idx="4">
                <c:v>0.0163053049582</c:v>
              </c:pt>
              <c:pt idx="5">
                <c:v>0.0203800878593</c:v>
              </c:pt>
              <c:pt idx="6">
                <c:v>0.0252639294925</c:v>
              </c:pt>
              <c:pt idx="7">
                <c:v>0.0304154117083</c:v>
              </c:pt>
              <c:pt idx="8">
                <c:v>0.0353797294315</c:v>
              </c:pt>
              <c:pt idx="9">
                <c:v>0.0416094822491</c:v>
              </c:pt>
              <c:pt idx="10">
                <c:v>0.0485542524661</c:v>
              </c:pt>
              <c:pt idx="11">
                <c:v>0.0547792159003</c:v>
              </c:pt>
              <c:pt idx="12">
                <c:v>0.063718273537</c:v>
              </c:pt>
              <c:pt idx="13">
                <c:v>0.0740742211862</c:v>
              </c:pt>
              <c:pt idx="14">
                <c:v>0.0830065579592</c:v>
              </c:pt>
              <c:pt idx="15">
                <c:v>0.0903071064622</c:v>
              </c:pt>
              <c:pt idx="16">
                <c:v>0.0990405086273</c:v>
              </c:pt>
              <c:pt idx="17">
                <c:v>0.111939213527</c:v>
              </c:pt>
              <c:pt idx="18">
                <c:v>0.125427681813</c:v>
              </c:pt>
              <c:pt idx="19">
                <c:v>0.134244217198</c:v>
              </c:pt>
              <c:pt idx="20">
                <c:v>0.138803483711</c:v>
              </c:pt>
              <c:pt idx="21">
                <c:v>0.142703090544</c:v>
              </c:pt>
              <c:pt idx="22">
                <c:v>0.158957726934</c:v>
              </c:pt>
              <c:pt idx="23">
                <c:v>0.191511867347</c:v>
              </c:pt>
              <c:pt idx="24">
                <c:v>0.227111139015</c:v>
              </c:pt>
              <c:pt idx="25">
                <c:v>0.266873162558</c:v>
              </c:pt>
              <c:pt idx="26">
                <c:v>0.305273208315</c:v>
              </c:pt>
              <c:pt idx="27">
                <c:v>0.339146028688</c:v>
              </c:pt>
              <c:pt idx="28">
                <c:v>0.374942759409</c:v>
              </c:pt>
              <c:pt idx="29">
                <c:v>0.402573640938</c:v>
              </c:pt>
              <c:pt idx="30">
                <c:v>0.42818346356</c:v>
              </c:pt>
              <c:pt idx="31">
                <c:v>0.452970248106</c:v>
              </c:pt>
              <c:pt idx="32">
                <c:v>0.472204522009</c:v>
              </c:pt>
              <c:pt idx="33">
                <c:v>0.489046689256</c:v>
              </c:pt>
              <c:pt idx="34">
                <c:v>0.506764499392</c:v>
              </c:pt>
              <c:pt idx="35">
                <c:v>0.52904511573</c:v>
              </c:pt>
              <c:pt idx="36">
                <c:v>0.557577492561</c:v>
              </c:pt>
              <c:pt idx="37">
                <c:v>0.59193796828</c:v>
              </c:pt>
              <c:pt idx="38">
                <c:v>0.632581103516</c:v>
              </c:pt>
              <c:pt idx="39">
                <c:v>0.679734396021</c:v>
              </c:pt>
              <c:pt idx="40">
                <c:v>0.733351106116</c:v>
              </c:pt>
              <c:pt idx="41">
                <c:v>0.792361185654</c:v>
              </c:pt>
              <c:pt idx="42">
                <c:v>0.854659241634</c:v>
              </c:pt>
              <c:pt idx="43">
                <c:v>0.917951138987</c:v>
              </c:pt>
              <c:pt idx="44">
                <c:v>0.98045009136</c:v>
              </c:pt>
              <c:pt idx="45">
                <c:v>1.04297628231</c:v>
              </c:pt>
              <c:pt idx="46">
                <c:v>1.04297628231</c:v>
              </c:pt>
              <c:pt idx="47">
                <c:v>1.21954396325</c:v>
              </c:pt>
              <c:pt idx="48">
                <c:v>1.38427803578</c:v>
              </c:pt>
              <c:pt idx="49">
                <c:v>1.55646409815</c:v>
              </c:pt>
              <c:pt idx="50">
                <c:v>1.7123307251</c:v>
              </c:pt>
              <c:pt idx="51">
                <c:v>1.83365882615</c:v>
              </c:pt>
              <c:pt idx="52">
                <c:v>1.9527497175</c:v>
              </c:pt>
              <c:pt idx="53">
                <c:v>2.04248880905</c:v>
              </c:pt>
              <c:pt idx="54">
                <c:v>2.1605171644</c:v>
              </c:pt>
              <c:pt idx="55">
                <c:v>2.26224558478</c:v>
              </c:pt>
              <c:pt idx="56">
                <c:v>2.42763266339</c:v>
              </c:pt>
              <c:pt idx="57">
                <c:v>2.55947840777</c:v>
              </c:pt>
              <c:pt idx="58">
                <c:v>2.63831385545</c:v>
              </c:pt>
              <c:pt idx="59">
                <c:v>2.64585685248</c:v>
              </c:pt>
              <c:pt idx="60">
                <c:v>2.60409552169</c:v>
              </c:pt>
              <c:pt idx="61">
                <c:v>2.54167518856</c:v>
              </c:pt>
              <c:pt idx="62">
                <c:v>2.47178840451</c:v>
              </c:pt>
              <c:pt idx="63">
                <c:v>2.46492388131</c:v>
              </c:pt>
              <c:pt idx="64">
                <c:v>2.47346135377</c:v>
              </c:pt>
              <c:pt idx="65">
                <c:v>2.46996823391</c:v>
              </c:pt>
              <c:pt idx="66">
                <c:v>2.4651346316</c:v>
              </c:pt>
              <c:pt idx="67">
                <c:v>2.48079476429</c:v>
              </c:pt>
              <c:pt idx="68">
                <c:v>2.51068162262</c:v>
              </c:pt>
              <c:pt idx="69">
                <c:v>2.54164991347</c:v>
              </c:pt>
              <c:pt idx="70">
                <c:v>2.58539360684</c:v>
              </c:pt>
              <c:pt idx="71">
                <c:v>2.63008574933</c:v>
              </c:pt>
              <c:pt idx="72">
                <c:v>2.67396546958</c:v>
              </c:pt>
              <c:pt idx="73">
                <c:v>2.71715960928</c:v>
              </c:pt>
              <c:pt idx="74">
                <c:v>2.76249410012</c:v>
              </c:pt>
              <c:pt idx="75">
                <c:v>2.81719900591</c:v>
              </c:pt>
              <c:pt idx="76">
                <c:v>2.87262029396</c:v>
              </c:pt>
              <c:pt idx="77">
                <c:v>2.92896532279</c:v>
              </c:pt>
              <c:pt idx="78">
                <c:v>2.98593642005</c:v>
              </c:pt>
              <c:pt idx="79">
                <c:v>3.0430149104</c:v>
              </c:pt>
              <c:pt idx="80">
                <c:v>3.11013977184</c:v>
              </c:pt>
              <c:pt idx="81">
                <c:v>3.1761281638</c:v>
              </c:pt>
              <c:pt idx="82">
                <c:v>3.24052974239</c:v>
              </c:pt>
              <c:pt idx="83">
                <c:v>3.30292493642</c:v>
              </c:pt>
              <c:pt idx="84">
                <c:v>3.36313553917</c:v>
              </c:pt>
              <c:pt idx="85">
                <c:v>3.43132933726</c:v>
              </c:pt>
              <c:pt idx="86">
                <c:v>3.49570893109</c:v>
              </c:pt>
              <c:pt idx="87">
                <c:v>3.55541559879</c:v>
              </c:pt>
              <c:pt idx="88">
                <c:v>3.60976675976</c:v>
              </c:pt>
              <c:pt idx="89">
                <c:v>3.66434774732</c:v>
              </c:pt>
              <c:pt idx="90">
                <c:v>3.71826920806</c:v>
              </c:pt>
              <c:pt idx="91">
                <c:v>3.7652148129</c:v>
              </c:pt>
              <c:pt idx="92">
                <c:v>3.80534463018</c:v>
              </c:pt>
              <c:pt idx="93">
                <c:v>3.84296826087</c:v>
              </c:pt>
              <c:pt idx="94">
                <c:v>3.88226717855</c:v>
              </c:pt>
              <c:pt idx="95">
                <c:v>3.91560319518</c:v>
              </c:pt>
            </c:numLit>
          </c:yVal>
        </c:ser>
        <c:ser>
          <c:idx val="7"/>
          <c:order val="7"/>
          <c:tx>
            <c:v>Run 8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0.00385921558206</c:v>
              </c:pt>
              <c:pt idx="1">
                <c:v>0.00556628997136</c:v>
              </c:pt>
              <c:pt idx="2">
                <c:v>0.00766463754908</c:v>
              </c:pt>
              <c:pt idx="3">
                <c:v>0.0101042160611</c:v>
              </c:pt>
              <c:pt idx="4">
                <c:v>0.0130861093845</c:v>
              </c:pt>
              <c:pt idx="5">
                <c:v>0.0165145203182</c:v>
              </c:pt>
              <c:pt idx="6">
                <c:v>0.0211098462204</c:v>
              </c:pt>
              <c:pt idx="7">
                <c:v>0.0263173692445</c:v>
              </c:pt>
              <c:pt idx="8">
                <c:v>0.0316610388741</c:v>
              </c:pt>
              <c:pt idx="9">
                <c:v>0.0379471398265</c:v>
              </c:pt>
              <c:pt idx="10">
                <c:v>0.0460744989358</c:v>
              </c:pt>
              <c:pt idx="11">
                <c:v>0.0536830679576</c:v>
              </c:pt>
              <c:pt idx="12">
                <c:v>0.06071172471</c:v>
              </c:pt>
              <c:pt idx="13">
                <c:v>0.067782288954</c:v>
              </c:pt>
              <c:pt idx="14">
                <c:v>0.0710460138229</c:v>
              </c:pt>
              <c:pt idx="15">
                <c:v>0.0805425526811</c:v>
              </c:pt>
              <c:pt idx="16">
                <c:v>0.094370938878</c:v>
              </c:pt>
              <c:pt idx="17">
                <c:v>0.096063349241</c:v>
              </c:pt>
              <c:pt idx="18">
                <c:v>0.10148987148</c:v>
              </c:pt>
              <c:pt idx="19">
                <c:v>0.108336871159</c:v>
              </c:pt>
              <c:pt idx="20">
                <c:v>0.127483240433</c:v>
              </c:pt>
              <c:pt idx="21">
                <c:v>0.142319146708</c:v>
              </c:pt>
              <c:pt idx="22">
                <c:v>0.153892907775</c:v>
              </c:pt>
              <c:pt idx="23">
                <c:v>0.15896221697</c:v>
              </c:pt>
              <c:pt idx="24">
                <c:v>0.172468359592</c:v>
              </c:pt>
              <c:pt idx="25">
                <c:v>0.189868806528</c:v>
              </c:pt>
              <c:pt idx="26">
                <c:v>0.210229671114</c:v>
              </c:pt>
              <c:pt idx="27">
                <c:v>0.216429946092</c:v>
              </c:pt>
              <c:pt idx="28">
                <c:v>0.211901721105</c:v>
              </c:pt>
              <c:pt idx="29">
                <c:v>0.215579696968</c:v>
              </c:pt>
              <c:pt idx="30">
                <c:v>0.236592104519</c:v>
              </c:pt>
              <c:pt idx="31">
                <c:v>0.26846711431</c:v>
              </c:pt>
              <c:pt idx="32">
                <c:v>0.302647432505</c:v>
              </c:pt>
              <c:pt idx="33">
                <c:v>0.34971294764</c:v>
              </c:pt>
              <c:pt idx="34">
                <c:v>0.395382026439</c:v>
              </c:pt>
              <c:pt idx="35">
                <c:v>0.417447540952</c:v>
              </c:pt>
              <c:pt idx="36">
                <c:v>0.43611238222</c:v>
              </c:pt>
              <c:pt idx="37">
                <c:v>0.444943994587</c:v>
              </c:pt>
              <c:pt idx="38">
                <c:v>0.45985737721</c:v>
              </c:pt>
              <c:pt idx="39">
                <c:v>0.462133013611</c:v>
              </c:pt>
              <c:pt idx="40">
                <c:v>0.460545114368</c:v>
              </c:pt>
              <c:pt idx="41">
                <c:v>0.499416558975</c:v>
              </c:pt>
              <c:pt idx="42">
                <c:v>0.525504180758</c:v>
              </c:pt>
              <c:pt idx="43">
                <c:v>0.587054624284</c:v>
              </c:pt>
              <c:pt idx="44">
                <c:v>0.640389836391</c:v>
              </c:pt>
              <c:pt idx="45">
                <c:v>0.666292886221</c:v>
              </c:pt>
              <c:pt idx="46">
                <c:v>0.666292886221</c:v>
              </c:pt>
              <c:pt idx="47">
                <c:v>0.779942574751</c:v>
              </c:pt>
              <c:pt idx="48">
                <c:v>0.839617110114</c:v>
              </c:pt>
              <c:pt idx="49">
                <c:v>0.941152955714</c:v>
              </c:pt>
              <c:pt idx="50">
                <c:v>1.08202415884</c:v>
              </c:pt>
              <c:pt idx="51">
                <c:v>1.34411524398</c:v>
              </c:pt>
              <c:pt idx="52">
                <c:v>1.54386235728</c:v>
              </c:pt>
              <c:pt idx="53">
                <c:v>1.61599690996</c:v>
              </c:pt>
              <c:pt idx="54">
                <c:v>1.49396922051</c:v>
              </c:pt>
              <c:pt idx="55">
                <c:v>1.60883194348</c:v>
              </c:pt>
              <c:pt idx="56">
                <c:v>1.66480338205</c:v>
              </c:pt>
              <c:pt idx="57">
                <c:v>1.5598539489</c:v>
              </c:pt>
              <c:pt idx="58">
                <c:v>1.61012690457</c:v>
              </c:pt>
              <c:pt idx="59">
                <c:v>2.05954638257</c:v>
              </c:pt>
              <c:pt idx="60">
                <c:v>2.43330929661</c:v>
              </c:pt>
              <c:pt idx="61">
                <c:v>2.56355940324</c:v>
              </c:pt>
              <c:pt idx="62">
                <c:v>2.54192664103</c:v>
              </c:pt>
              <c:pt idx="63">
                <c:v>2.53383483909</c:v>
              </c:pt>
              <c:pt idx="64">
                <c:v>2.49318683181</c:v>
              </c:pt>
              <c:pt idx="65">
                <c:v>2.50993089544</c:v>
              </c:pt>
              <c:pt idx="66">
                <c:v>2.72076316262</c:v>
              </c:pt>
              <c:pt idx="67">
                <c:v>2.91134119101</c:v>
              </c:pt>
              <c:pt idx="68">
                <c:v>3.05151218229</c:v>
              </c:pt>
              <c:pt idx="69">
                <c:v>3.17896003077</c:v>
              </c:pt>
              <c:pt idx="70">
                <c:v>3.35301837615</c:v>
              </c:pt>
              <c:pt idx="71">
                <c:v>3.62360541372</c:v>
              </c:pt>
              <c:pt idx="72">
                <c:v>4.0282887974</c:v>
              </c:pt>
              <c:pt idx="73">
                <c:v>4.50144850638</c:v>
              </c:pt>
              <c:pt idx="74">
                <c:v>5.00719466694</c:v>
              </c:pt>
              <c:pt idx="75">
                <c:v>5.45832181265</c:v>
              </c:pt>
              <c:pt idx="76">
                <c:v>5.81925046682</c:v>
              </c:pt>
              <c:pt idx="77">
                <c:v>6.06290303279</c:v>
              </c:pt>
              <c:pt idx="78">
                <c:v>6.17116379068</c:v>
              </c:pt>
              <c:pt idx="79">
                <c:v>6.15884221226</c:v>
              </c:pt>
              <c:pt idx="80">
                <c:v>6.06678269052</c:v>
              </c:pt>
              <c:pt idx="81">
                <c:v>5.93995298298</c:v>
              </c:pt>
              <c:pt idx="82">
                <c:v>5.83359849025</c:v>
              </c:pt>
              <c:pt idx="83">
                <c:v>5.786124871</c:v>
              </c:pt>
              <c:pt idx="84">
                <c:v>5.80975513575</c:v>
              </c:pt>
              <c:pt idx="85">
                <c:v>5.89572559807</c:v>
              </c:pt>
              <c:pt idx="86">
                <c:v>6.02042166866</c:v>
              </c:pt>
              <c:pt idx="87">
                <c:v>6.15575090102</c:v>
              </c:pt>
              <c:pt idx="88">
                <c:v>6.32693251138</c:v>
              </c:pt>
              <c:pt idx="89">
                <c:v>6.702309426</c:v>
              </c:pt>
              <c:pt idx="90">
                <c:v>6.82491009086</c:v>
              </c:pt>
              <c:pt idx="91">
                <c:v>6.71124096322</c:v>
              </c:pt>
              <c:pt idx="92">
                <c:v>6.78560373498</c:v>
              </c:pt>
              <c:pt idx="93">
                <c:v>6.82996006701</c:v>
              </c:pt>
              <c:pt idx="94">
                <c:v>6.8447667699</c:v>
              </c:pt>
              <c:pt idx="95">
                <c:v>6.84489848511</c:v>
              </c:pt>
            </c:numLit>
          </c:yVal>
        </c:ser>
        <c:ser>
          <c:idx val="8"/>
          <c:order val="8"/>
          <c:tx>
            <c:v>Run 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0.0057689742325</c:v>
              </c:pt>
              <c:pt idx="1">
                <c:v>0.00832546757188</c:v>
              </c:pt>
              <c:pt idx="2">
                <c:v>0.01136939965</c:v>
              </c:pt>
              <c:pt idx="3">
                <c:v>0.0149280655396</c:v>
              </c:pt>
              <c:pt idx="4">
                <c:v>0.0190228557846</c:v>
              </c:pt>
              <c:pt idx="5">
                <c:v>0.0237767691691</c:v>
              </c:pt>
              <c:pt idx="6">
                <c:v>0.0294745844079</c:v>
              </c:pt>
              <c:pt idx="7">
                <c:v>0.0354846469931</c:v>
              </c:pt>
              <c:pt idx="8">
                <c:v>0.0412763510034</c:v>
              </c:pt>
              <c:pt idx="9">
                <c:v>0.0485443959573</c:v>
              </c:pt>
              <c:pt idx="10">
                <c:v>0.0566466278771</c:v>
              </c:pt>
              <c:pt idx="11">
                <c:v>0.0639090852171</c:v>
              </c:pt>
              <c:pt idx="12">
                <c:v>0.0743379857932</c:v>
              </c:pt>
              <c:pt idx="13">
                <c:v>0.0864199247172</c:v>
              </c:pt>
              <c:pt idx="14">
                <c:v>0.0968409842857</c:v>
              </c:pt>
              <c:pt idx="15">
                <c:v>0.105358290873</c:v>
              </c:pt>
              <c:pt idx="16">
                <c:v>0.115547260065</c:v>
              </c:pt>
              <c:pt idx="17">
                <c:v>0.130595749115</c:v>
              </c:pt>
              <c:pt idx="18">
                <c:v>0.146332295448</c:v>
              </c:pt>
              <c:pt idx="19">
                <c:v>0.156618253398</c:v>
              </c:pt>
              <c:pt idx="20">
                <c:v>0.161937397662</c:v>
              </c:pt>
              <c:pt idx="21">
                <c:v>0.166486938968</c:v>
              </c:pt>
              <c:pt idx="22">
                <c:v>0.185450681423</c:v>
              </c:pt>
              <c:pt idx="23">
                <c:v>0.223430511905</c:v>
              </c:pt>
              <c:pt idx="24">
                <c:v>0.264962995517</c:v>
              </c:pt>
              <c:pt idx="25">
                <c:v>0.311352022984</c:v>
              </c:pt>
              <c:pt idx="26">
                <c:v>0.356152076367</c:v>
              </c:pt>
              <c:pt idx="27">
                <c:v>0.395670366803</c:v>
              </c:pt>
              <c:pt idx="28">
                <c:v>0.437433219311</c:v>
              </c:pt>
              <c:pt idx="29">
                <c:v>0.469669247761</c:v>
              </c:pt>
              <c:pt idx="30">
                <c:v>0.499547374153</c:v>
              </c:pt>
              <c:pt idx="31">
                <c:v>0.528465289457</c:v>
              </c:pt>
              <c:pt idx="32">
                <c:v>0.550905275677</c:v>
              </c:pt>
              <c:pt idx="33">
                <c:v>0.570554470799</c:v>
              </c:pt>
              <c:pt idx="34">
                <c:v>0.591225249291</c:v>
              </c:pt>
              <c:pt idx="35">
                <c:v>0.617219301685</c:v>
              </c:pt>
              <c:pt idx="36">
                <c:v>0.650507074655</c:v>
              </c:pt>
              <c:pt idx="37">
                <c:v>0.690594296327</c:v>
              </c:pt>
              <c:pt idx="38">
                <c:v>0.738011287435</c:v>
              </c:pt>
              <c:pt idx="39">
                <c:v>0.793023462024</c:v>
              </c:pt>
              <c:pt idx="40">
                <c:v>0.855576290468</c:v>
              </c:pt>
              <c:pt idx="41">
                <c:v>0.924421383263</c:v>
              </c:pt>
              <c:pt idx="42">
                <c:v>0.997102448573</c:v>
              </c:pt>
              <c:pt idx="43">
                <c:v>1.07094299549</c:v>
              </c:pt>
              <c:pt idx="44">
                <c:v>1.14385843992</c:v>
              </c:pt>
              <c:pt idx="45">
                <c:v>1.21680566269</c:v>
              </c:pt>
              <c:pt idx="46">
                <c:v>1.21680566269</c:v>
              </c:pt>
              <c:pt idx="47">
                <c:v>1.42280129046</c:v>
              </c:pt>
              <c:pt idx="48">
                <c:v>1.61499104174</c:v>
              </c:pt>
              <c:pt idx="49">
                <c:v>1.81587478118</c:v>
              </c:pt>
              <c:pt idx="50">
                <c:v>1.99771917929</c:v>
              </c:pt>
              <c:pt idx="51">
                <c:v>2.13926863051</c:v>
              </c:pt>
              <c:pt idx="52">
                <c:v>2.27820800375</c:v>
              </c:pt>
              <c:pt idx="53">
                <c:v>2.38290361056</c:v>
              </c:pt>
              <c:pt idx="54">
                <c:v>2.52060335847</c:v>
              </c:pt>
              <c:pt idx="55">
                <c:v>2.63928651557</c:v>
              </c:pt>
              <c:pt idx="56">
                <c:v>2.83223810729</c:v>
              </c:pt>
              <c:pt idx="57">
                <c:v>2.9860581424</c:v>
              </c:pt>
              <c:pt idx="58">
                <c:v>3.07803283136</c:v>
              </c:pt>
              <c:pt idx="59">
                <c:v>3.08683299457</c:v>
              </c:pt>
              <c:pt idx="60">
                <c:v>3.03811144197</c:v>
              </c:pt>
              <c:pt idx="61">
                <c:v>2.96528771999</c:v>
              </c:pt>
              <c:pt idx="62">
                <c:v>2.88375313859</c:v>
              </c:pt>
              <c:pt idx="63">
                <c:v>2.87574452819</c:v>
              </c:pt>
              <c:pt idx="64">
                <c:v>2.88570491273</c:v>
              </c:pt>
              <c:pt idx="65">
                <c:v>2.88162960623</c:v>
              </c:pt>
              <c:pt idx="66">
                <c:v>2.87599040354</c:v>
              </c:pt>
              <c:pt idx="67">
                <c:v>2.89426055834</c:v>
              </c:pt>
              <c:pt idx="68">
                <c:v>2.92912855973</c:v>
              </c:pt>
              <c:pt idx="69">
                <c:v>2.96525823238</c:v>
              </c:pt>
              <c:pt idx="70">
                <c:v>3.01629254131</c:v>
              </c:pt>
              <c:pt idx="71">
                <c:v>3.06843337422</c:v>
              </c:pt>
              <c:pt idx="72">
                <c:v>3.11962638118</c:v>
              </c:pt>
              <c:pt idx="73">
                <c:v>3.17001954416</c:v>
              </c:pt>
              <c:pt idx="74">
                <c:v>3.22290978347</c:v>
              </c:pt>
              <c:pt idx="75">
                <c:v>3.28673217356</c:v>
              </c:pt>
              <c:pt idx="76">
                <c:v>3.35139034295</c:v>
              </c:pt>
              <c:pt idx="77">
                <c:v>3.41712620993</c:v>
              </c:pt>
              <c:pt idx="78">
                <c:v>3.48359249006</c:v>
              </c:pt>
              <c:pt idx="79">
                <c:v>3.55018406213</c:v>
              </c:pt>
              <c:pt idx="80">
                <c:v>3.62849640048</c:v>
              </c:pt>
              <c:pt idx="81">
                <c:v>3.70548285777</c:v>
              </c:pt>
              <c:pt idx="82">
                <c:v>3.78061803279</c:v>
              </c:pt>
              <c:pt idx="83">
                <c:v>3.85341242583</c:v>
              </c:pt>
              <c:pt idx="84">
                <c:v>3.92365812903</c:v>
              </c:pt>
              <c:pt idx="85">
                <c:v>4.00321756014</c:v>
              </c:pt>
              <c:pt idx="86">
                <c:v>4.07832708627</c:v>
              </c:pt>
              <c:pt idx="87">
                <c:v>4.14798486526</c:v>
              </c:pt>
              <c:pt idx="88">
                <c:v>4.21139455305</c:v>
              </c:pt>
              <c:pt idx="89">
                <c:v>4.27507237188</c:v>
              </c:pt>
              <c:pt idx="90">
                <c:v>4.33798074274</c:v>
              </c:pt>
              <c:pt idx="91">
                <c:v>4.39275061505</c:v>
              </c:pt>
              <c:pt idx="92">
                <c:v>4.43956873521</c:v>
              </c:pt>
              <c:pt idx="93">
                <c:v>4.48346297101</c:v>
              </c:pt>
              <c:pt idx="94">
                <c:v>4.52931170831</c:v>
              </c:pt>
              <c:pt idx="95">
                <c:v>4.56820372771</c:v>
              </c:pt>
            </c:numLit>
          </c:yVal>
        </c:ser>
        <c:ser>
          <c:idx val="9"/>
          <c:order val="9"/>
          <c:tx>
            <c:v>Run 10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0.00659311340857</c:v>
              </c:pt>
              <c:pt idx="1">
                <c:v>0.00951482008215</c:v>
              </c:pt>
              <c:pt idx="2">
                <c:v>0.0129935996</c:v>
              </c:pt>
              <c:pt idx="3">
                <c:v>0.017060646331</c:v>
              </c:pt>
              <c:pt idx="4">
                <c:v>0.0217404066109</c:v>
              </c:pt>
              <c:pt idx="5">
                <c:v>0.027173450479</c:v>
              </c:pt>
              <c:pt idx="6">
                <c:v>0.0336852393234</c:v>
              </c:pt>
              <c:pt idx="7">
                <c:v>0.0405538822778</c:v>
              </c:pt>
              <c:pt idx="8">
                <c:v>0.0471729725753</c:v>
              </c:pt>
              <c:pt idx="9">
                <c:v>0.0554793096655</c:v>
              </c:pt>
              <c:pt idx="10">
                <c:v>0.0647390032881</c:v>
              </c:pt>
              <c:pt idx="11">
                <c:v>0.0730389545338</c:v>
              </c:pt>
              <c:pt idx="12">
                <c:v>0.0849576980493</c:v>
              </c:pt>
              <c:pt idx="13">
                <c:v>0.0987656282482</c:v>
              </c:pt>
              <c:pt idx="14">
                <c:v>0.110675410612</c:v>
              </c:pt>
              <c:pt idx="15">
                <c:v>0.120409475283</c:v>
              </c:pt>
              <c:pt idx="16">
                <c:v>0.132054011503</c:v>
              </c:pt>
              <c:pt idx="17">
                <c:v>0.149252284703</c:v>
              </c:pt>
              <c:pt idx="18">
                <c:v>0.167236909084</c:v>
              </c:pt>
              <c:pt idx="19">
                <c:v>0.178992289598</c:v>
              </c:pt>
              <c:pt idx="20">
                <c:v>0.185071311614</c:v>
              </c:pt>
              <c:pt idx="21">
                <c:v>0.190270787392</c:v>
              </c:pt>
              <c:pt idx="22">
                <c:v>0.211943635912</c:v>
              </c:pt>
              <c:pt idx="23">
                <c:v>0.255349156463</c:v>
              </c:pt>
              <c:pt idx="24">
                <c:v>0.302814852019</c:v>
              </c:pt>
              <c:pt idx="25">
                <c:v>0.355830883411</c:v>
              </c:pt>
              <c:pt idx="26">
                <c:v>0.40703094442</c:v>
              </c:pt>
              <c:pt idx="27">
                <c:v>0.452194704918</c:v>
              </c:pt>
              <c:pt idx="28">
                <c:v>0.499923679212</c:v>
              </c:pt>
              <c:pt idx="29">
                <c:v>0.536764854584</c:v>
              </c:pt>
              <c:pt idx="30">
                <c:v>0.570911284746</c:v>
              </c:pt>
              <c:pt idx="31">
                <c:v>0.603960330808</c:v>
              </c:pt>
              <c:pt idx="32">
                <c:v>0.629606029345</c:v>
              </c:pt>
              <c:pt idx="33">
                <c:v>0.652062252342</c:v>
              </c:pt>
              <c:pt idx="34">
                <c:v>0.67568599919</c:v>
              </c:pt>
              <c:pt idx="35">
                <c:v>0.70539348764</c:v>
              </c:pt>
              <c:pt idx="36">
                <c:v>0.743436656748</c:v>
              </c:pt>
              <c:pt idx="37">
                <c:v>0.789250624374</c:v>
              </c:pt>
              <c:pt idx="38">
                <c:v>0.843441471354</c:v>
              </c:pt>
              <c:pt idx="39">
                <c:v>0.906312528028</c:v>
              </c:pt>
              <c:pt idx="40">
                <c:v>0.977801474821</c:v>
              </c:pt>
              <c:pt idx="41">
                <c:v>1.05648158087</c:v>
              </c:pt>
              <c:pt idx="42">
                <c:v>1.13954565551</c:v>
              </c:pt>
              <c:pt idx="43">
                <c:v>1.22393485198</c:v>
              </c:pt>
              <c:pt idx="44">
                <c:v>1.30726678848</c:v>
              </c:pt>
              <c:pt idx="45">
                <c:v>1.39063504308</c:v>
              </c:pt>
              <c:pt idx="46">
                <c:v>1.39063504308</c:v>
              </c:pt>
              <c:pt idx="47">
                <c:v>1.62605861767</c:v>
              </c:pt>
              <c:pt idx="48">
                <c:v>1.84570404771</c:v>
              </c:pt>
              <c:pt idx="49">
                <c:v>2.0752854642</c:v>
              </c:pt>
              <c:pt idx="50">
                <c:v>2.28310763347</c:v>
              </c:pt>
              <c:pt idx="51">
                <c:v>2.44487843487</c:v>
              </c:pt>
              <c:pt idx="52">
                <c:v>2.60366629</c:v>
              </c:pt>
              <c:pt idx="53">
                <c:v>2.72331841207</c:v>
              </c:pt>
              <c:pt idx="54">
                <c:v>2.88068955254</c:v>
              </c:pt>
              <c:pt idx="55">
                <c:v>3.01632744637</c:v>
              </c:pt>
              <c:pt idx="56">
                <c:v>3.23684355119</c:v>
              </c:pt>
              <c:pt idx="57">
                <c:v>3.41263787703</c:v>
              </c:pt>
              <c:pt idx="58">
                <c:v>3.51775180727</c:v>
              </c:pt>
              <c:pt idx="59">
                <c:v>3.52780913665</c:v>
              </c:pt>
              <c:pt idx="60">
                <c:v>3.47212736225</c:v>
              </c:pt>
              <c:pt idx="61">
                <c:v>3.38890025142</c:v>
              </c:pt>
              <c:pt idx="62">
                <c:v>3.29571787268</c:v>
              </c:pt>
              <c:pt idx="63">
                <c:v>3.28656517507</c:v>
              </c:pt>
              <c:pt idx="64">
                <c:v>3.29794847169</c:v>
              </c:pt>
              <c:pt idx="65">
                <c:v>3.29329097855</c:v>
              </c:pt>
              <c:pt idx="66">
                <c:v>3.28684617547</c:v>
              </c:pt>
              <c:pt idx="67">
                <c:v>3.30772635239</c:v>
              </c:pt>
              <c:pt idx="68">
                <c:v>3.34757549683</c:v>
              </c:pt>
              <c:pt idx="69">
                <c:v>3.3888665513</c:v>
              </c:pt>
              <c:pt idx="70">
                <c:v>3.44719147579</c:v>
              </c:pt>
              <c:pt idx="71">
                <c:v>3.50678099911</c:v>
              </c:pt>
              <c:pt idx="72">
                <c:v>3.56528729278</c:v>
              </c:pt>
              <c:pt idx="73">
                <c:v>3.62287947904</c:v>
              </c:pt>
              <c:pt idx="74">
                <c:v>3.68332546682</c:v>
              </c:pt>
              <c:pt idx="75">
                <c:v>3.75626534121</c:v>
              </c:pt>
              <c:pt idx="76">
                <c:v>3.83016039195</c:v>
              </c:pt>
              <c:pt idx="77">
                <c:v>3.90528709706</c:v>
              </c:pt>
              <c:pt idx="78">
                <c:v>3.98124856006</c:v>
              </c:pt>
              <c:pt idx="79">
                <c:v>4.05735321386</c:v>
              </c:pt>
              <c:pt idx="80">
                <c:v>4.14685302912</c:v>
              </c:pt>
              <c:pt idx="81">
                <c:v>4.23483755174</c:v>
              </c:pt>
              <c:pt idx="82">
                <c:v>4.32070632319</c:v>
              </c:pt>
              <c:pt idx="83">
                <c:v>4.40389991523</c:v>
              </c:pt>
              <c:pt idx="84">
                <c:v>4.48418071889</c:v>
              </c:pt>
              <c:pt idx="85">
                <c:v>4.57510578301</c:v>
              </c:pt>
              <c:pt idx="86">
                <c:v>4.66094524145</c:v>
              </c:pt>
              <c:pt idx="87">
                <c:v>4.74055413172</c:v>
              </c:pt>
              <c:pt idx="88">
                <c:v>4.81302234634</c:v>
              </c:pt>
              <c:pt idx="89">
                <c:v>4.88579699643</c:v>
              </c:pt>
              <c:pt idx="90">
                <c:v>4.95769227742</c:v>
              </c:pt>
              <c:pt idx="91">
                <c:v>5.0202864172</c:v>
              </c:pt>
              <c:pt idx="92">
                <c:v>5.07379284024</c:v>
              </c:pt>
              <c:pt idx="93">
                <c:v>5.12395768115</c:v>
              </c:pt>
              <c:pt idx="94">
                <c:v>5.17635623806</c:v>
              </c:pt>
              <c:pt idx="95">
                <c:v>5.22080426024</c:v>
              </c:pt>
            </c:numLit>
          </c:yVal>
        </c:ser>
        <c:ser>
          <c:idx val="10"/>
          <c:order val="10"/>
          <c:tx>
            <c:v>Run 11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0.00482401947758</c:v>
              </c:pt>
              <c:pt idx="1">
                <c:v>0.0069578624642</c:v>
              </c:pt>
              <c:pt idx="2">
                <c:v>0.00958079693635</c:v>
              </c:pt>
              <c:pt idx="3">
                <c:v>0.0126302700764</c:v>
              </c:pt>
              <c:pt idx="4">
                <c:v>0.0163576367307</c:v>
              </c:pt>
              <c:pt idx="5">
                <c:v>0.0206431503977</c:v>
              </c:pt>
              <c:pt idx="6">
                <c:v>0.0263873077755</c:v>
              </c:pt>
              <c:pt idx="7">
                <c:v>0.0328967115556</c:v>
              </c:pt>
              <c:pt idx="8">
                <c:v>0.0395762985926</c:v>
              </c:pt>
              <c:pt idx="9">
                <c:v>0.0474339247831</c:v>
              </c:pt>
              <c:pt idx="10">
                <c:v>0.0575931236697</c:v>
              </c:pt>
              <c:pt idx="11">
                <c:v>0.067103834947</c:v>
              </c:pt>
              <c:pt idx="12">
                <c:v>0.0758896558875</c:v>
              </c:pt>
              <c:pt idx="13">
                <c:v>0.0847278611925</c:v>
              </c:pt>
              <c:pt idx="14">
                <c:v>0.0888075172786</c:v>
              </c:pt>
              <c:pt idx="15">
                <c:v>0.100678190851</c:v>
              </c:pt>
              <c:pt idx="16">
                <c:v>0.117963673598</c:v>
              </c:pt>
              <c:pt idx="17">
                <c:v>0.120079186551</c:v>
              </c:pt>
              <c:pt idx="18">
                <c:v>0.126862339351</c:v>
              </c:pt>
              <c:pt idx="19">
                <c:v>0.135421088949</c:v>
              </c:pt>
              <c:pt idx="20">
                <c:v>0.159354050542</c:v>
              </c:pt>
              <c:pt idx="21">
                <c:v>0.177898933385</c:v>
              </c:pt>
              <c:pt idx="22">
                <c:v>0.192366134718</c:v>
              </c:pt>
              <c:pt idx="23">
                <c:v>0.198702771212</c:v>
              </c:pt>
              <c:pt idx="24">
                <c:v>0.21558544949</c:v>
              </c:pt>
              <c:pt idx="25">
                <c:v>0.23733600816</c:v>
              </c:pt>
              <c:pt idx="26">
                <c:v>0.262787088893</c:v>
              </c:pt>
              <c:pt idx="27">
                <c:v>0.270537432616</c:v>
              </c:pt>
              <c:pt idx="28">
                <c:v>0.264877151382</c:v>
              </c:pt>
              <c:pt idx="29">
                <c:v>0.269474621209</c:v>
              </c:pt>
              <c:pt idx="30">
                <c:v>0.295740130649</c:v>
              </c:pt>
              <c:pt idx="31">
                <c:v>0.335583892888</c:v>
              </c:pt>
              <c:pt idx="32">
                <c:v>0.378309290632</c:v>
              </c:pt>
              <c:pt idx="33">
                <c:v>0.43714118455</c:v>
              </c:pt>
              <c:pt idx="34">
                <c:v>0.494227533049</c:v>
              </c:pt>
              <c:pt idx="35">
                <c:v>0.521809426191</c:v>
              </c:pt>
              <c:pt idx="36">
                <c:v>0.545140477775</c:v>
              </c:pt>
              <c:pt idx="37">
                <c:v>0.556179993233</c:v>
              </c:pt>
              <c:pt idx="38">
                <c:v>0.574821721512</c:v>
              </c:pt>
              <c:pt idx="39">
                <c:v>0.577666267014</c:v>
              </c:pt>
              <c:pt idx="40">
                <c:v>0.57568139296</c:v>
              </c:pt>
              <c:pt idx="41">
                <c:v>0.624270698719</c:v>
              </c:pt>
              <c:pt idx="42">
                <c:v>0.656880225948</c:v>
              </c:pt>
              <c:pt idx="43">
                <c:v>0.733818280355</c:v>
              </c:pt>
              <c:pt idx="44">
                <c:v>0.800487295489</c:v>
              </c:pt>
              <c:pt idx="45">
                <c:v>0.832866107776</c:v>
              </c:pt>
              <c:pt idx="46">
                <c:v>0.832866107776</c:v>
              </c:pt>
              <c:pt idx="47">
                <c:v>0.974928218439</c:v>
              </c:pt>
              <c:pt idx="48">
                <c:v>1.04952138764</c:v>
              </c:pt>
              <c:pt idx="49">
                <c:v>1.17644119464</c:v>
              </c:pt>
              <c:pt idx="50">
                <c:v>1.35253019855</c:v>
              </c:pt>
              <c:pt idx="51">
                <c:v>1.68014405497</c:v>
              </c:pt>
              <c:pt idx="52">
                <c:v>1.9298279466</c:v>
              </c:pt>
              <c:pt idx="53">
                <c:v>2.01999613745</c:v>
              </c:pt>
              <c:pt idx="54">
                <c:v>1.86746152563</c:v>
              </c:pt>
              <c:pt idx="55">
                <c:v>2.01103992935</c:v>
              </c:pt>
              <c:pt idx="56">
                <c:v>2.08100422756</c:v>
              </c:pt>
              <c:pt idx="57">
                <c:v>1.94981743612</c:v>
              </c:pt>
              <c:pt idx="58">
                <c:v>2.01265863072</c:v>
              </c:pt>
              <c:pt idx="59">
                <c:v>2.57443297821</c:v>
              </c:pt>
              <c:pt idx="60">
                <c:v>3.04163662077</c:v>
              </c:pt>
              <c:pt idx="61">
                <c:v>3.20444925405</c:v>
              </c:pt>
              <c:pt idx="62">
                <c:v>3.17740830128</c:v>
              </c:pt>
              <c:pt idx="63">
                <c:v>3.16729354886</c:v>
              </c:pt>
              <c:pt idx="64">
                <c:v>3.11648353976</c:v>
              </c:pt>
              <c:pt idx="65">
                <c:v>3.13741361929</c:v>
              </c:pt>
              <c:pt idx="66">
                <c:v>3.40095395327</c:v>
              </c:pt>
              <c:pt idx="67">
                <c:v>3.63917648876</c:v>
              </c:pt>
              <c:pt idx="68">
                <c:v>3.81439022786</c:v>
              </c:pt>
              <c:pt idx="69">
                <c:v>3.97370003846</c:v>
              </c:pt>
              <c:pt idx="70">
                <c:v>4.19127297019</c:v>
              </c:pt>
              <c:pt idx="71">
                <c:v>4.52950676715</c:v>
              </c:pt>
              <c:pt idx="72">
                <c:v>5.03536099675</c:v>
              </c:pt>
              <c:pt idx="73">
                <c:v>5.62681063297</c:v>
              </c:pt>
              <c:pt idx="74">
                <c:v>6.25899333367</c:v>
              </c:pt>
              <c:pt idx="75">
                <c:v>6.82290226582</c:v>
              </c:pt>
              <c:pt idx="76">
                <c:v>7.27406308352</c:v>
              </c:pt>
              <c:pt idx="77">
                <c:v>7.57862879099</c:v>
              </c:pt>
              <c:pt idx="78">
                <c:v>7.71395473835</c:v>
              </c:pt>
              <c:pt idx="79">
                <c:v>7.69855276533</c:v>
              </c:pt>
              <c:pt idx="80">
                <c:v>7.58347836315</c:v>
              </c:pt>
              <c:pt idx="81">
                <c:v>7.42494122873</c:v>
              </c:pt>
              <c:pt idx="82">
                <c:v>7.29199811281</c:v>
              </c:pt>
              <c:pt idx="83">
                <c:v>7.23265608875</c:v>
              </c:pt>
              <c:pt idx="84">
                <c:v>7.26219391969</c:v>
              </c:pt>
              <c:pt idx="85">
                <c:v>7.36965699759</c:v>
              </c:pt>
              <c:pt idx="86">
                <c:v>7.52552708583</c:v>
              </c:pt>
              <c:pt idx="87">
                <c:v>7.69468862628</c:v>
              </c:pt>
              <c:pt idx="88">
                <c:v>7.90866563923</c:v>
              </c:pt>
              <c:pt idx="89">
                <c:v>8.3778867825</c:v>
              </c:pt>
              <c:pt idx="90">
                <c:v>8.53113761357</c:v>
              </c:pt>
              <c:pt idx="91">
                <c:v>8.38905120403</c:v>
              </c:pt>
              <c:pt idx="92">
                <c:v>8.48200466873</c:v>
              </c:pt>
              <c:pt idx="93">
                <c:v>8.53745008376</c:v>
              </c:pt>
              <c:pt idx="94">
                <c:v>8.55595846237</c:v>
              </c:pt>
              <c:pt idx="95">
                <c:v>8.55612310639</c:v>
              </c:pt>
            </c:numLit>
          </c:yVal>
        </c:ser>
        <c:ser>
          <c:idx val="11"/>
          <c:order val="11"/>
          <c:tx>
            <c:v>Run 12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0.00741725258464</c:v>
              </c:pt>
              <c:pt idx="1">
                <c:v>0.0107041725924</c:v>
              </c:pt>
              <c:pt idx="2">
                <c:v>0.0146177995499</c:v>
              </c:pt>
              <c:pt idx="3">
                <c:v>0.0191932271223</c:v>
              </c:pt>
              <c:pt idx="4">
                <c:v>0.0244579574373</c:v>
              </c:pt>
              <c:pt idx="5">
                <c:v>0.0305701317889</c:v>
              </c:pt>
              <c:pt idx="6">
                <c:v>0.0378958942388</c:v>
              </c:pt>
              <c:pt idx="7">
                <c:v>0.0456231175625</c:v>
              </c:pt>
              <c:pt idx="8">
                <c:v>0.0530695941473</c:v>
              </c:pt>
              <c:pt idx="9">
                <c:v>0.0624142233737</c:v>
              </c:pt>
              <c:pt idx="10">
                <c:v>0.0728313786992</c:v>
              </c:pt>
              <c:pt idx="11">
                <c:v>0.0821688238505</c:v>
              </c:pt>
              <c:pt idx="12">
                <c:v>0.0955774103055</c:v>
              </c:pt>
              <c:pt idx="13">
                <c:v>0.111111331779</c:v>
              </c:pt>
              <c:pt idx="14">
                <c:v>0.124509836939</c:v>
              </c:pt>
              <c:pt idx="15">
                <c:v>0.135460659693</c:v>
              </c:pt>
              <c:pt idx="16">
                <c:v>0.148560762941</c:v>
              </c:pt>
              <c:pt idx="17">
                <c:v>0.167908820291</c:v>
              </c:pt>
              <c:pt idx="18">
                <c:v>0.188141522719</c:v>
              </c:pt>
              <c:pt idx="19">
                <c:v>0.201366325797</c:v>
              </c:pt>
              <c:pt idx="20">
                <c:v>0.208205225566</c:v>
              </c:pt>
              <c:pt idx="21">
                <c:v>0.214054635816</c:v>
              </c:pt>
              <c:pt idx="22">
                <c:v>0.238436590401</c:v>
              </c:pt>
              <c:pt idx="23">
                <c:v>0.28726780102</c:v>
              </c:pt>
              <c:pt idx="24">
                <c:v>0.340666708522</c:v>
              </c:pt>
              <c:pt idx="25">
                <c:v>0.400309743837</c:v>
              </c:pt>
              <c:pt idx="26">
                <c:v>0.457909812472</c:v>
              </c:pt>
              <c:pt idx="27">
                <c:v>0.508719043033</c:v>
              </c:pt>
              <c:pt idx="28">
                <c:v>0.562414139114</c:v>
              </c:pt>
              <c:pt idx="29">
                <c:v>0.603860461408</c:v>
              </c:pt>
              <c:pt idx="30">
                <c:v>0.642275195339</c:v>
              </c:pt>
              <c:pt idx="31">
                <c:v>0.679455372159</c:v>
              </c:pt>
              <c:pt idx="32">
                <c:v>0.708306783014</c:v>
              </c:pt>
              <c:pt idx="33">
                <c:v>0.733570033884</c:v>
              </c:pt>
              <c:pt idx="34">
                <c:v>0.760146749088</c:v>
              </c:pt>
              <c:pt idx="35">
                <c:v>0.793567673595</c:v>
              </c:pt>
              <c:pt idx="36">
                <c:v>0.836366238842</c:v>
              </c:pt>
              <c:pt idx="37">
                <c:v>0.88790695242</c:v>
              </c:pt>
              <c:pt idx="38">
                <c:v>0.948871655274</c:v>
              </c:pt>
              <c:pt idx="39">
                <c:v>1.01960159403</c:v>
              </c:pt>
              <c:pt idx="40">
                <c:v>1.10002665917</c:v>
              </c:pt>
              <c:pt idx="41">
                <c:v>1.18854177848</c:v>
              </c:pt>
              <c:pt idx="42">
                <c:v>1.28198886245</c:v>
              </c:pt>
              <c:pt idx="43">
                <c:v>1.37692670848</c:v>
              </c:pt>
              <c:pt idx="44">
                <c:v>1.47067513704</c:v>
              </c:pt>
              <c:pt idx="45">
                <c:v>1.56446442346</c:v>
              </c:pt>
              <c:pt idx="46">
                <c:v>1.56446442346</c:v>
              </c:pt>
              <c:pt idx="47">
                <c:v>1.82931594488</c:v>
              </c:pt>
              <c:pt idx="48">
                <c:v>2.07641705367</c:v>
              </c:pt>
              <c:pt idx="49">
                <c:v>2.33469614723</c:v>
              </c:pt>
              <c:pt idx="50">
                <c:v>2.56849608766</c:v>
              </c:pt>
              <c:pt idx="51">
                <c:v>2.75048823923</c:v>
              </c:pt>
              <c:pt idx="52">
                <c:v>2.92912457625</c:v>
              </c:pt>
              <c:pt idx="53">
                <c:v>3.06373321358</c:v>
              </c:pt>
              <c:pt idx="54">
                <c:v>3.2407757466</c:v>
              </c:pt>
              <c:pt idx="55">
                <c:v>3.39336837717</c:v>
              </c:pt>
              <c:pt idx="56">
                <c:v>3.64144899509</c:v>
              </c:pt>
              <c:pt idx="57">
                <c:v>3.83921761166</c:v>
              </c:pt>
              <c:pt idx="58">
                <c:v>3.95747078318</c:v>
              </c:pt>
              <c:pt idx="59">
                <c:v>3.96878527873</c:v>
              </c:pt>
              <c:pt idx="60">
                <c:v>3.90614328253</c:v>
              </c:pt>
              <c:pt idx="61">
                <c:v>3.81251278284</c:v>
              </c:pt>
              <c:pt idx="62">
                <c:v>3.70768260676</c:v>
              </c:pt>
              <c:pt idx="63">
                <c:v>3.69738582196</c:v>
              </c:pt>
              <c:pt idx="64">
                <c:v>3.71019203066</c:v>
              </c:pt>
              <c:pt idx="65">
                <c:v>3.70495235087</c:v>
              </c:pt>
              <c:pt idx="66">
                <c:v>3.69770194741</c:v>
              </c:pt>
              <c:pt idx="67">
                <c:v>3.72119214644</c:v>
              </c:pt>
              <c:pt idx="68">
                <c:v>3.76602243394</c:v>
              </c:pt>
              <c:pt idx="69">
                <c:v>3.81247487021</c:v>
              </c:pt>
              <c:pt idx="70">
                <c:v>3.87809041026</c:v>
              </c:pt>
              <c:pt idx="71">
                <c:v>3.945128624</c:v>
              </c:pt>
              <c:pt idx="72">
                <c:v>4.01094820437</c:v>
              </c:pt>
              <c:pt idx="73">
                <c:v>4.07573941392</c:v>
              </c:pt>
              <c:pt idx="74">
                <c:v>4.14374115017</c:v>
              </c:pt>
              <c:pt idx="75">
                <c:v>4.22579850886</c:v>
              </c:pt>
              <c:pt idx="76">
                <c:v>4.30893044094</c:v>
              </c:pt>
              <c:pt idx="77">
                <c:v>4.39344798419</c:v>
              </c:pt>
              <c:pt idx="78">
                <c:v>4.47890463007</c:v>
              </c:pt>
              <c:pt idx="79">
                <c:v>4.5645223656</c:v>
              </c:pt>
              <c:pt idx="80">
                <c:v>4.66520965776</c:v>
              </c:pt>
              <c:pt idx="81">
                <c:v>4.76419224571</c:v>
              </c:pt>
              <c:pt idx="82">
                <c:v>4.86079461358</c:v>
              </c:pt>
              <c:pt idx="83">
                <c:v>4.95438740464</c:v>
              </c:pt>
              <c:pt idx="84">
                <c:v>5.04470330876</c:v>
              </c:pt>
              <c:pt idx="85">
                <c:v>5.14699400589</c:v>
              </c:pt>
              <c:pt idx="86">
                <c:v>5.24356339663</c:v>
              </c:pt>
              <c:pt idx="87">
                <c:v>5.33312339819</c:v>
              </c:pt>
              <c:pt idx="88">
                <c:v>5.41465013964</c:v>
              </c:pt>
              <c:pt idx="89">
                <c:v>5.49652162098</c:v>
              </c:pt>
              <c:pt idx="90">
                <c:v>5.57740381209</c:v>
              </c:pt>
              <c:pt idx="91">
                <c:v>5.64782221935</c:v>
              </c:pt>
              <c:pt idx="92">
                <c:v>5.70801694527</c:v>
              </c:pt>
              <c:pt idx="93">
                <c:v>5.7644523913</c:v>
              </c:pt>
              <c:pt idx="94">
                <c:v>5.82340076782</c:v>
              </c:pt>
              <c:pt idx="95">
                <c:v>5.87340479277</c:v>
              </c:pt>
            </c:numLit>
          </c:yVal>
        </c:ser>
        <c:ser>
          <c:idx val="12"/>
          <c:order val="12"/>
          <c:tx>
            <c:v>Run 13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0.00824139176071</c:v>
              </c:pt>
              <c:pt idx="1">
                <c:v>0.0118935251027</c:v>
              </c:pt>
              <c:pt idx="2">
                <c:v>0.0162419994999</c:v>
              </c:pt>
              <c:pt idx="3">
                <c:v>0.0213258079137</c:v>
              </c:pt>
              <c:pt idx="4">
                <c:v>0.0271755082637</c:v>
              </c:pt>
              <c:pt idx="5">
                <c:v>0.0339668130988</c:v>
              </c:pt>
              <c:pt idx="6">
                <c:v>0.0421065491542</c:v>
              </c:pt>
              <c:pt idx="7">
                <c:v>0.0506923528472</c:v>
              </c:pt>
              <c:pt idx="8">
                <c:v>0.0589662157192</c:v>
              </c:pt>
              <c:pt idx="9">
                <c:v>0.0693491370819</c:v>
              </c:pt>
              <c:pt idx="10">
                <c:v>0.0809237541102</c:v>
              </c:pt>
              <c:pt idx="11">
                <c:v>0.0912986931672</c:v>
              </c:pt>
              <c:pt idx="12">
                <c:v>0.106197122562</c:v>
              </c:pt>
              <c:pt idx="13">
                <c:v>0.12345703531</c:v>
              </c:pt>
              <c:pt idx="14">
                <c:v>0.138344263265</c:v>
              </c:pt>
              <c:pt idx="15">
                <c:v>0.150511844104</c:v>
              </c:pt>
              <c:pt idx="16">
                <c:v>0.165067514379</c:v>
              </c:pt>
              <c:pt idx="17">
                <c:v>0.186565355879</c:v>
              </c:pt>
              <c:pt idx="18">
                <c:v>0.209046136354</c:v>
              </c:pt>
              <c:pt idx="19">
                <c:v>0.223740361997</c:v>
              </c:pt>
              <c:pt idx="20">
                <c:v>0.231339139518</c:v>
              </c:pt>
              <c:pt idx="21">
                <c:v>0.23783848424</c:v>
              </c:pt>
              <c:pt idx="22">
                <c:v>0.26492954489</c:v>
              </c:pt>
              <c:pt idx="23">
                <c:v>0.319186445578</c:v>
              </c:pt>
              <c:pt idx="24">
                <c:v>0.378518565024</c:v>
              </c:pt>
              <c:pt idx="25">
                <c:v>0.444788604263</c:v>
              </c:pt>
              <c:pt idx="26">
                <c:v>0.508788680525</c:v>
              </c:pt>
              <c:pt idx="27">
                <c:v>0.565243381147</c:v>
              </c:pt>
              <c:pt idx="28">
                <c:v>0.624904599015</c:v>
              </c:pt>
              <c:pt idx="29">
                <c:v>0.670956068231</c:v>
              </c:pt>
              <c:pt idx="30">
                <c:v>0.713639105933</c:v>
              </c:pt>
              <c:pt idx="31">
                <c:v>0.75495041351</c:v>
              </c:pt>
              <c:pt idx="32">
                <c:v>0.787007536682</c:v>
              </c:pt>
              <c:pt idx="33">
                <c:v>0.815077815427</c:v>
              </c:pt>
              <c:pt idx="34">
                <c:v>0.844607498987</c:v>
              </c:pt>
              <c:pt idx="35">
                <c:v>0.88174185955</c:v>
              </c:pt>
              <c:pt idx="36">
                <c:v>0.929295820936</c:v>
              </c:pt>
              <c:pt idx="37">
                <c:v>0.986563280467</c:v>
              </c:pt>
              <c:pt idx="38">
                <c:v>1.05430183919</c:v>
              </c:pt>
              <c:pt idx="39">
                <c:v>1.13289066003</c:v>
              </c:pt>
              <c:pt idx="40">
                <c:v>1.22225184353</c:v>
              </c:pt>
              <c:pt idx="41">
                <c:v>1.32060197609</c:v>
              </c:pt>
              <c:pt idx="42">
                <c:v>1.42443206939</c:v>
              </c:pt>
              <c:pt idx="43">
                <c:v>1.52991856498</c:v>
              </c:pt>
              <c:pt idx="44">
                <c:v>1.6340834856</c:v>
              </c:pt>
              <c:pt idx="45">
                <c:v>1.73829380385</c:v>
              </c:pt>
              <c:pt idx="46">
                <c:v>1.73829380385</c:v>
              </c:pt>
              <c:pt idx="47">
                <c:v>2.03257327209</c:v>
              </c:pt>
              <c:pt idx="48">
                <c:v>2.30713005964</c:v>
              </c:pt>
              <c:pt idx="49">
                <c:v>2.59410683026</c:v>
              </c:pt>
              <c:pt idx="50">
                <c:v>2.85388454184</c:v>
              </c:pt>
              <c:pt idx="51">
                <c:v>3.05609804358</c:v>
              </c:pt>
              <c:pt idx="52">
                <c:v>3.2545828625</c:v>
              </c:pt>
              <c:pt idx="53">
                <c:v>3.40414801509</c:v>
              </c:pt>
              <c:pt idx="54">
                <c:v>3.60086194067</c:v>
              </c:pt>
              <c:pt idx="55">
                <c:v>3.77040930796</c:v>
              </c:pt>
              <c:pt idx="56">
                <c:v>4.04605443899</c:v>
              </c:pt>
              <c:pt idx="57">
                <c:v>4.26579734628</c:v>
              </c:pt>
              <c:pt idx="58">
                <c:v>4.39718975909</c:v>
              </c:pt>
              <c:pt idx="59">
                <c:v>4.40976142081</c:v>
              </c:pt>
              <c:pt idx="60">
                <c:v>4.34015920281</c:v>
              </c:pt>
              <c:pt idx="61">
                <c:v>4.23612531427</c:v>
              </c:pt>
              <c:pt idx="62">
                <c:v>4.11964734085</c:v>
              </c:pt>
              <c:pt idx="63">
                <c:v>4.10820646884</c:v>
              </c:pt>
              <c:pt idx="64">
                <c:v>4.12243558962</c:v>
              </c:pt>
              <c:pt idx="65">
                <c:v>4.11661372319</c:v>
              </c:pt>
              <c:pt idx="66">
                <c:v>4.10855771934</c:v>
              </c:pt>
              <c:pt idx="67">
                <c:v>4.13465794049</c:v>
              </c:pt>
              <c:pt idx="68">
                <c:v>4.18446937104</c:v>
              </c:pt>
              <c:pt idx="69">
                <c:v>4.23608318912</c:v>
              </c:pt>
              <c:pt idx="70">
                <c:v>4.30898934473</c:v>
              </c:pt>
              <c:pt idx="71">
                <c:v>4.38347624888</c:v>
              </c:pt>
              <c:pt idx="72">
                <c:v>4.45660911597</c:v>
              </c:pt>
              <c:pt idx="73">
                <c:v>4.5285993488</c:v>
              </c:pt>
              <c:pt idx="74">
                <c:v>4.60415683353</c:v>
              </c:pt>
              <c:pt idx="75">
                <c:v>4.69533167651</c:v>
              </c:pt>
              <c:pt idx="76">
                <c:v>4.78770048993</c:v>
              </c:pt>
              <c:pt idx="77">
                <c:v>4.88160887132</c:v>
              </c:pt>
              <c:pt idx="78">
                <c:v>4.97656070008</c:v>
              </c:pt>
              <c:pt idx="79">
                <c:v>5.07169151733</c:v>
              </c:pt>
              <c:pt idx="80">
                <c:v>5.1835662864</c:v>
              </c:pt>
              <c:pt idx="81">
                <c:v>5.29354693967</c:v>
              </c:pt>
              <c:pt idx="82">
                <c:v>5.40088290398</c:v>
              </c:pt>
              <c:pt idx="83">
                <c:v>5.50487489404</c:v>
              </c:pt>
              <c:pt idx="84">
                <c:v>5.60522589862</c:v>
              </c:pt>
              <c:pt idx="85">
                <c:v>5.71888222876</c:v>
              </c:pt>
              <c:pt idx="86">
                <c:v>5.82618155182</c:v>
              </c:pt>
              <c:pt idx="87">
                <c:v>5.92569266465</c:v>
              </c:pt>
              <c:pt idx="88">
                <c:v>6.01627793293</c:v>
              </c:pt>
              <c:pt idx="89">
                <c:v>6.10724624554</c:v>
              </c:pt>
              <c:pt idx="90">
                <c:v>6.19711534677</c:v>
              </c:pt>
              <c:pt idx="91">
                <c:v>6.2753580215</c:v>
              </c:pt>
              <c:pt idx="92">
                <c:v>6.3422410503</c:v>
              </c:pt>
              <c:pt idx="93">
                <c:v>6.40494710144</c:v>
              </c:pt>
              <c:pt idx="94">
                <c:v>6.47044529758</c:v>
              </c:pt>
              <c:pt idx="95">
                <c:v>6.5260053253</c:v>
              </c:pt>
            </c:numLit>
          </c:yVal>
        </c:ser>
        <c:ser>
          <c:idx val="13"/>
          <c:order val="13"/>
          <c:tx>
            <c:v>Run 14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0.00906553093678</c:v>
              </c:pt>
              <c:pt idx="1">
                <c:v>0.013082877613</c:v>
              </c:pt>
              <c:pt idx="2">
                <c:v>0.0178661994499</c:v>
              </c:pt>
              <c:pt idx="3">
                <c:v>0.0234583887051</c:v>
              </c:pt>
              <c:pt idx="4">
                <c:v>0.02989305909</c:v>
              </c:pt>
              <c:pt idx="5">
                <c:v>0.0373634944086</c:v>
              </c:pt>
              <c:pt idx="6">
                <c:v>0.0463172040696</c:v>
              </c:pt>
              <c:pt idx="7">
                <c:v>0.055761588132</c:v>
              </c:pt>
              <c:pt idx="8">
                <c:v>0.0648628372911</c:v>
              </c:pt>
              <c:pt idx="9">
                <c:v>0.0762840507901</c:v>
              </c:pt>
              <c:pt idx="10">
                <c:v>0.0890161295212</c:v>
              </c:pt>
              <c:pt idx="11">
                <c:v>0.100428562484</c:v>
              </c:pt>
              <c:pt idx="12">
                <c:v>0.116816834818</c:v>
              </c:pt>
              <c:pt idx="13">
                <c:v>0.135802738841</c:v>
              </c:pt>
              <c:pt idx="14">
                <c:v>0.152178689592</c:v>
              </c:pt>
              <c:pt idx="15">
                <c:v>0.165563028514</c:v>
              </c:pt>
              <c:pt idx="16">
                <c:v>0.181574265817</c:v>
              </c:pt>
              <c:pt idx="17">
                <c:v>0.205221891467</c:v>
              </c:pt>
              <c:pt idx="18">
                <c:v>0.22995074999</c:v>
              </c:pt>
              <c:pt idx="19">
                <c:v>0.246114398197</c:v>
              </c:pt>
              <c:pt idx="20">
                <c:v>0.25447305347</c:v>
              </c:pt>
              <c:pt idx="21">
                <c:v>0.261622332664</c:v>
              </c:pt>
              <c:pt idx="22">
                <c:v>0.291422499379</c:v>
              </c:pt>
              <c:pt idx="23">
                <c:v>0.351105090136</c:v>
              </c:pt>
              <c:pt idx="24">
                <c:v>0.416370421527</c:v>
              </c:pt>
              <c:pt idx="25">
                <c:v>0.48926746469</c:v>
              </c:pt>
              <c:pt idx="26">
                <c:v>0.559667548577</c:v>
              </c:pt>
              <c:pt idx="27">
                <c:v>0.621767719262</c:v>
              </c:pt>
              <c:pt idx="28">
                <c:v>0.687395058917</c:v>
              </c:pt>
              <c:pt idx="29">
                <c:v>0.738051675054</c:v>
              </c:pt>
              <c:pt idx="30">
                <c:v>0.785003016526</c:v>
              </c:pt>
              <c:pt idx="31">
                <c:v>0.830445454861</c:v>
              </c:pt>
              <c:pt idx="32">
                <c:v>0.86570829035</c:v>
              </c:pt>
              <c:pt idx="33">
                <c:v>0.89658559697</c:v>
              </c:pt>
              <c:pt idx="34">
                <c:v>0.929068248886</c:v>
              </c:pt>
              <c:pt idx="35">
                <c:v>0.969916045505</c:v>
              </c:pt>
              <c:pt idx="36">
                <c:v>1.02222540303</c:v>
              </c:pt>
              <c:pt idx="37">
                <c:v>1.08521960851</c:v>
              </c:pt>
              <c:pt idx="38">
                <c:v>1.15973202311</c:v>
              </c:pt>
              <c:pt idx="39">
                <c:v>1.24617972604</c:v>
              </c:pt>
              <c:pt idx="40">
                <c:v>1.34447702788</c:v>
              </c:pt>
              <c:pt idx="41">
                <c:v>1.4526621737</c:v>
              </c:pt>
              <c:pt idx="42">
                <c:v>1.56687527633</c:v>
              </c:pt>
              <c:pt idx="43">
                <c:v>1.68291042148</c:v>
              </c:pt>
              <c:pt idx="44">
                <c:v>1.79749183416</c:v>
              </c:pt>
              <c:pt idx="45">
                <c:v>1.91212318423</c:v>
              </c:pt>
              <c:pt idx="46">
                <c:v>1.91212318423</c:v>
              </c:pt>
              <c:pt idx="47">
                <c:v>2.2358305993</c:v>
              </c:pt>
              <c:pt idx="48">
                <c:v>2.5378430656</c:v>
              </c:pt>
              <c:pt idx="49">
                <c:v>2.85351751328</c:v>
              </c:pt>
              <c:pt idx="50">
                <c:v>3.13927299602</c:v>
              </c:pt>
              <c:pt idx="51">
                <c:v>3.36170784794</c:v>
              </c:pt>
              <c:pt idx="52">
                <c:v>3.58004114875</c:v>
              </c:pt>
              <c:pt idx="53">
                <c:v>3.74456281659</c:v>
              </c:pt>
              <c:pt idx="54">
                <c:v>3.96094813474</c:v>
              </c:pt>
              <c:pt idx="55">
                <c:v>4.14745023876</c:v>
              </c:pt>
              <c:pt idx="56">
                <c:v>4.45065988289</c:v>
              </c:pt>
              <c:pt idx="57">
                <c:v>4.69237708091</c:v>
              </c:pt>
              <c:pt idx="58">
                <c:v>4.836908735</c:v>
              </c:pt>
              <c:pt idx="59">
                <c:v>4.85073756289</c:v>
              </c:pt>
              <c:pt idx="60">
                <c:v>4.77417512309</c:v>
              </c:pt>
              <c:pt idx="61">
                <c:v>4.6597378457</c:v>
              </c:pt>
              <c:pt idx="62">
                <c:v>4.53161207493</c:v>
              </c:pt>
              <c:pt idx="63">
                <c:v>4.51902711573</c:v>
              </c:pt>
              <c:pt idx="64">
                <c:v>4.53467914858</c:v>
              </c:pt>
              <c:pt idx="65">
                <c:v>4.52827509551</c:v>
              </c:pt>
              <c:pt idx="66">
                <c:v>4.51941349127</c:v>
              </c:pt>
              <c:pt idx="67">
                <c:v>4.54812373454</c:v>
              </c:pt>
              <c:pt idx="68">
                <c:v>4.60291630814</c:v>
              </c:pt>
              <c:pt idx="69">
                <c:v>4.65969150803</c:v>
              </c:pt>
              <c:pt idx="70">
                <c:v>4.73988827921</c:v>
              </c:pt>
              <c:pt idx="71">
                <c:v>4.82182387377</c:v>
              </c:pt>
              <c:pt idx="72">
                <c:v>4.90227002757</c:v>
              </c:pt>
              <c:pt idx="73">
                <c:v>4.98145928368</c:v>
              </c:pt>
              <c:pt idx="74">
                <c:v>5.06457251688</c:v>
              </c:pt>
              <c:pt idx="75">
                <c:v>5.16486484417</c:v>
              </c:pt>
              <c:pt idx="76">
                <c:v>5.26647053893</c:v>
              </c:pt>
              <c:pt idx="77">
                <c:v>5.36976975846</c:v>
              </c:pt>
              <c:pt idx="78">
                <c:v>5.47421677009</c:v>
              </c:pt>
              <c:pt idx="79">
                <c:v>5.57886066906</c:v>
              </c:pt>
              <c:pt idx="80">
                <c:v>5.70192291504</c:v>
              </c:pt>
              <c:pt idx="81">
                <c:v>5.82290163364</c:v>
              </c:pt>
              <c:pt idx="82">
                <c:v>5.94097119438</c:v>
              </c:pt>
              <c:pt idx="83">
                <c:v>6.05536238345</c:v>
              </c:pt>
              <c:pt idx="84">
                <c:v>6.16574848848</c:v>
              </c:pt>
              <c:pt idx="85">
                <c:v>6.29077045164</c:v>
              </c:pt>
              <c:pt idx="86">
                <c:v>6.408799707</c:v>
              </c:pt>
              <c:pt idx="87">
                <c:v>6.51826193112</c:v>
              </c:pt>
              <c:pt idx="88">
                <c:v>6.61790572622</c:v>
              </c:pt>
              <c:pt idx="89">
                <c:v>6.71797087009</c:v>
              </c:pt>
              <c:pt idx="90">
                <c:v>6.81682688145</c:v>
              </c:pt>
              <c:pt idx="91">
                <c:v>6.90289382365</c:v>
              </c:pt>
              <c:pt idx="92">
                <c:v>6.97646515533</c:v>
              </c:pt>
              <c:pt idx="93">
                <c:v>7.04544181159</c:v>
              </c:pt>
              <c:pt idx="94">
                <c:v>7.11748982734</c:v>
              </c:pt>
              <c:pt idx="95">
                <c:v>7.17860585783</c:v>
              </c:pt>
            </c:numLit>
          </c:yVal>
        </c:ser>
        <c:ser>
          <c:idx val="14"/>
          <c:order val="14"/>
          <c:tx>
            <c:v>Run 15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0.00988967011286</c:v>
              </c:pt>
              <c:pt idx="1">
                <c:v>0.0142722301232</c:v>
              </c:pt>
              <c:pt idx="2">
                <c:v>0.0194903993999</c:v>
              </c:pt>
              <c:pt idx="3">
                <c:v>0.0255909694964</c:v>
              </c:pt>
              <c:pt idx="4">
                <c:v>0.0326106099164</c:v>
              </c:pt>
              <c:pt idx="5">
                <c:v>0.0407601757185</c:v>
              </c:pt>
              <c:pt idx="6">
                <c:v>0.050527858985</c:v>
              </c:pt>
              <c:pt idx="7">
                <c:v>0.0608308234167</c:v>
              </c:pt>
              <c:pt idx="8">
                <c:v>0.070759458863</c:v>
              </c:pt>
              <c:pt idx="9">
                <c:v>0.0832189644983</c:v>
              </c:pt>
              <c:pt idx="10">
                <c:v>0.0971085049322</c:v>
              </c:pt>
              <c:pt idx="11">
                <c:v>0.109558431801</c:v>
              </c:pt>
              <c:pt idx="12">
                <c:v>0.127436547074</c:v>
              </c:pt>
              <c:pt idx="13">
                <c:v>0.148148442372</c:v>
              </c:pt>
              <c:pt idx="14">
                <c:v>0.166013115918</c:v>
              </c:pt>
              <c:pt idx="15">
                <c:v>0.180614212924</c:v>
              </c:pt>
              <c:pt idx="16">
                <c:v>0.198081017255</c:v>
              </c:pt>
              <c:pt idx="17">
                <c:v>0.223878427055</c:v>
              </c:pt>
              <c:pt idx="18">
                <c:v>0.250855363625</c:v>
              </c:pt>
              <c:pt idx="19">
                <c:v>0.268488434396</c:v>
              </c:pt>
              <c:pt idx="20">
                <c:v>0.277606967421</c:v>
              </c:pt>
              <c:pt idx="21">
                <c:v>0.285406181088</c:v>
              </c:pt>
              <c:pt idx="22">
                <c:v>0.317915453868</c:v>
              </c:pt>
              <c:pt idx="23">
                <c:v>0.383023734694</c:v>
              </c:pt>
              <c:pt idx="24">
                <c:v>0.454222278029</c:v>
              </c:pt>
              <c:pt idx="25">
                <c:v>0.533746325116</c:v>
              </c:pt>
              <c:pt idx="26">
                <c:v>0.610546416629</c:v>
              </c:pt>
              <c:pt idx="27">
                <c:v>0.678292057377</c:v>
              </c:pt>
              <c:pt idx="28">
                <c:v>0.749885518818</c:v>
              </c:pt>
              <c:pt idx="29">
                <c:v>0.805147281877</c:v>
              </c:pt>
              <c:pt idx="30">
                <c:v>0.856366927119</c:v>
              </c:pt>
              <c:pt idx="31">
                <c:v>0.905940496212</c:v>
              </c:pt>
              <c:pt idx="32">
                <c:v>0.944409044018</c:v>
              </c:pt>
              <c:pt idx="33">
                <c:v>0.978093378512</c:v>
              </c:pt>
              <c:pt idx="34">
                <c:v>1.01352899878</c:v>
              </c:pt>
              <c:pt idx="35">
                <c:v>1.05809023146</c:v>
              </c:pt>
              <c:pt idx="36">
                <c:v>1.11515498512</c:v>
              </c:pt>
              <c:pt idx="37">
                <c:v>1.18387593656</c:v>
              </c:pt>
              <c:pt idx="38">
                <c:v>1.26516220703</c:v>
              </c:pt>
              <c:pt idx="39">
                <c:v>1.35946879204</c:v>
              </c:pt>
              <c:pt idx="40">
                <c:v>1.46670221223</c:v>
              </c:pt>
              <c:pt idx="41">
                <c:v>1.58472237131</c:v>
              </c:pt>
              <c:pt idx="42">
                <c:v>1.70931848327</c:v>
              </c:pt>
              <c:pt idx="43">
                <c:v>1.83590227797</c:v>
              </c:pt>
              <c:pt idx="44">
                <c:v>1.96090018272</c:v>
              </c:pt>
              <c:pt idx="45">
                <c:v>2.08595256462</c:v>
              </c:pt>
              <c:pt idx="46">
                <c:v>2.08595256462</c:v>
              </c:pt>
              <c:pt idx="47">
                <c:v>2.43908792651</c:v>
              </c:pt>
              <c:pt idx="48">
                <c:v>2.76855607156</c:v>
              </c:pt>
              <c:pt idx="49">
                <c:v>3.11292819631</c:v>
              </c:pt>
              <c:pt idx="50">
                <c:v>3.42466145021</c:v>
              </c:pt>
              <c:pt idx="51">
                <c:v>3.6673176523</c:v>
              </c:pt>
              <c:pt idx="52">
                <c:v>3.905499435</c:v>
              </c:pt>
              <c:pt idx="53">
                <c:v>4.0849776181</c:v>
              </c:pt>
              <c:pt idx="54">
                <c:v>4.3210343288</c:v>
              </c:pt>
              <c:pt idx="55">
                <c:v>4.52449116956</c:v>
              </c:pt>
              <c:pt idx="56">
                <c:v>4.85526532679</c:v>
              </c:pt>
              <c:pt idx="57">
                <c:v>5.11895681554</c:v>
              </c:pt>
              <c:pt idx="58">
                <c:v>5.27662771091</c:v>
              </c:pt>
              <c:pt idx="59">
                <c:v>5.29171370497</c:v>
              </c:pt>
              <c:pt idx="60">
                <c:v>5.20819104337</c:v>
              </c:pt>
              <c:pt idx="61">
                <c:v>5.08335037713</c:v>
              </c:pt>
              <c:pt idx="62">
                <c:v>4.94357680902</c:v>
              </c:pt>
              <c:pt idx="63">
                <c:v>4.92984776261</c:v>
              </c:pt>
              <c:pt idx="64">
                <c:v>4.94692270754</c:v>
              </c:pt>
              <c:pt idx="65">
                <c:v>4.93993646783</c:v>
              </c:pt>
              <c:pt idx="66">
                <c:v>4.93026926321</c:v>
              </c:pt>
              <c:pt idx="67">
                <c:v>4.96158952859</c:v>
              </c:pt>
              <c:pt idx="68">
                <c:v>5.02136324525</c:v>
              </c:pt>
              <c:pt idx="69">
                <c:v>5.08329982695</c:v>
              </c:pt>
              <c:pt idx="70">
                <c:v>5.17078721368</c:v>
              </c:pt>
              <c:pt idx="71">
                <c:v>5.26017149866</c:v>
              </c:pt>
              <c:pt idx="72">
                <c:v>5.34793093916</c:v>
              </c:pt>
              <c:pt idx="73">
                <c:v>5.43431921856</c:v>
              </c:pt>
              <c:pt idx="74">
                <c:v>5.52498820023</c:v>
              </c:pt>
              <c:pt idx="75">
                <c:v>5.63439801182</c:v>
              </c:pt>
              <c:pt idx="76">
                <c:v>5.74524058792</c:v>
              </c:pt>
              <c:pt idx="77">
                <c:v>5.85793064559</c:v>
              </c:pt>
              <c:pt idx="78">
                <c:v>5.9718728401</c:v>
              </c:pt>
              <c:pt idx="79">
                <c:v>6.08602982079</c:v>
              </c:pt>
              <c:pt idx="80">
                <c:v>6.22027954368</c:v>
              </c:pt>
              <c:pt idx="81">
                <c:v>6.35225632761</c:v>
              </c:pt>
              <c:pt idx="82">
                <c:v>6.48105948478</c:v>
              </c:pt>
              <c:pt idx="83">
                <c:v>6.60584987285</c:v>
              </c:pt>
              <c:pt idx="84">
                <c:v>6.72627107834</c:v>
              </c:pt>
              <c:pt idx="85">
                <c:v>6.86265867452</c:v>
              </c:pt>
              <c:pt idx="86">
                <c:v>6.99141786218</c:v>
              </c:pt>
              <c:pt idx="87">
                <c:v>7.11083119758</c:v>
              </c:pt>
              <c:pt idx="88">
                <c:v>7.21953351951</c:v>
              </c:pt>
              <c:pt idx="89">
                <c:v>7.32869549464</c:v>
              </c:pt>
              <c:pt idx="90">
                <c:v>7.43653841612</c:v>
              </c:pt>
              <c:pt idx="91">
                <c:v>7.5304296258</c:v>
              </c:pt>
              <c:pt idx="92">
                <c:v>7.61068926036</c:v>
              </c:pt>
              <c:pt idx="93">
                <c:v>7.68593652173</c:v>
              </c:pt>
              <c:pt idx="94">
                <c:v>7.7645343571</c:v>
              </c:pt>
              <c:pt idx="95">
                <c:v>7.83120639036</c:v>
              </c:pt>
            </c:numLit>
          </c:yVal>
        </c:ser>
        <c:ser>
          <c:idx val="15"/>
          <c:order val="15"/>
          <c:tx>
            <c:v>Run 16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0.011537948465</c:v>
              </c:pt>
              <c:pt idx="1">
                <c:v>0.0166509351438</c:v>
              </c:pt>
              <c:pt idx="2">
                <c:v>0.0227387992999</c:v>
              </c:pt>
              <c:pt idx="3">
                <c:v>0.0298561310792</c:v>
              </c:pt>
              <c:pt idx="4">
                <c:v>0.0380457115691</c:v>
              </c:pt>
              <c:pt idx="5">
                <c:v>0.0475535383383</c:v>
              </c:pt>
              <c:pt idx="6">
                <c:v>0.0589491688159</c:v>
              </c:pt>
              <c:pt idx="7">
                <c:v>0.0709692939861</c:v>
              </c:pt>
              <c:pt idx="8">
                <c:v>0.0825527020069</c:v>
              </c:pt>
              <c:pt idx="9">
                <c:v>0.0970887919146</c:v>
              </c:pt>
              <c:pt idx="10">
                <c:v>0.113293255754</c:v>
              </c:pt>
              <c:pt idx="11">
                <c:v>0.127818170434</c:v>
              </c:pt>
              <c:pt idx="12">
                <c:v>0.148675971586</c:v>
              </c:pt>
              <c:pt idx="13">
                <c:v>0.172839849434</c:v>
              </c:pt>
              <c:pt idx="14">
                <c:v>0.193681968571</c:v>
              </c:pt>
              <c:pt idx="15">
                <c:v>0.210716581745</c:v>
              </c:pt>
              <c:pt idx="16">
                <c:v>0.23109452013</c:v>
              </c:pt>
              <c:pt idx="17">
                <c:v>0.261191498231</c:v>
              </c:pt>
              <c:pt idx="18">
                <c:v>0.292664590896</c:v>
              </c:pt>
              <c:pt idx="19">
                <c:v>0.313236506796</c:v>
              </c:pt>
              <c:pt idx="20">
                <c:v>0.323874795325</c:v>
              </c:pt>
              <c:pt idx="21">
                <c:v>0.332973877936</c:v>
              </c:pt>
              <c:pt idx="22">
                <c:v>0.370901362846</c:v>
              </c:pt>
              <c:pt idx="23">
                <c:v>0.44686102381</c:v>
              </c:pt>
              <c:pt idx="24">
                <c:v>0.529925991034</c:v>
              </c:pt>
              <c:pt idx="25">
                <c:v>0.622704045969</c:v>
              </c:pt>
              <c:pt idx="26">
                <c:v>0.712304152734</c:v>
              </c:pt>
              <c:pt idx="27">
                <c:v>0.791340733606</c:v>
              </c:pt>
              <c:pt idx="28">
                <c:v>0.874866438621</c:v>
              </c:pt>
              <c:pt idx="29">
                <c:v>0.939338495523</c:v>
              </c:pt>
              <c:pt idx="30">
                <c:v>0.999094748306</c:v>
              </c:pt>
              <c:pt idx="31">
                <c:v>1.05693057891</c:v>
              </c:pt>
              <c:pt idx="32">
                <c:v>1.10181055135</c:v>
              </c:pt>
              <c:pt idx="33">
                <c:v>1.1411089416</c:v>
              </c:pt>
              <c:pt idx="34">
                <c:v>1.18245049858</c:v>
              </c:pt>
              <c:pt idx="35">
                <c:v>1.23443860337</c:v>
              </c:pt>
              <c:pt idx="36">
                <c:v>1.30101414931</c:v>
              </c:pt>
              <c:pt idx="37">
                <c:v>1.38118859265</c:v>
              </c:pt>
              <c:pt idx="38">
                <c:v>1.47602257487</c:v>
              </c:pt>
              <c:pt idx="39">
                <c:v>1.58604692405</c:v>
              </c:pt>
              <c:pt idx="40">
                <c:v>1.71115258094</c:v>
              </c:pt>
              <c:pt idx="41">
                <c:v>1.84884276653</c:v>
              </c:pt>
              <c:pt idx="42">
                <c:v>1.99420489715</c:v>
              </c:pt>
              <c:pt idx="43">
                <c:v>2.14188599097</c:v>
              </c:pt>
              <c:pt idx="44">
                <c:v>2.28771687984</c:v>
              </c:pt>
              <c:pt idx="45">
                <c:v>2.43361132539</c:v>
              </c:pt>
              <c:pt idx="46">
                <c:v>2.43361132539</c:v>
              </c:pt>
              <c:pt idx="47">
                <c:v>2.84560258093</c:v>
              </c:pt>
              <c:pt idx="48">
                <c:v>3.22998208349</c:v>
              </c:pt>
              <c:pt idx="49">
                <c:v>3.63174956236</c:v>
              </c:pt>
              <c:pt idx="50">
                <c:v>3.99543835858</c:v>
              </c:pt>
              <c:pt idx="51">
                <c:v>4.27853726102</c:v>
              </c:pt>
              <c:pt idx="52">
                <c:v>4.5564160075</c:v>
              </c:pt>
              <c:pt idx="53">
                <c:v>4.76580722112</c:v>
              </c:pt>
              <c:pt idx="54">
                <c:v>5.04120671694</c:v>
              </c:pt>
              <c:pt idx="55">
                <c:v>5.27857303115</c:v>
              </c:pt>
              <c:pt idx="56">
                <c:v>5.66447621458</c:v>
              </c:pt>
              <c:pt idx="57">
                <c:v>5.9721162848</c:v>
              </c:pt>
              <c:pt idx="58">
                <c:v>6.15606566272</c:v>
              </c:pt>
              <c:pt idx="59">
                <c:v>6.17366598913</c:v>
              </c:pt>
              <c:pt idx="60">
                <c:v>6.07622288393</c:v>
              </c:pt>
              <c:pt idx="61">
                <c:v>5.93057543998</c:v>
              </c:pt>
              <c:pt idx="62">
                <c:v>5.76750627719</c:v>
              </c:pt>
              <c:pt idx="63">
                <c:v>5.75148905638</c:v>
              </c:pt>
              <c:pt idx="64">
                <c:v>5.77140982547</c:v>
              </c:pt>
              <c:pt idx="65">
                <c:v>5.76325921247</c:v>
              </c:pt>
              <c:pt idx="66">
                <c:v>5.75198080708</c:v>
              </c:pt>
              <c:pt idx="67">
                <c:v>5.78852111669</c:v>
              </c:pt>
              <c:pt idx="68">
                <c:v>5.85825711946</c:v>
              </c:pt>
              <c:pt idx="69">
                <c:v>5.93051646477</c:v>
              </c:pt>
              <c:pt idx="70">
                <c:v>6.03258508263</c:v>
              </c:pt>
              <c:pt idx="71">
                <c:v>6.13686674844</c:v>
              </c:pt>
              <c:pt idx="72">
                <c:v>6.23925276236</c:v>
              </c:pt>
              <c:pt idx="73">
                <c:v>6.34003908832</c:v>
              </c:pt>
              <c:pt idx="74">
                <c:v>6.44581956694</c:v>
              </c:pt>
              <c:pt idx="75">
                <c:v>6.57346434712</c:v>
              </c:pt>
              <c:pt idx="76">
                <c:v>6.70278068591</c:v>
              </c:pt>
              <c:pt idx="77">
                <c:v>6.83425241985</c:v>
              </c:pt>
              <c:pt idx="78">
                <c:v>6.96718498011</c:v>
              </c:pt>
              <c:pt idx="79">
                <c:v>7.10036812426</c:v>
              </c:pt>
              <c:pt idx="80">
                <c:v>7.25699280096</c:v>
              </c:pt>
              <c:pt idx="81">
                <c:v>7.41096571554</c:v>
              </c:pt>
              <c:pt idx="82">
                <c:v>7.56123606558</c:v>
              </c:pt>
              <c:pt idx="83">
                <c:v>7.70682485166</c:v>
              </c:pt>
              <c:pt idx="84">
                <c:v>7.84731625807</c:v>
              </c:pt>
              <c:pt idx="85">
                <c:v>8.00643512027</c:v>
              </c:pt>
              <c:pt idx="86">
                <c:v>8.15665417254</c:v>
              </c:pt>
              <c:pt idx="87">
                <c:v>8.29596973051</c:v>
              </c:pt>
              <c:pt idx="88">
                <c:v>8.4227891061</c:v>
              </c:pt>
              <c:pt idx="89">
                <c:v>8.55014474375</c:v>
              </c:pt>
              <c:pt idx="90">
                <c:v>8.67596148548</c:v>
              </c:pt>
              <c:pt idx="91">
                <c:v>8.7855012301</c:v>
              </c:pt>
              <c:pt idx="92">
                <c:v>8.87913747042</c:v>
              </c:pt>
              <c:pt idx="93">
                <c:v>8.96692594202</c:v>
              </c:pt>
              <c:pt idx="94">
                <c:v>9.05862341661</c:v>
              </c:pt>
              <c:pt idx="95">
                <c:v>9.13640745542</c:v>
              </c:pt>
            </c:numLit>
          </c:yVal>
        </c:ser>
        <c:ser>
          <c:idx val="16"/>
          <c:order val="16"/>
          <c:tx>
            <c:v>Run 17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0.0131862268171</c:v>
              </c:pt>
              <c:pt idx="1">
                <c:v>0.0190296401643</c:v>
              </c:pt>
              <c:pt idx="2">
                <c:v>0.0259871991999</c:v>
              </c:pt>
              <c:pt idx="3">
                <c:v>0.0341212926619</c:v>
              </c:pt>
              <c:pt idx="4">
                <c:v>0.0434808132219</c:v>
              </c:pt>
              <c:pt idx="5">
                <c:v>0.054346900958</c:v>
              </c:pt>
              <c:pt idx="6">
                <c:v>0.0673704786467</c:v>
              </c:pt>
              <c:pt idx="7">
                <c:v>0.0811077645556</c:v>
              </c:pt>
              <c:pt idx="8">
                <c:v>0.0943459451507</c:v>
              </c:pt>
              <c:pt idx="9">
                <c:v>0.110958619331</c:v>
              </c:pt>
              <c:pt idx="10">
                <c:v>0.129478006576</c:v>
              </c:pt>
              <c:pt idx="11">
                <c:v>0.146077909068</c:v>
              </c:pt>
              <c:pt idx="12">
                <c:v>0.169915396099</c:v>
              </c:pt>
              <c:pt idx="13">
                <c:v>0.197531256496</c:v>
              </c:pt>
              <c:pt idx="14">
                <c:v>0.221350821225</c:v>
              </c:pt>
              <c:pt idx="15">
                <c:v>0.240818950566</c:v>
              </c:pt>
              <c:pt idx="16">
                <c:v>0.264108023006</c:v>
              </c:pt>
              <c:pt idx="17">
                <c:v>0.298504569406</c:v>
              </c:pt>
              <c:pt idx="18">
                <c:v>0.334473818167</c:v>
              </c:pt>
              <c:pt idx="19">
                <c:v>0.357984579195</c:v>
              </c:pt>
              <c:pt idx="20">
                <c:v>0.370142623228</c:v>
              </c:pt>
              <c:pt idx="21">
                <c:v>0.380541574785</c:v>
              </c:pt>
              <c:pt idx="22">
                <c:v>0.423887271824</c:v>
              </c:pt>
              <c:pt idx="23">
                <c:v>0.510698312925</c:v>
              </c:pt>
              <c:pt idx="24">
                <c:v>0.605629704039</c:v>
              </c:pt>
              <c:pt idx="25">
                <c:v>0.711661766822</c:v>
              </c:pt>
              <c:pt idx="26">
                <c:v>0.814061888839</c:v>
              </c:pt>
              <c:pt idx="27">
                <c:v>0.904389409836</c:v>
              </c:pt>
              <c:pt idx="28">
                <c:v>0.999847358424</c:v>
              </c:pt>
              <c:pt idx="29">
                <c:v>1.07352970917</c:v>
              </c:pt>
              <c:pt idx="30">
                <c:v>1.14182256949</c:v>
              </c:pt>
              <c:pt idx="31">
                <c:v>1.20792066162</c:v>
              </c:pt>
              <c:pt idx="32">
                <c:v>1.25921205869</c:v>
              </c:pt>
              <c:pt idx="33">
                <c:v>1.30412450468</c:v>
              </c:pt>
              <c:pt idx="34">
                <c:v>1.35137199838</c:v>
              </c:pt>
              <c:pt idx="35">
                <c:v>1.41078697528</c:v>
              </c:pt>
              <c:pt idx="36">
                <c:v>1.4868733135</c:v>
              </c:pt>
              <c:pt idx="37">
                <c:v>1.57850124875</c:v>
              </c:pt>
              <c:pt idx="38">
                <c:v>1.68688294271</c:v>
              </c:pt>
              <c:pt idx="39">
                <c:v>1.81262505606</c:v>
              </c:pt>
              <c:pt idx="40">
                <c:v>1.95560294964</c:v>
              </c:pt>
              <c:pt idx="41">
                <c:v>2.11296316174</c:v>
              </c:pt>
              <c:pt idx="42">
                <c:v>2.27909131102</c:v>
              </c:pt>
              <c:pt idx="43">
                <c:v>2.44786970397</c:v>
              </c:pt>
              <c:pt idx="44">
                <c:v>2.61453357696</c:v>
              </c:pt>
              <c:pt idx="45">
                <c:v>2.78127008616</c:v>
              </c:pt>
              <c:pt idx="46">
                <c:v>2.78127008616</c:v>
              </c:pt>
              <c:pt idx="47">
                <c:v>3.25211723534</c:v>
              </c:pt>
              <c:pt idx="48">
                <c:v>3.69140809542</c:v>
              </c:pt>
              <c:pt idx="49">
                <c:v>4.15057092841</c:v>
              </c:pt>
              <c:pt idx="50">
                <c:v>4.56621526694</c:v>
              </c:pt>
              <c:pt idx="51">
                <c:v>4.88975686973</c:v>
              </c:pt>
              <c:pt idx="52">
                <c:v>5.20733258</c:v>
              </c:pt>
              <c:pt idx="53">
                <c:v>5.44663682414</c:v>
              </c:pt>
              <c:pt idx="54">
                <c:v>5.76137910507</c:v>
              </c:pt>
              <c:pt idx="55">
                <c:v>6.03265489274</c:v>
              </c:pt>
              <c:pt idx="56">
                <c:v>6.47368710238</c:v>
              </c:pt>
              <c:pt idx="57">
                <c:v>6.82527575406</c:v>
              </c:pt>
              <c:pt idx="58">
                <c:v>7.03550361454</c:v>
              </c:pt>
              <c:pt idx="59">
                <c:v>7.05561827329</c:v>
              </c:pt>
              <c:pt idx="60">
                <c:v>6.9442547245</c:v>
              </c:pt>
              <c:pt idx="61">
                <c:v>6.77780050284</c:v>
              </c:pt>
              <c:pt idx="62">
                <c:v>6.59143574536</c:v>
              </c:pt>
              <c:pt idx="63">
                <c:v>6.57313035015</c:v>
              </c:pt>
              <c:pt idx="64">
                <c:v>6.59589694339</c:v>
              </c:pt>
              <c:pt idx="65">
                <c:v>6.5865819571</c:v>
              </c:pt>
              <c:pt idx="66">
                <c:v>6.57369235095</c:v>
              </c:pt>
              <c:pt idx="67">
                <c:v>6.61545270479</c:v>
              </c:pt>
              <c:pt idx="68">
                <c:v>6.69515099366</c:v>
              </c:pt>
              <c:pt idx="69">
                <c:v>6.77773310259</c:v>
              </c:pt>
              <c:pt idx="70">
                <c:v>6.89438295157</c:v>
              </c:pt>
              <c:pt idx="71">
                <c:v>7.01356199822</c:v>
              </c:pt>
              <c:pt idx="72">
                <c:v>7.13057458555</c:v>
              </c:pt>
              <c:pt idx="73">
                <c:v>7.24575895808</c:v>
              </c:pt>
              <c:pt idx="74">
                <c:v>7.36665093364</c:v>
              </c:pt>
              <c:pt idx="75">
                <c:v>7.51253068242</c:v>
              </c:pt>
              <c:pt idx="76">
                <c:v>7.6603207839</c:v>
              </c:pt>
              <c:pt idx="77">
                <c:v>7.81057419412</c:v>
              </c:pt>
              <c:pt idx="78">
                <c:v>7.96249712013</c:v>
              </c:pt>
              <c:pt idx="79">
                <c:v>8.11470642773</c:v>
              </c:pt>
              <c:pt idx="80">
                <c:v>8.29370605824</c:v>
              </c:pt>
              <c:pt idx="81">
                <c:v>8.46967510348</c:v>
              </c:pt>
              <c:pt idx="82">
                <c:v>8.64141264637</c:v>
              </c:pt>
              <c:pt idx="83">
                <c:v>8.80779983047</c:v>
              </c:pt>
              <c:pt idx="84">
                <c:v>8.96836143779</c:v>
              </c:pt>
              <c:pt idx="85">
                <c:v>9.15021156602</c:v>
              </c:pt>
              <c:pt idx="86">
                <c:v>9.32189048291</c:v>
              </c:pt>
              <c:pt idx="87">
                <c:v>9.48110826345</c:v>
              </c:pt>
              <c:pt idx="88">
                <c:v>9.62604469269</c:v>
              </c:pt>
              <c:pt idx="89">
                <c:v>9.77159399286</c:v>
              </c:pt>
              <c:pt idx="90">
                <c:v>9.91538455483</c:v>
              </c:pt>
              <c:pt idx="91">
                <c:v>10.0405728344</c:v>
              </c:pt>
              <c:pt idx="92">
                <c:v>10.1475856805</c:v>
              </c:pt>
              <c:pt idx="93">
                <c:v>10.2479153623</c:v>
              </c:pt>
              <c:pt idx="94">
                <c:v>10.3527124761</c:v>
              </c:pt>
              <c:pt idx="95">
                <c:v>10.4416085205</c:v>
              </c:pt>
            </c:numLit>
          </c:yVal>
        </c:ser>
        <c:ser>
          <c:idx val="17"/>
          <c:order val="17"/>
          <c:tx>
            <c:v>Run 18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0.0148345051693</c:v>
              </c:pt>
              <c:pt idx="1">
                <c:v>0.0214083451848</c:v>
              </c:pt>
              <c:pt idx="2">
                <c:v>0.0292355990999</c:v>
              </c:pt>
              <c:pt idx="3">
                <c:v>0.0383864542447</c:v>
              </c:pt>
              <c:pt idx="4">
                <c:v>0.0489159148746</c:v>
              </c:pt>
              <c:pt idx="5">
                <c:v>0.0611402635778</c:v>
              </c:pt>
              <c:pt idx="6">
                <c:v>0.0757917884776</c:v>
              </c:pt>
              <c:pt idx="7">
                <c:v>0.091246235125</c:v>
              </c:pt>
              <c:pt idx="8">
                <c:v>0.106139188295</c:v>
              </c:pt>
              <c:pt idx="9">
                <c:v>0.124828446747</c:v>
              </c:pt>
              <c:pt idx="10">
                <c:v>0.145662757398</c:v>
              </c:pt>
              <c:pt idx="11">
                <c:v>0.164337647701</c:v>
              </c:pt>
              <c:pt idx="12">
                <c:v>0.191154820611</c:v>
              </c:pt>
              <c:pt idx="13">
                <c:v>0.222222663558</c:v>
              </c:pt>
              <c:pt idx="14">
                <c:v>0.249019673878</c:v>
              </c:pt>
              <c:pt idx="15">
                <c:v>0.270921319387</c:v>
              </c:pt>
              <c:pt idx="16">
                <c:v>0.297121525882</c:v>
              </c:pt>
              <c:pt idx="17">
                <c:v>0.335817640582</c:v>
              </c:pt>
              <c:pt idx="18">
                <c:v>0.376283045438</c:v>
              </c:pt>
              <c:pt idx="19">
                <c:v>0.402732651595</c:v>
              </c:pt>
              <c:pt idx="20">
                <c:v>0.416410451132</c:v>
              </c:pt>
              <c:pt idx="21">
                <c:v>0.428109271633</c:v>
              </c:pt>
              <c:pt idx="22">
                <c:v>0.476873180802</c:v>
              </c:pt>
              <c:pt idx="23">
                <c:v>0.574535602041</c:v>
              </c:pt>
              <c:pt idx="24">
                <c:v>0.681333417044</c:v>
              </c:pt>
              <c:pt idx="25">
                <c:v>0.800619487674</c:v>
              </c:pt>
              <c:pt idx="26">
                <c:v>0.915819624944</c:v>
              </c:pt>
              <c:pt idx="27">
                <c:v>1.01743808607</c:v>
              </c:pt>
              <c:pt idx="28">
                <c:v>1.12482827823</c:v>
              </c:pt>
              <c:pt idx="29">
                <c:v>1.20772092282</c:v>
              </c:pt>
              <c:pt idx="30">
                <c:v>1.28455039068</c:v>
              </c:pt>
              <c:pt idx="31">
                <c:v>1.35891074432</c:v>
              </c:pt>
              <c:pt idx="32">
                <c:v>1.41661356603</c:v>
              </c:pt>
              <c:pt idx="33">
                <c:v>1.46714006777</c:v>
              </c:pt>
              <c:pt idx="34">
                <c:v>1.52029349818</c:v>
              </c:pt>
              <c:pt idx="35">
                <c:v>1.58713534719</c:v>
              </c:pt>
              <c:pt idx="36">
                <c:v>1.67273247768</c:v>
              </c:pt>
              <c:pt idx="37">
                <c:v>1.77581390484</c:v>
              </c:pt>
              <c:pt idx="38">
                <c:v>1.89774331055</c:v>
              </c:pt>
              <c:pt idx="39">
                <c:v>2.03920318806</c:v>
              </c:pt>
              <c:pt idx="40">
                <c:v>2.20005331835</c:v>
              </c:pt>
              <c:pt idx="41">
                <c:v>2.37708355696</c:v>
              </c:pt>
              <c:pt idx="42">
                <c:v>2.5639777249</c:v>
              </c:pt>
              <c:pt idx="43">
                <c:v>2.75385341696</c:v>
              </c:pt>
              <c:pt idx="44">
                <c:v>2.94135027408</c:v>
              </c:pt>
              <c:pt idx="45">
                <c:v>3.12892884693</c:v>
              </c:pt>
              <c:pt idx="46">
                <c:v>3.12892884693</c:v>
              </c:pt>
              <c:pt idx="47">
                <c:v>3.65863188976</c:v>
              </c:pt>
              <c:pt idx="48">
                <c:v>4.15283410734</c:v>
              </c:pt>
              <c:pt idx="49">
                <c:v>4.66939229446</c:v>
              </c:pt>
              <c:pt idx="50">
                <c:v>5.13699217531</c:v>
              </c:pt>
              <c:pt idx="51">
                <c:v>5.50097647845</c:v>
              </c:pt>
              <c:pt idx="52">
                <c:v>5.8582491525</c:v>
              </c:pt>
              <c:pt idx="53">
                <c:v>6.12746642715</c:v>
              </c:pt>
              <c:pt idx="54">
                <c:v>6.48155149321</c:v>
              </c:pt>
              <c:pt idx="55">
                <c:v>6.78673675434</c:v>
              </c:pt>
              <c:pt idx="56">
                <c:v>7.28289799018</c:v>
              </c:pt>
              <c:pt idx="57">
                <c:v>7.67843522331</c:v>
              </c:pt>
              <c:pt idx="58">
                <c:v>7.91494156636</c:v>
              </c:pt>
              <c:pt idx="59">
                <c:v>7.93757055745</c:v>
              </c:pt>
              <c:pt idx="60">
                <c:v>7.81228656506</c:v>
              </c:pt>
              <c:pt idx="61">
                <c:v>7.62502556569</c:v>
              </c:pt>
              <c:pt idx="62">
                <c:v>7.41536521353</c:v>
              </c:pt>
              <c:pt idx="63">
                <c:v>7.39477164392</c:v>
              </c:pt>
              <c:pt idx="64">
                <c:v>7.42038406131</c:v>
              </c:pt>
              <c:pt idx="65">
                <c:v>7.40990470174</c:v>
              </c:pt>
              <c:pt idx="66">
                <c:v>7.39540389481</c:v>
              </c:pt>
              <c:pt idx="67">
                <c:v>7.44238429288</c:v>
              </c:pt>
              <c:pt idx="68">
                <c:v>7.53204486787</c:v>
              </c:pt>
              <c:pt idx="69">
                <c:v>7.62494974042</c:v>
              </c:pt>
              <c:pt idx="70">
                <c:v>7.75618082052</c:v>
              </c:pt>
              <c:pt idx="71">
                <c:v>7.89025724799</c:v>
              </c:pt>
              <c:pt idx="72">
                <c:v>8.02189640874</c:v>
              </c:pt>
              <c:pt idx="73">
                <c:v>8.15147882784</c:v>
              </c:pt>
              <c:pt idx="74">
                <c:v>8.28748230035</c:v>
              </c:pt>
              <c:pt idx="75">
                <c:v>8.45159701773</c:v>
              </c:pt>
              <c:pt idx="76">
                <c:v>8.61786088188</c:v>
              </c:pt>
              <c:pt idx="77">
                <c:v>8.78689596838</c:v>
              </c:pt>
              <c:pt idx="78">
                <c:v>8.95780926015</c:v>
              </c:pt>
              <c:pt idx="79">
                <c:v>9.12904473119</c:v>
              </c:pt>
              <c:pt idx="80">
                <c:v>9.33041931553</c:v>
              </c:pt>
              <c:pt idx="81">
                <c:v>9.52838449141</c:v>
              </c:pt>
              <c:pt idx="82">
                <c:v>9.72158922717</c:v>
              </c:pt>
              <c:pt idx="83">
                <c:v>9.90877480927</c:v>
              </c:pt>
              <c:pt idx="84">
                <c:v>10.0894066175</c:v>
              </c:pt>
              <c:pt idx="85">
                <c:v>10.2939880118</c:v>
              </c:pt>
              <c:pt idx="86">
                <c:v>10.4871267933</c:v>
              </c:pt>
              <c:pt idx="87">
                <c:v>10.6662467964</c:v>
              </c:pt>
              <c:pt idx="88">
                <c:v>10.8293002793</c:v>
              </c:pt>
              <c:pt idx="89">
                <c:v>10.993043242</c:v>
              </c:pt>
              <c:pt idx="90">
                <c:v>11.1548076242</c:v>
              </c:pt>
              <c:pt idx="91">
                <c:v>11.2956444387</c:v>
              </c:pt>
              <c:pt idx="92">
                <c:v>11.4160338905</c:v>
              </c:pt>
              <c:pt idx="93">
                <c:v>11.5289047826</c:v>
              </c:pt>
              <c:pt idx="94">
                <c:v>11.6468015356</c:v>
              </c:pt>
              <c:pt idx="95">
                <c:v>11.7468095855</c:v>
              </c:pt>
            </c:numLit>
          </c:yVal>
        </c:ser>
        <c:ser>
          <c:idx val="18"/>
          <c:order val="18"/>
          <c:tx>
            <c:v>Run 19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0.0164827835214</c:v>
              </c:pt>
              <c:pt idx="1">
                <c:v>0.0237870502054</c:v>
              </c:pt>
              <c:pt idx="2">
                <c:v>0.0324839989999</c:v>
              </c:pt>
              <c:pt idx="3">
                <c:v>0.0426516158274</c:v>
              </c:pt>
              <c:pt idx="4">
                <c:v>0.0543510165273</c:v>
              </c:pt>
              <c:pt idx="5">
                <c:v>0.0679336261975</c:v>
              </c:pt>
              <c:pt idx="6">
                <c:v>0.0842130983084</c:v>
              </c:pt>
              <c:pt idx="7">
                <c:v>0.101384705694</c:v>
              </c:pt>
              <c:pt idx="8">
                <c:v>0.117932431438</c:v>
              </c:pt>
              <c:pt idx="9">
                <c:v>0.138698274164</c:v>
              </c:pt>
              <c:pt idx="10">
                <c:v>0.16184750822</c:v>
              </c:pt>
              <c:pt idx="11">
                <c:v>0.182597386334</c:v>
              </c:pt>
              <c:pt idx="12">
                <c:v>0.212394245123</c:v>
              </c:pt>
              <c:pt idx="13">
                <c:v>0.246914070621</c:v>
              </c:pt>
              <c:pt idx="14">
                <c:v>0.276688526531</c:v>
              </c:pt>
              <c:pt idx="15">
                <c:v>0.301023688207</c:v>
              </c:pt>
              <c:pt idx="16">
                <c:v>0.330135028758</c:v>
              </c:pt>
              <c:pt idx="17">
                <c:v>0.373130711758</c:v>
              </c:pt>
              <c:pt idx="18">
                <c:v>0.418092272709</c:v>
              </c:pt>
              <c:pt idx="19">
                <c:v>0.447480723994</c:v>
              </c:pt>
              <c:pt idx="20">
                <c:v>0.462678279036</c:v>
              </c:pt>
              <c:pt idx="21">
                <c:v>0.475676968481</c:v>
              </c:pt>
              <c:pt idx="22">
                <c:v>0.52985908978</c:v>
              </c:pt>
              <c:pt idx="23">
                <c:v>0.638372891157</c:v>
              </c:pt>
              <c:pt idx="24">
                <c:v>0.757037130048</c:v>
              </c:pt>
              <c:pt idx="25">
                <c:v>0.889577208527</c:v>
              </c:pt>
              <c:pt idx="26">
                <c:v>1.01757736105</c:v>
              </c:pt>
              <c:pt idx="27">
                <c:v>1.13048676229</c:v>
              </c:pt>
              <c:pt idx="28">
                <c:v>1.24980919803</c:v>
              </c:pt>
              <c:pt idx="29">
                <c:v>1.34191213646</c:v>
              </c:pt>
              <c:pt idx="30">
                <c:v>1.42727821187</c:v>
              </c:pt>
              <c:pt idx="31">
                <c:v>1.50990082702</c:v>
              </c:pt>
              <c:pt idx="32">
                <c:v>1.57401507336</c:v>
              </c:pt>
              <c:pt idx="33">
                <c:v>1.63015563085</c:v>
              </c:pt>
              <c:pt idx="34">
                <c:v>1.68921499797</c:v>
              </c:pt>
              <c:pt idx="35">
                <c:v>1.7634837191</c:v>
              </c:pt>
              <c:pt idx="36">
                <c:v>1.85859164187</c:v>
              </c:pt>
              <c:pt idx="37">
                <c:v>1.97312656093</c:v>
              </c:pt>
              <c:pt idx="38">
                <c:v>2.10860367839</c:v>
              </c:pt>
              <c:pt idx="39">
                <c:v>2.26578132007</c:v>
              </c:pt>
              <c:pt idx="40">
                <c:v>2.44450368705</c:v>
              </c:pt>
              <c:pt idx="41">
                <c:v>2.64120395218</c:v>
              </c:pt>
              <c:pt idx="42">
                <c:v>2.84886413878</c:v>
              </c:pt>
              <c:pt idx="43">
                <c:v>3.05983712996</c:v>
              </c:pt>
              <c:pt idx="44">
                <c:v>3.2681669712</c:v>
              </c:pt>
              <c:pt idx="45">
                <c:v>3.4765876077</c:v>
              </c:pt>
              <c:pt idx="46">
                <c:v>3.4765876077</c:v>
              </c:pt>
              <c:pt idx="47">
                <c:v>4.06514654418</c:v>
              </c:pt>
              <c:pt idx="48">
                <c:v>4.61426011927</c:v>
              </c:pt>
              <c:pt idx="49">
                <c:v>5.18821366051</c:v>
              </c:pt>
              <c:pt idx="50">
                <c:v>5.70776908368</c:v>
              </c:pt>
              <c:pt idx="51">
                <c:v>6.11219608717</c:v>
              </c:pt>
              <c:pt idx="52">
                <c:v>6.509165725</c:v>
              </c:pt>
              <c:pt idx="53">
                <c:v>6.80829603017</c:v>
              </c:pt>
              <c:pt idx="54">
                <c:v>7.20172388134</c:v>
              </c:pt>
              <c:pt idx="55">
                <c:v>7.54081861593</c:v>
              </c:pt>
              <c:pt idx="56">
                <c:v>8.09210887798</c:v>
              </c:pt>
              <c:pt idx="57">
                <c:v>8.53159469257</c:v>
              </c:pt>
              <c:pt idx="58">
                <c:v>8.79437951818</c:v>
              </c:pt>
              <c:pt idx="59">
                <c:v>8.81952284162</c:v>
              </c:pt>
              <c:pt idx="60">
                <c:v>8.68031840562</c:v>
              </c:pt>
              <c:pt idx="61">
                <c:v>8.47225062854</c:v>
              </c:pt>
              <c:pt idx="62">
                <c:v>8.2392946817</c:v>
              </c:pt>
              <c:pt idx="63">
                <c:v>8.21641293769</c:v>
              </c:pt>
              <c:pt idx="64">
                <c:v>8.24487117924</c:v>
              </c:pt>
              <c:pt idx="65">
                <c:v>8.23322744638</c:v>
              </c:pt>
              <c:pt idx="66">
                <c:v>8.21711543868</c:v>
              </c:pt>
              <c:pt idx="67">
                <c:v>8.26931588098</c:v>
              </c:pt>
              <c:pt idx="68">
                <c:v>8.36893874208</c:v>
              </c:pt>
              <c:pt idx="69">
                <c:v>8.47216637824</c:v>
              </c:pt>
              <c:pt idx="70">
                <c:v>8.61797868947</c:v>
              </c:pt>
              <c:pt idx="71">
                <c:v>8.76695249777</c:v>
              </c:pt>
              <c:pt idx="72">
                <c:v>8.91321823194</c:v>
              </c:pt>
              <c:pt idx="73">
                <c:v>9.0571986976</c:v>
              </c:pt>
              <c:pt idx="74">
                <c:v>9.20831366705</c:v>
              </c:pt>
              <c:pt idx="75">
                <c:v>9.39066335303</c:v>
              </c:pt>
              <c:pt idx="76">
                <c:v>9.57540097987</c:v>
              </c:pt>
              <c:pt idx="77">
                <c:v>9.76321774265</c:v>
              </c:pt>
              <c:pt idx="78">
                <c:v>9.95312140016</c:v>
              </c:pt>
              <c:pt idx="79">
                <c:v>10.1433830347</c:v>
              </c:pt>
              <c:pt idx="80">
                <c:v>10.3671325728</c:v>
              </c:pt>
              <c:pt idx="81">
                <c:v>10.5870938793</c:v>
              </c:pt>
              <c:pt idx="82">
                <c:v>10.801765808</c:v>
              </c:pt>
              <c:pt idx="83">
                <c:v>11.0097497881</c:v>
              </c:pt>
              <c:pt idx="84">
                <c:v>11.2104517972</c:v>
              </c:pt>
              <c:pt idx="85">
                <c:v>11.4377644575</c:v>
              </c:pt>
              <c:pt idx="86">
                <c:v>11.6523631036</c:v>
              </c:pt>
              <c:pt idx="87">
                <c:v>11.8513853293</c:v>
              </c:pt>
              <c:pt idx="88">
                <c:v>12.0325558659</c:v>
              </c:pt>
              <c:pt idx="89">
                <c:v>12.2144924911</c:v>
              </c:pt>
              <c:pt idx="90">
                <c:v>12.3942306935</c:v>
              </c:pt>
              <c:pt idx="91">
                <c:v>12.550716043</c:v>
              </c:pt>
              <c:pt idx="92">
                <c:v>12.6844821006</c:v>
              </c:pt>
              <c:pt idx="93">
                <c:v>12.8098942029</c:v>
              </c:pt>
              <c:pt idx="94">
                <c:v>12.9408905952</c:v>
              </c:pt>
              <c:pt idx="95">
                <c:v>13.0520106506</c:v>
              </c:pt>
            </c:numLit>
          </c:yVal>
        </c:ser>
        <c:ser>
          <c:idx val="19"/>
          <c:order val="19"/>
          <c:tx>
            <c:v>Run 20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0.0181310618736</c:v>
              </c:pt>
              <c:pt idx="1">
                <c:v>0.0261657552259</c:v>
              </c:pt>
              <c:pt idx="2">
                <c:v>0.0357323988999</c:v>
              </c:pt>
              <c:pt idx="3">
                <c:v>0.0469167774101</c:v>
              </c:pt>
              <c:pt idx="4">
                <c:v>0.0597861181801</c:v>
              </c:pt>
              <c:pt idx="5">
                <c:v>0.0747269888173</c:v>
              </c:pt>
              <c:pt idx="6">
                <c:v>0.0926344081392</c:v>
              </c:pt>
              <c:pt idx="7">
                <c:v>0.111523176264</c:v>
              </c:pt>
              <c:pt idx="8">
                <c:v>0.129725674582</c:v>
              </c:pt>
              <c:pt idx="9">
                <c:v>0.15256810158</c:v>
              </c:pt>
              <c:pt idx="10">
                <c:v>0.178032259042</c:v>
              </c:pt>
              <c:pt idx="11">
                <c:v>0.200857124968</c:v>
              </c:pt>
              <c:pt idx="12">
                <c:v>0.233633669636</c:v>
              </c:pt>
              <c:pt idx="13">
                <c:v>0.271605477683</c:v>
              </c:pt>
              <c:pt idx="14">
                <c:v>0.304357379184</c:v>
              </c:pt>
              <c:pt idx="15">
                <c:v>0.331126057028</c:v>
              </c:pt>
              <c:pt idx="16">
                <c:v>0.363148531633</c:v>
              </c:pt>
              <c:pt idx="17">
                <c:v>0.410443782934</c:v>
              </c:pt>
              <c:pt idx="18">
                <c:v>0.45990149998</c:v>
              </c:pt>
              <c:pt idx="19">
                <c:v>0.492228796394</c:v>
              </c:pt>
              <c:pt idx="20">
                <c:v>0.508946106939</c:v>
              </c:pt>
              <c:pt idx="21">
                <c:v>0.523244665329</c:v>
              </c:pt>
              <c:pt idx="22">
                <c:v>0.582844998757</c:v>
              </c:pt>
              <c:pt idx="23">
                <c:v>0.702210180272</c:v>
              </c:pt>
              <c:pt idx="24">
                <c:v>0.832740843053</c:v>
              </c:pt>
              <c:pt idx="25">
                <c:v>0.97853492938</c:v>
              </c:pt>
              <c:pt idx="26">
                <c:v>1.11933509715</c:v>
              </c:pt>
              <c:pt idx="27">
                <c:v>1.24353543852</c:v>
              </c:pt>
              <c:pt idx="28">
                <c:v>1.37479011783</c:v>
              </c:pt>
              <c:pt idx="29">
                <c:v>1.47610335011</c:v>
              </c:pt>
              <c:pt idx="30">
                <c:v>1.57000603305</c:v>
              </c:pt>
              <c:pt idx="31">
                <c:v>1.66089090972</c:v>
              </c:pt>
              <c:pt idx="32">
                <c:v>1.7314165807</c:v>
              </c:pt>
              <c:pt idx="33">
                <c:v>1.79317119394</c:v>
              </c:pt>
              <c:pt idx="34">
                <c:v>1.85813649777</c:v>
              </c:pt>
              <c:pt idx="35">
                <c:v>1.93983209101</c:v>
              </c:pt>
              <c:pt idx="36">
                <c:v>2.04445080606</c:v>
              </c:pt>
              <c:pt idx="37">
                <c:v>2.17043921703</c:v>
              </c:pt>
              <c:pt idx="38">
                <c:v>2.31946404622</c:v>
              </c:pt>
              <c:pt idx="39">
                <c:v>2.49235945208</c:v>
              </c:pt>
              <c:pt idx="40">
                <c:v>2.68895405576</c:v>
              </c:pt>
              <c:pt idx="41">
                <c:v>2.9053243474</c:v>
              </c:pt>
              <c:pt idx="42">
                <c:v>3.13375055266</c:v>
              </c:pt>
              <c:pt idx="43">
                <c:v>3.36582084295</c:v>
              </c:pt>
              <c:pt idx="44">
                <c:v>3.59498366832</c:v>
              </c:pt>
              <c:pt idx="45">
                <c:v>3.82424636847</c:v>
              </c:pt>
              <c:pt idx="46">
                <c:v>3.82424636847</c:v>
              </c:pt>
              <c:pt idx="47">
                <c:v>4.4716611986</c:v>
              </c:pt>
              <c:pt idx="48">
                <c:v>5.0756861312</c:v>
              </c:pt>
              <c:pt idx="49">
                <c:v>5.70703502656</c:v>
              </c:pt>
              <c:pt idx="50">
                <c:v>6.27854599205</c:v>
              </c:pt>
              <c:pt idx="51">
                <c:v>6.72341569588</c:v>
              </c:pt>
              <c:pt idx="52">
                <c:v>7.16008229749</c:v>
              </c:pt>
              <c:pt idx="53">
                <c:v>7.48912563319</c:v>
              </c:pt>
              <c:pt idx="54">
                <c:v>7.92189626947</c:v>
              </c:pt>
              <c:pt idx="55">
                <c:v>8.29490047752</c:v>
              </c:pt>
              <c:pt idx="56">
                <c:v>8.90131976577</c:v>
              </c:pt>
              <c:pt idx="57">
                <c:v>9.38475416183</c:v>
              </c:pt>
              <c:pt idx="58">
                <c:v>9.67381746999</c:v>
              </c:pt>
              <c:pt idx="59">
                <c:v>9.70147512578</c:v>
              </c:pt>
              <c:pt idx="60">
                <c:v>9.54835024618</c:v>
              </c:pt>
              <c:pt idx="61">
                <c:v>9.3194756914</c:v>
              </c:pt>
              <c:pt idx="62">
                <c:v>9.06322414987</c:v>
              </c:pt>
              <c:pt idx="63">
                <c:v>9.03805423145</c:v>
              </c:pt>
              <c:pt idx="64">
                <c:v>9.06935829716</c:v>
              </c:pt>
              <c:pt idx="65">
                <c:v>9.05655019102</c:v>
              </c:pt>
              <c:pt idx="66">
                <c:v>9.03882698255</c:v>
              </c:pt>
              <c:pt idx="67">
                <c:v>9.09624746908</c:v>
              </c:pt>
              <c:pt idx="68">
                <c:v>9.20583261629</c:v>
              </c:pt>
              <c:pt idx="69">
                <c:v>9.31938301607</c:v>
              </c:pt>
              <c:pt idx="70">
                <c:v>9.47977655841</c:v>
              </c:pt>
              <c:pt idx="71">
                <c:v>9.64364774755</c:v>
              </c:pt>
              <c:pt idx="72">
                <c:v>9.80454005513</c:v>
              </c:pt>
              <c:pt idx="73">
                <c:v>9.96291856737</c:v>
              </c:pt>
              <c:pt idx="74">
                <c:v>10.1291450338</c:v>
              </c:pt>
              <c:pt idx="75">
                <c:v>10.3297296883</c:v>
              </c:pt>
              <c:pt idx="76">
                <c:v>10.5329410779</c:v>
              </c:pt>
              <c:pt idx="77">
                <c:v>10.7395395169</c:v>
              </c:pt>
              <c:pt idx="78">
                <c:v>10.9484335402</c:v>
              </c:pt>
              <c:pt idx="79">
                <c:v>11.1577213381</c:v>
              </c:pt>
              <c:pt idx="80">
                <c:v>11.4038458301</c:v>
              </c:pt>
              <c:pt idx="81">
                <c:v>11.6458032673</c:v>
              </c:pt>
              <c:pt idx="82">
                <c:v>11.8819423888</c:v>
              </c:pt>
              <c:pt idx="83">
                <c:v>12.1107247669</c:v>
              </c:pt>
              <c:pt idx="84">
                <c:v>12.331496977</c:v>
              </c:pt>
              <c:pt idx="85">
                <c:v>12.5815409033</c:v>
              </c:pt>
              <c:pt idx="86">
                <c:v>12.817599414</c:v>
              </c:pt>
              <c:pt idx="87">
                <c:v>13.0365238622</c:v>
              </c:pt>
              <c:pt idx="88">
                <c:v>13.2358114524</c:v>
              </c:pt>
              <c:pt idx="89">
                <c:v>13.4359417402</c:v>
              </c:pt>
              <c:pt idx="90">
                <c:v>13.6336537629</c:v>
              </c:pt>
              <c:pt idx="91">
                <c:v>13.8057876473</c:v>
              </c:pt>
              <c:pt idx="92">
                <c:v>13.9529303107</c:v>
              </c:pt>
              <c:pt idx="93">
                <c:v>14.0908836232</c:v>
              </c:pt>
              <c:pt idx="94">
                <c:v>14.2349796547</c:v>
              </c:pt>
              <c:pt idx="95">
                <c:v>14.3572117157</c:v>
              </c:pt>
            </c:numLit>
          </c:yVal>
        </c:ser>
        <c:ser>
          <c:idx val="20"/>
          <c:order val="20"/>
          <c:tx>
            <c:v>Run 21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0.0197793402257</c:v>
              </c:pt>
              <c:pt idx="1">
                <c:v>0.0285444602464</c:v>
              </c:pt>
              <c:pt idx="2">
                <c:v>0.0389807987999</c:v>
              </c:pt>
              <c:pt idx="3">
                <c:v>0.0511819389929</c:v>
              </c:pt>
              <c:pt idx="4">
                <c:v>0.0652212198328</c:v>
              </c:pt>
              <c:pt idx="5">
                <c:v>0.081520351437</c:v>
              </c:pt>
              <c:pt idx="6">
                <c:v>0.10105571797</c:v>
              </c:pt>
              <c:pt idx="7">
                <c:v>0.121661646833</c:v>
              </c:pt>
              <c:pt idx="8">
                <c:v>0.141518917726</c:v>
              </c:pt>
              <c:pt idx="9">
                <c:v>0.166437928997</c:v>
              </c:pt>
              <c:pt idx="10">
                <c:v>0.194217009864</c:v>
              </c:pt>
              <c:pt idx="11">
                <c:v>0.219116863601</c:v>
              </c:pt>
              <c:pt idx="12">
                <c:v>0.254873094148</c:v>
              </c:pt>
              <c:pt idx="13">
                <c:v>0.296296884745</c:v>
              </c:pt>
              <c:pt idx="14">
                <c:v>0.332026231837</c:v>
              </c:pt>
              <c:pt idx="15">
                <c:v>0.361228425849</c:v>
              </c:pt>
              <c:pt idx="16">
                <c:v>0.396162034509</c:v>
              </c:pt>
              <c:pt idx="17">
                <c:v>0.44775685411</c:v>
              </c:pt>
              <c:pt idx="18">
                <c:v>0.501710727251</c:v>
              </c:pt>
              <c:pt idx="19">
                <c:v>0.536976868793</c:v>
              </c:pt>
              <c:pt idx="20">
                <c:v>0.555213934843</c:v>
              </c:pt>
              <c:pt idx="21">
                <c:v>0.570812362177</c:v>
              </c:pt>
              <c:pt idx="22">
                <c:v>0.635830907735</c:v>
              </c:pt>
              <c:pt idx="23">
                <c:v>0.766047469388</c:v>
              </c:pt>
              <c:pt idx="24">
                <c:v>0.908444556058</c:v>
              </c:pt>
              <c:pt idx="25">
                <c:v>1.06749265023</c:v>
              </c:pt>
              <c:pt idx="26">
                <c:v>1.22109283326</c:v>
              </c:pt>
              <c:pt idx="27">
                <c:v>1.35658411475</c:v>
              </c:pt>
              <c:pt idx="28">
                <c:v>1.49977103764</c:v>
              </c:pt>
              <c:pt idx="29">
                <c:v>1.61029456375</c:v>
              </c:pt>
              <c:pt idx="30">
                <c:v>1.71273385424</c:v>
              </c:pt>
              <c:pt idx="31">
                <c:v>1.81188099242</c:v>
              </c:pt>
              <c:pt idx="32">
                <c:v>1.88881808804</c:v>
              </c:pt>
              <c:pt idx="33">
                <c:v>1.95618675702</c:v>
              </c:pt>
              <c:pt idx="34">
                <c:v>2.02705799757</c:v>
              </c:pt>
              <c:pt idx="35">
                <c:v>2.11618046292</c:v>
              </c:pt>
              <c:pt idx="36">
                <c:v>2.23030997025</c:v>
              </c:pt>
              <c:pt idx="37">
                <c:v>2.36775187312</c:v>
              </c:pt>
              <c:pt idx="38">
                <c:v>2.53032441406</c:v>
              </c:pt>
              <c:pt idx="39">
                <c:v>2.71893758408</c:v>
              </c:pt>
              <c:pt idx="40">
                <c:v>2.93340442446</c:v>
              </c:pt>
              <c:pt idx="41">
                <c:v>3.16944474261</c:v>
              </c:pt>
              <c:pt idx="42">
                <c:v>3.41863696654</c:v>
              </c:pt>
              <c:pt idx="43">
                <c:v>3.67180455595</c:v>
              </c:pt>
              <c:pt idx="44">
                <c:v>3.92180036544</c:v>
              </c:pt>
              <c:pt idx="45">
                <c:v>4.17190512924</c:v>
              </c:pt>
              <c:pt idx="46">
                <c:v>4.17190512924</c:v>
              </c:pt>
              <c:pt idx="47">
                <c:v>4.87817585302</c:v>
              </c:pt>
              <c:pt idx="48">
                <c:v>5.53711214313</c:v>
              </c:pt>
              <c:pt idx="49">
                <c:v>6.22585639261</c:v>
              </c:pt>
              <c:pt idx="50">
                <c:v>6.84932290042</c:v>
              </c:pt>
              <c:pt idx="51">
                <c:v>7.3346353046</c:v>
              </c:pt>
              <c:pt idx="52">
                <c:v>7.81099886999</c:v>
              </c:pt>
              <c:pt idx="53">
                <c:v>8.16995523621</c:v>
              </c:pt>
              <c:pt idx="54">
                <c:v>8.64206865761</c:v>
              </c:pt>
              <c:pt idx="55">
                <c:v>9.04898233911</c:v>
              </c:pt>
              <c:pt idx="56">
                <c:v>9.71053065357</c:v>
              </c:pt>
              <c:pt idx="57">
                <c:v>10.2379136311</c:v>
              </c:pt>
              <c:pt idx="58">
                <c:v>10.5532554218</c:v>
              </c:pt>
              <c:pt idx="59">
                <c:v>10.5834274099</c:v>
              </c:pt>
              <c:pt idx="60">
                <c:v>10.4163820867</c:v>
              </c:pt>
              <c:pt idx="61">
                <c:v>10.1667007543</c:v>
              </c:pt>
              <c:pt idx="62">
                <c:v>9.88715361804</c:v>
              </c:pt>
              <c:pt idx="63">
                <c:v>9.85969552522</c:v>
              </c:pt>
              <c:pt idx="64">
                <c:v>9.89384541508</c:v>
              </c:pt>
              <c:pt idx="65">
                <c:v>9.87987293566</c:v>
              </c:pt>
              <c:pt idx="66">
                <c:v>9.86053852642</c:v>
              </c:pt>
              <c:pt idx="67">
                <c:v>9.92317905718</c:v>
              </c:pt>
              <c:pt idx="68">
                <c:v>10.0427264905</c:v>
              </c:pt>
              <c:pt idx="69">
                <c:v>10.1665996539</c:v>
              </c:pt>
              <c:pt idx="70">
                <c:v>10.3415744274</c:v>
              </c:pt>
              <c:pt idx="71">
                <c:v>10.5203429973</c:v>
              </c:pt>
              <c:pt idx="72">
                <c:v>10.6958618783</c:v>
              </c:pt>
              <c:pt idx="73">
                <c:v>10.8686384371</c:v>
              </c:pt>
              <c:pt idx="74">
                <c:v>11.0499764005</c:v>
              </c:pt>
              <c:pt idx="75">
                <c:v>11.2687960236</c:v>
              </c:pt>
              <c:pt idx="76">
                <c:v>11.4904811758</c:v>
              </c:pt>
              <c:pt idx="77">
                <c:v>11.7158612912</c:v>
              </c:pt>
              <c:pt idx="78">
                <c:v>11.9437456802</c:v>
              </c:pt>
              <c:pt idx="79">
                <c:v>12.1720596416</c:v>
              </c:pt>
              <c:pt idx="80">
                <c:v>12.4405590874</c:v>
              </c:pt>
              <c:pt idx="81">
                <c:v>12.7045126552</c:v>
              </c:pt>
              <c:pt idx="82">
                <c:v>12.9621189696</c:v>
              </c:pt>
              <c:pt idx="83">
                <c:v>13.2116997457</c:v>
              </c:pt>
              <c:pt idx="84">
                <c:v>13.4525421567</c:v>
              </c:pt>
              <c:pt idx="85">
                <c:v>13.725317349</c:v>
              </c:pt>
              <c:pt idx="86">
                <c:v>13.9828357244</c:v>
              </c:pt>
              <c:pt idx="87">
                <c:v>14.2216623952</c:v>
              </c:pt>
              <c:pt idx="88">
                <c:v>14.439067039</c:v>
              </c:pt>
              <c:pt idx="89">
                <c:v>14.6573909893</c:v>
              </c:pt>
              <c:pt idx="90">
                <c:v>14.8730768322</c:v>
              </c:pt>
              <c:pt idx="91">
                <c:v>15.0608592516</c:v>
              </c:pt>
              <c:pt idx="92">
                <c:v>15.2213785207</c:v>
              </c:pt>
              <c:pt idx="93">
                <c:v>15.3718730435</c:v>
              </c:pt>
              <c:pt idx="94">
                <c:v>15.5290687142</c:v>
              </c:pt>
              <c:pt idx="95">
                <c:v>15.6624127807</c:v>
              </c:pt>
            </c:numLit>
          </c:yVal>
        </c:ser>
        <c:ser>
          <c:idx val="21"/>
          <c:order val="21"/>
          <c:tx>
            <c:v>Run 22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0.0089700158972</c:v>
              </c:pt>
              <c:pt idx="1">
                <c:v>0.0130058002575</c:v>
              </c:pt>
              <c:pt idx="2">
                <c:v>0.0178908774364</c:v>
              </c:pt>
              <c:pt idx="3">
                <c:v>0.0236142022889</c:v>
              </c:pt>
              <c:pt idx="4">
                <c:v>0.0301846927875</c:v>
              </c:pt>
              <c:pt idx="5">
                <c:v>0.0375930997076</c:v>
              </c:pt>
              <c:pt idx="6">
                <c:v>0.045694387113</c:v>
              </c:pt>
              <c:pt idx="7">
                <c:v>0.0542573612203</c:v>
              </c:pt>
              <c:pt idx="8">
                <c:v>0.0631095370764</c:v>
              </c:pt>
              <c:pt idx="9">
                <c:v>0.0723620491169</c:v>
              </c:pt>
              <c:pt idx="10">
                <c:v>0.0852534498215</c:v>
              </c:pt>
              <c:pt idx="11">
                <c:v>0.0971579285126</c:v>
              </c:pt>
              <c:pt idx="12">
                <c:v>0.110485510992</c:v>
              </c:pt>
              <c:pt idx="13">
                <c:v>0.126735902638</c:v>
              </c:pt>
              <c:pt idx="14">
                <c:v>0.144426549633</c:v>
              </c:pt>
              <c:pt idx="15">
                <c:v>0.165905040617</c:v>
              </c:pt>
              <c:pt idx="16">
                <c:v>0.188987275659</c:v>
              </c:pt>
              <c:pt idx="17">
                <c:v>0.201081087179</c:v>
              </c:pt>
              <c:pt idx="18">
                <c:v>0.223993992125</c:v>
              </c:pt>
              <c:pt idx="19">
                <c:v>0.238876635947</c:v>
              </c:pt>
              <c:pt idx="20">
                <c:v>0.246611989501</c:v>
              </c:pt>
              <c:pt idx="21">
                <c:v>0.273975146343</c:v>
              </c:pt>
              <c:pt idx="22">
                <c:v>0.302027800472</c:v>
              </c:pt>
              <c:pt idx="23">
                <c:v>0.347633686951</c:v>
              </c:pt>
              <c:pt idx="24">
                <c:v>0.398795249622</c:v>
              </c:pt>
              <c:pt idx="25">
                <c:v>0.42028584975</c:v>
              </c:pt>
              <c:pt idx="26">
                <c:v>0.470153987348</c:v>
              </c:pt>
              <c:pt idx="27">
                <c:v>0.51606938911</c:v>
              </c:pt>
              <c:pt idx="28">
                <c:v>0.521746203075</c:v>
              </c:pt>
              <c:pt idx="29">
                <c:v>0.574860944114</c:v>
              </c:pt>
              <c:pt idx="30">
                <c:v>0.63037429764</c:v>
              </c:pt>
              <c:pt idx="31">
                <c:v>0.640774908096</c:v>
              </c:pt>
              <c:pt idx="32">
                <c:v>0.677837872142</c:v>
              </c:pt>
              <c:pt idx="33">
                <c:v>0.767922317858</c:v>
              </c:pt>
              <c:pt idx="34">
                <c:v>0.811540658731</c:v>
              </c:pt>
              <c:pt idx="35">
                <c:v>0.830194411763</c:v>
              </c:pt>
              <c:pt idx="36">
                <c:v>0.866982310427</c:v>
              </c:pt>
              <c:pt idx="37">
                <c:v>0.954694111483</c:v>
              </c:pt>
              <c:pt idx="38">
                <c:v>1.05456619104</c:v>
              </c:pt>
              <c:pt idx="39">
                <c:v>1.13436231629</c:v>
              </c:pt>
              <c:pt idx="40">
                <c:v>1.21159180864</c:v>
              </c:pt>
              <c:pt idx="41">
                <c:v>1.29898791366</c:v>
              </c:pt>
              <c:pt idx="42">
                <c:v>1.39677645142</c:v>
              </c:pt>
              <c:pt idx="43">
                <c:v>1.48604985795</c:v>
              </c:pt>
              <c:pt idx="44">
                <c:v>1.56677213411</c:v>
              </c:pt>
              <c:pt idx="45">
                <c:v>1.64648865539</c:v>
              </c:pt>
              <c:pt idx="46">
                <c:v>1.64648865539</c:v>
              </c:pt>
              <c:pt idx="47">
                <c:v>1.74214374496</c:v>
              </c:pt>
              <c:pt idx="48">
                <c:v>1.69148726617</c:v>
              </c:pt>
              <c:pt idx="49">
                <c:v>1.84729444827</c:v>
              </c:pt>
              <c:pt idx="50">
                <c:v>2.10931696446</c:v>
              </c:pt>
              <c:pt idx="51">
                <c:v>2.62572813859</c:v>
              </c:pt>
              <c:pt idx="52">
                <c:v>3.07085875168</c:v>
              </c:pt>
              <c:pt idx="53">
                <c:v>3.5464739376</c:v>
              </c:pt>
              <c:pt idx="54">
                <c:v>3.912168712</c:v>
              </c:pt>
              <c:pt idx="55">
                <c:v>3.95734754543</c:v>
              </c:pt>
              <c:pt idx="56">
                <c:v>3.92287368761</c:v>
              </c:pt>
              <c:pt idx="57">
                <c:v>4.12701460647</c:v>
              </c:pt>
              <c:pt idx="58">
                <c:v>4.37560077368</c:v>
              </c:pt>
              <c:pt idx="59">
                <c:v>4.5147606518</c:v>
              </c:pt>
              <c:pt idx="60">
                <c:v>4.83597591743</c:v>
              </c:pt>
              <c:pt idx="61">
                <c:v>5.77085027568</c:v>
              </c:pt>
              <c:pt idx="62">
                <c:v>6.31443919702</c:v>
              </c:pt>
              <c:pt idx="63">
                <c:v>6.45045404467</c:v>
              </c:pt>
              <c:pt idx="64">
                <c:v>6.35528437148</c:v>
              </c:pt>
              <c:pt idx="65">
                <c:v>6.50239886319</c:v>
              </c:pt>
              <c:pt idx="66">
                <c:v>6.8801328975</c:v>
              </c:pt>
              <c:pt idx="67">
                <c:v>7.86789080751</c:v>
              </c:pt>
              <c:pt idx="68">
                <c:v>8.67793857761</c:v>
              </c:pt>
              <c:pt idx="69">
                <c:v>9.35526707917</c:v>
              </c:pt>
              <c:pt idx="70">
                <c:v>9.91426400182</c:v>
              </c:pt>
              <c:pt idx="71">
                <c:v>10.3672477911</c:v>
              </c:pt>
              <c:pt idx="72">
                <c:v>10.671308043</c:v>
              </c:pt>
              <c:pt idx="73">
                <c:v>11.255449052</c:v>
              </c:pt>
              <c:pt idx="74">
                <c:v>12.8880944323</c:v>
              </c:pt>
              <c:pt idx="75">
                <c:v>15.5661365795</c:v>
              </c:pt>
              <c:pt idx="76">
                <c:v>18.2412662554</c:v>
              </c:pt>
              <c:pt idx="77">
                <c:v>20.6727833356</c:v>
              </c:pt>
              <c:pt idx="78">
                <c:v>22.3821876597</c:v>
              </c:pt>
              <c:pt idx="79">
                <c:v>23.1054954761</c:v>
              </c:pt>
              <c:pt idx="80">
                <c:v>22.8250319155</c:v>
              </c:pt>
              <c:pt idx="81">
                <c:v>21.6680237443</c:v>
              </c:pt>
              <c:pt idx="82">
                <c:v>19.8533209313</c:v>
              </c:pt>
              <c:pt idx="83">
                <c:v>18.6520267738</c:v>
              </c:pt>
              <c:pt idx="84">
                <c:v>18.3745349021</c:v>
              </c:pt>
              <c:pt idx="85">
                <c:v>18.2398797594</c:v>
              </c:pt>
              <c:pt idx="86">
                <c:v>18.0744310078</c:v>
              </c:pt>
              <c:pt idx="87">
                <c:v>17.8649446125</c:v>
              </c:pt>
              <c:pt idx="88">
                <c:v>17.902640622</c:v>
              </c:pt>
              <c:pt idx="89">
                <c:v>18.9347935819</c:v>
              </c:pt>
              <c:pt idx="90">
                <c:v>19.9426892263</c:v>
              </c:pt>
              <c:pt idx="91">
                <c:v>20.8579894474</c:v>
              </c:pt>
              <c:pt idx="92">
                <c:v>21.6562674936</c:v>
              </c:pt>
              <c:pt idx="93">
                <c:v>22.3393202035</c:v>
              </c:pt>
              <c:pt idx="94">
                <c:v>22.9371464171</c:v>
              </c:pt>
              <c:pt idx="95">
                <c:v>23.4769292976</c:v>
              </c:pt>
            </c:numLit>
          </c:yVal>
        </c:ser>
        <c:ser>
          <c:idx val="22"/>
          <c:order val="22"/>
          <c:tx>
            <c:v>Run 23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0.0134550238458</c:v>
              </c:pt>
              <c:pt idx="1">
                <c:v>0.0195087003862</c:v>
              </c:pt>
              <c:pt idx="2">
                <c:v>0.0268363161545</c:v>
              </c:pt>
              <c:pt idx="3">
                <c:v>0.0354213034334</c:v>
              </c:pt>
              <c:pt idx="4">
                <c:v>0.0452770391812</c:v>
              </c:pt>
              <c:pt idx="5">
                <c:v>0.0563896495613</c:v>
              </c:pt>
              <c:pt idx="6">
                <c:v>0.0685415806695</c:v>
              </c:pt>
              <c:pt idx="7">
                <c:v>0.0813860418304</c:v>
              </c:pt>
              <c:pt idx="8">
                <c:v>0.0946643056146</c:v>
              </c:pt>
              <c:pt idx="9">
                <c:v>0.108543073675</c:v>
              </c:pt>
              <c:pt idx="10">
                <c:v>0.127880174732</c:v>
              </c:pt>
              <c:pt idx="11">
                <c:v>0.145736892769</c:v>
              </c:pt>
              <c:pt idx="12">
                <c:v>0.165728266488</c:v>
              </c:pt>
              <c:pt idx="13">
                <c:v>0.190103853957</c:v>
              </c:pt>
              <c:pt idx="14">
                <c:v>0.216639824449</c:v>
              </c:pt>
              <c:pt idx="15">
                <c:v>0.248857560925</c:v>
              </c:pt>
              <c:pt idx="16">
                <c:v>0.283480913488</c:v>
              </c:pt>
              <c:pt idx="17">
                <c:v>0.301621630769</c:v>
              </c:pt>
              <c:pt idx="18">
                <c:v>0.335990988188</c:v>
              </c:pt>
              <c:pt idx="19">
                <c:v>0.35831495392</c:v>
              </c:pt>
              <c:pt idx="20">
                <c:v>0.369917984251</c:v>
              </c:pt>
              <c:pt idx="21">
                <c:v>0.410962719515</c:v>
              </c:pt>
              <c:pt idx="22">
                <c:v>0.453041700709</c:v>
              </c:pt>
              <c:pt idx="23">
                <c:v>0.521450530427</c:v>
              </c:pt>
              <c:pt idx="24">
                <c:v>0.598192874433</c:v>
              </c:pt>
              <c:pt idx="25">
                <c:v>0.630428774624</c:v>
              </c:pt>
              <c:pt idx="26">
                <c:v>0.705230981022</c:v>
              </c:pt>
              <c:pt idx="27">
                <c:v>0.774104083664</c:v>
              </c:pt>
              <c:pt idx="28">
                <c:v>0.782619304612</c:v>
              </c:pt>
              <c:pt idx="29">
                <c:v>0.862291416171</c:v>
              </c:pt>
              <c:pt idx="30">
                <c:v>0.945561446459</c:v>
              </c:pt>
              <c:pt idx="31">
                <c:v>0.961162362144</c:v>
              </c:pt>
              <c:pt idx="32">
                <c:v>1.01675680821</c:v>
              </c:pt>
              <c:pt idx="33">
                <c:v>1.15188347679</c:v>
              </c:pt>
              <c:pt idx="34">
                <c:v>1.2173109881</c:v>
              </c:pt>
              <c:pt idx="35">
                <c:v>1.24529161764</c:v>
              </c:pt>
              <c:pt idx="36">
                <c:v>1.30047346564</c:v>
              </c:pt>
              <c:pt idx="37">
                <c:v>1.43204116722</c:v>
              </c:pt>
              <c:pt idx="38">
                <c:v>1.58184928656</c:v>
              </c:pt>
              <c:pt idx="39">
                <c:v>1.70154347443</c:v>
              </c:pt>
              <c:pt idx="40">
                <c:v>1.81738771296</c:v>
              </c:pt>
              <c:pt idx="41">
                <c:v>1.94848187049</c:v>
              </c:pt>
              <c:pt idx="42">
                <c:v>2.09516467713</c:v>
              </c:pt>
              <c:pt idx="43">
                <c:v>2.22907478693</c:v>
              </c:pt>
              <c:pt idx="44">
                <c:v>2.35015820117</c:v>
              </c:pt>
              <c:pt idx="45">
                <c:v>2.46973298309</c:v>
              </c:pt>
              <c:pt idx="46">
                <c:v>2.46973298309</c:v>
              </c:pt>
              <c:pt idx="47">
                <c:v>2.61321561744</c:v>
              </c:pt>
              <c:pt idx="48">
                <c:v>2.53723089926</c:v>
              </c:pt>
              <c:pt idx="49">
                <c:v>2.7709416724</c:v>
              </c:pt>
              <c:pt idx="50">
                <c:v>3.16397544669</c:v>
              </c:pt>
              <c:pt idx="51">
                <c:v>3.93859220789</c:v>
              </c:pt>
              <c:pt idx="52">
                <c:v>4.60628812752</c:v>
              </c:pt>
              <c:pt idx="53">
                <c:v>5.3197109064</c:v>
              </c:pt>
              <c:pt idx="54">
                <c:v>5.868253068</c:v>
              </c:pt>
              <c:pt idx="55">
                <c:v>5.93602131815</c:v>
              </c:pt>
              <c:pt idx="56">
                <c:v>5.88431053142</c:v>
              </c:pt>
              <c:pt idx="57">
                <c:v>6.19052190971</c:v>
              </c:pt>
              <c:pt idx="58">
                <c:v>6.56340116052</c:v>
              </c:pt>
              <c:pt idx="59">
                <c:v>6.7721409777</c:v>
              </c:pt>
              <c:pt idx="60">
                <c:v>7.25396387614</c:v>
              </c:pt>
              <c:pt idx="61">
                <c:v>8.65627541353</c:v>
              </c:pt>
              <c:pt idx="62">
                <c:v>9.47165879552</c:v>
              </c:pt>
              <c:pt idx="63">
                <c:v>9.67568106701</c:v>
              </c:pt>
              <c:pt idx="64">
                <c:v>9.53292655723</c:v>
              </c:pt>
              <c:pt idx="65">
                <c:v>9.75359829478</c:v>
              </c:pt>
              <c:pt idx="66">
                <c:v>10.3201993463</c:v>
              </c:pt>
              <c:pt idx="67">
                <c:v>11.8018362113</c:v>
              </c:pt>
              <c:pt idx="68">
                <c:v>13.0169078664</c:v>
              </c:pt>
              <c:pt idx="69">
                <c:v>14.0329006188</c:v>
              </c:pt>
              <c:pt idx="70">
                <c:v>14.8713960027</c:v>
              </c:pt>
              <c:pt idx="71">
                <c:v>15.5508716866</c:v>
              </c:pt>
              <c:pt idx="72">
                <c:v>16.0069620645</c:v>
              </c:pt>
              <c:pt idx="73">
                <c:v>16.883173578</c:v>
              </c:pt>
              <c:pt idx="74">
                <c:v>19.3321416485</c:v>
              </c:pt>
              <c:pt idx="75">
                <c:v>23.3492048693</c:v>
              </c:pt>
              <c:pt idx="76">
                <c:v>27.3618993831</c:v>
              </c:pt>
              <c:pt idx="77">
                <c:v>31.0091750033</c:v>
              </c:pt>
              <c:pt idx="78">
                <c:v>33.5732814895</c:v>
              </c:pt>
              <c:pt idx="79">
                <c:v>34.6582432142</c:v>
              </c:pt>
              <c:pt idx="80">
                <c:v>34.2375478733</c:v>
              </c:pt>
              <c:pt idx="81">
                <c:v>32.5020356165</c:v>
              </c:pt>
              <c:pt idx="82">
                <c:v>29.779981397</c:v>
              </c:pt>
              <c:pt idx="83">
                <c:v>27.9780401607</c:v>
              </c:pt>
              <c:pt idx="84">
                <c:v>27.5618023532</c:v>
              </c:pt>
              <c:pt idx="85">
                <c:v>27.3598196391</c:v>
              </c:pt>
              <c:pt idx="86">
                <c:v>27.1116465116</c:v>
              </c:pt>
              <c:pt idx="87">
                <c:v>26.7974169187</c:v>
              </c:pt>
              <c:pt idx="88">
                <c:v>26.8539609331</c:v>
              </c:pt>
              <c:pt idx="89">
                <c:v>28.4021903729</c:v>
              </c:pt>
              <c:pt idx="90">
                <c:v>29.9140338395</c:v>
              </c:pt>
              <c:pt idx="91">
                <c:v>31.2869841712</c:v>
              </c:pt>
              <c:pt idx="92">
                <c:v>32.4844012404</c:v>
              </c:pt>
              <c:pt idx="93">
                <c:v>33.5089803052</c:v>
              </c:pt>
              <c:pt idx="94">
                <c:v>34.4057196256</c:v>
              </c:pt>
              <c:pt idx="95">
                <c:v>35.2153939463</c:v>
              </c:pt>
            </c:numLit>
          </c:yVal>
        </c:ser>
        <c:ser>
          <c:idx val="23"/>
          <c:order val="23"/>
          <c:tx>
            <c:v>Run 24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0.0156975278201</c:v>
              </c:pt>
              <c:pt idx="1">
                <c:v>0.0227601504506</c:v>
              </c:pt>
              <c:pt idx="2">
                <c:v>0.0313090355136</c:v>
              </c:pt>
              <c:pt idx="3">
                <c:v>0.0413248540056</c:v>
              </c:pt>
              <c:pt idx="4">
                <c:v>0.0528232123781</c:v>
              </c:pt>
              <c:pt idx="5">
                <c:v>0.0657879244882</c:v>
              </c:pt>
              <c:pt idx="6">
                <c:v>0.0799651774477</c:v>
              </c:pt>
              <c:pt idx="7">
                <c:v>0.0949503821355</c:v>
              </c:pt>
              <c:pt idx="8">
                <c:v>0.110441689884</c:v>
              </c:pt>
              <c:pt idx="9">
                <c:v>0.126633585955</c:v>
              </c:pt>
              <c:pt idx="10">
                <c:v>0.149193537188</c:v>
              </c:pt>
              <c:pt idx="11">
                <c:v>0.170026374897</c:v>
              </c:pt>
              <c:pt idx="12">
                <c:v>0.193349644236</c:v>
              </c:pt>
              <c:pt idx="13">
                <c:v>0.221787829617</c:v>
              </c:pt>
              <c:pt idx="14">
                <c:v>0.252746461857</c:v>
              </c:pt>
              <c:pt idx="15">
                <c:v>0.290333821079</c:v>
              </c:pt>
              <c:pt idx="16">
                <c:v>0.330727732403</c:v>
              </c:pt>
              <c:pt idx="17">
                <c:v>0.351891902564</c:v>
              </c:pt>
              <c:pt idx="18">
                <c:v>0.391989486219</c:v>
              </c:pt>
              <c:pt idx="19">
                <c:v>0.418034112907</c:v>
              </c:pt>
              <c:pt idx="20">
                <c:v>0.431570981626</c:v>
              </c:pt>
              <c:pt idx="21">
                <c:v>0.4794565061</c:v>
              </c:pt>
              <c:pt idx="22">
                <c:v>0.528548650827</c:v>
              </c:pt>
              <c:pt idx="23">
                <c:v>0.608358952165</c:v>
              </c:pt>
              <c:pt idx="24">
                <c:v>0.697891686838</c:v>
              </c:pt>
              <c:pt idx="25">
                <c:v>0.735500237062</c:v>
              </c:pt>
              <c:pt idx="26">
                <c:v>0.822769477859</c:v>
              </c:pt>
              <c:pt idx="27">
                <c:v>0.903121430942</c:v>
              </c:pt>
              <c:pt idx="28">
                <c:v>0.913055855381</c:v>
              </c:pt>
              <c:pt idx="29">
                <c:v>1.0060066522</c:v>
              </c:pt>
              <c:pt idx="30">
                <c:v>1.10315502087</c:v>
              </c:pt>
              <c:pt idx="31">
                <c:v>1.12135608917</c:v>
              </c:pt>
              <c:pt idx="32">
                <c:v>1.18621627625</c:v>
              </c:pt>
              <c:pt idx="33">
                <c:v>1.34386405625</c:v>
              </c:pt>
              <c:pt idx="34">
                <c:v>1.42019615278</c:v>
              </c:pt>
              <c:pt idx="35">
                <c:v>1.45284022059</c:v>
              </c:pt>
              <c:pt idx="36">
                <c:v>1.51721904325</c:v>
              </c:pt>
              <c:pt idx="37">
                <c:v>1.6707146951</c:v>
              </c:pt>
              <c:pt idx="38">
                <c:v>1.84549083432</c:v>
              </c:pt>
              <c:pt idx="39">
                <c:v>1.9851340535</c:v>
              </c:pt>
              <c:pt idx="40">
                <c:v>2.12028566512</c:v>
              </c:pt>
              <c:pt idx="41">
                <c:v>2.2732288489</c:v>
              </c:pt>
              <c:pt idx="42">
                <c:v>2.44435878998</c:v>
              </c:pt>
              <c:pt idx="43">
                <c:v>2.60058725141</c:v>
              </c:pt>
              <c:pt idx="44">
                <c:v>2.7418512347</c:v>
              </c:pt>
              <c:pt idx="45">
                <c:v>2.88135514694</c:v>
              </c:pt>
              <c:pt idx="46">
                <c:v>2.88135514694</c:v>
              </c:pt>
              <c:pt idx="47">
                <c:v>3.04875155368</c:v>
              </c:pt>
              <c:pt idx="48">
                <c:v>2.9601027158</c:v>
              </c:pt>
              <c:pt idx="49">
                <c:v>3.23276528447</c:v>
              </c:pt>
              <c:pt idx="50">
                <c:v>3.69130468781</c:v>
              </c:pt>
              <c:pt idx="51">
                <c:v>4.59502424254</c:v>
              </c:pt>
              <c:pt idx="52">
                <c:v>5.37400281543</c:v>
              </c:pt>
              <c:pt idx="53">
                <c:v>6.20632939081</c:v>
              </c:pt>
              <c:pt idx="54">
                <c:v>6.846295246</c:v>
              </c:pt>
              <c:pt idx="55">
                <c:v>6.9253582045</c:v>
              </c:pt>
              <c:pt idx="56">
                <c:v>6.86502895332</c:v>
              </c:pt>
              <c:pt idx="57">
                <c:v>7.22227556132</c:v>
              </c:pt>
              <c:pt idx="58">
                <c:v>7.65730135394</c:v>
              </c:pt>
              <c:pt idx="59">
                <c:v>7.90083114065</c:v>
              </c:pt>
              <c:pt idx="60">
                <c:v>8.4629578555</c:v>
              </c:pt>
              <c:pt idx="61">
                <c:v>10.0989879824</c:v>
              </c:pt>
              <c:pt idx="62">
                <c:v>11.0502685948</c:v>
              </c:pt>
              <c:pt idx="63">
                <c:v>11.2882945782</c:v>
              </c:pt>
              <c:pt idx="64">
                <c:v>11.1217476501</c:v>
              </c:pt>
              <c:pt idx="65">
                <c:v>11.3791980106</c:v>
              </c:pt>
              <c:pt idx="66">
                <c:v>12.0402325706</c:v>
              </c:pt>
              <c:pt idx="67">
                <c:v>13.7688089131</c:v>
              </c:pt>
              <c:pt idx="68">
                <c:v>15.1863925108</c:v>
              </c:pt>
              <c:pt idx="69">
                <c:v>16.3717173886</c:v>
              </c:pt>
              <c:pt idx="70">
                <c:v>17.3499620032</c:v>
              </c:pt>
              <c:pt idx="71">
                <c:v>18.1426836344</c:v>
              </c:pt>
              <c:pt idx="72">
                <c:v>18.6747890752</c:v>
              </c:pt>
              <c:pt idx="73">
                <c:v>19.6970358409</c:v>
              </c:pt>
              <c:pt idx="74">
                <c:v>22.5541652566</c:v>
              </c:pt>
              <c:pt idx="75">
                <c:v>27.2407390142</c:v>
              </c:pt>
              <c:pt idx="76">
                <c:v>31.9222159469</c:v>
              </c:pt>
              <c:pt idx="77">
                <c:v>36.1773708372</c:v>
              </c:pt>
              <c:pt idx="78">
                <c:v>39.1688284044</c:v>
              </c:pt>
              <c:pt idx="79">
                <c:v>40.4346170832</c:v>
              </c:pt>
              <c:pt idx="80">
                <c:v>39.9438058522</c:v>
              </c:pt>
              <c:pt idx="81">
                <c:v>37.9190415526</c:v>
              </c:pt>
              <c:pt idx="82">
                <c:v>34.7433116298</c:v>
              </c:pt>
              <c:pt idx="83">
                <c:v>32.6410468541</c:v>
              </c:pt>
              <c:pt idx="84">
                <c:v>32.1554360788</c:v>
              </c:pt>
              <c:pt idx="85">
                <c:v>31.919789579</c:v>
              </c:pt>
              <c:pt idx="86">
                <c:v>31.6302542636</c:v>
              </c:pt>
              <c:pt idx="87">
                <c:v>31.2636530718</c:v>
              </c:pt>
              <c:pt idx="88">
                <c:v>31.3296210886</c:v>
              </c:pt>
              <c:pt idx="89">
                <c:v>33.1358887684</c:v>
              </c:pt>
              <c:pt idx="90">
                <c:v>34.8997061461</c:v>
              </c:pt>
              <c:pt idx="91">
                <c:v>36.501481533</c:v>
              </c:pt>
              <c:pt idx="92">
                <c:v>37.8984681138</c:v>
              </c:pt>
              <c:pt idx="93">
                <c:v>39.0938103561</c:v>
              </c:pt>
              <c:pt idx="94">
                <c:v>40.1400062299</c:v>
              </c:pt>
              <c:pt idx="95">
                <c:v>41.0846262707</c:v>
              </c:pt>
            </c:numLit>
          </c:yVal>
        </c:ser>
        <c:ser>
          <c:idx val="24"/>
          <c:order val="24"/>
          <c:tx>
            <c:v>Run 25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0.0179400317944</c:v>
              </c:pt>
              <c:pt idx="1">
                <c:v>0.0260116005149</c:v>
              </c:pt>
              <c:pt idx="2">
                <c:v>0.0357817548727</c:v>
              </c:pt>
              <c:pt idx="3">
                <c:v>0.0472284045778</c:v>
              </c:pt>
              <c:pt idx="4">
                <c:v>0.0603693855749</c:v>
              </c:pt>
              <c:pt idx="5">
                <c:v>0.0751861994151</c:v>
              </c:pt>
              <c:pt idx="6">
                <c:v>0.091388774226</c:v>
              </c:pt>
              <c:pt idx="7">
                <c:v>0.108514722441</c:v>
              </c:pt>
              <c:pt idx="8">
                <c:v>0.126219074153</c:v>
              </c:pt>
              <c:pt idx="9">
                <c:v>0.144724098234</c:v>
              </c:pt>
              <c:pt idx="10">
                <c:v>0.170506899643</c:v>
              </c:pt>
              <c:pt idx="11">
                <c:v>0.194315857025</c:v>
              </c:pt>
              <c:pt idx="12">
                <c:v>0.220971021984</c:v>
              </c:pt>
              <c:pt idx="13">
                <c:v>0.253471805276</c:v>
              </c:pt>
              <c:pt idx="14">
                <c:v>0.288853099265</c:v>
              </c:pt>
              <c:pt idx="15">
                <c:v>0.331810081233</c:v>
              </c:pt>
              <c:pt idx="16">
                <c:v>0.377974551318</c:v>
              </c:pt>
              <c:pt idx="17">
                <c:v>0.402162174359</c:v>
              </c:pt>
              <c:pt idx="18">
                <c:v>0.447987984251</c:v>
              </c:pt>
              <c:pt idx="19">
                <c:v>0.477753271894</c:v>
              </c:pt>
              <c:pt idx="20">
                <c:v>0.493223979001</c:v>
              </c:pt>
              <c:pt idx="21">
                <c:v>0.547950292686</c:v>
              </c:pt>
              <c:pt idx="22">
                <c:v>0.604055600945</c:v>
              </c:pt>
              <c:pt idx="23">
                <c:v>0.695267373903</c:v>
              </c:pt>
              <c:pt idx="24">
                <c:v>0.797590499243</c:v>
              </c:pt>
              <c:pt idx="25">
                <c:v>0.840571699499</c:v>
              </c:pt>
              <c:pt idx="26">
                <c:v>0.940307974696</c:v>
              </c:pt>
              <c:pt idx="27">
                <c:v>1.03213877822</c:v>
              </c:pt>
              <c:pt idx="28">
                <c:v>1.04349240615</c:v>
              </c:pt>
              <c:pt idx="29">
                <c:v>1.14972188823</c:v>
              </c:pt>
              <c:pt idx="30">
                <c:v>1.26074859528</c:v>
              </c:pt>
              <c:pt idx="31">
                <c:v>1.28154981619</c:v>
              </c:pt>
              <c:pt idx="32">
                <c:v>1.35567574428</c:v>
              </c:pt>
              <c:pt idx="33">
                <c:v>1.53584463572</c:v>
              </c:pt>
              <c:pt idx="34">
                <c:v>1.62308131746</c:v>
              </c:pt>
              <c:pt idx="35">
                <c:v>1.66038882353</c:v>
              </c:pt>
              <c:pt idx="36">
                <c:v>1.73396462085</c:v>
              </c:pt>
              <c:pt idx="37">
                <c:v>1.90938822297</c:v>
              </c:pt>
              <c:pt idx="38">
                <c:v>2.10913238208</c:v>
              </c:pt>
              <c:pt idx="39">
                <c:v>2.26872463257</c:v>
              </c:pt>
              <c:pt idx="40">
                <c:v>2.42318361728</c:v>
              </c:pt>
              <c:pt idx="41">
                <c:v>2.59797582732</c:v>
              </c:pt>
              <c:pt idx="42">
                <c:v>2.79355290283</c:v>
              </c:pt>
              <c:pt idx="43">
                <c:v>2.9720997159</c:v>
              </c:pt>
              <c:pt idx="44">
                <c:v>3.13354426823</c:v>
              </c:pt>
              <c:pt idx="45">
                <c:v>3.29297731079</c:v>
              </c:pt>
              <c:pt idx="46">
                <c:v>3.29297731079</c:v>
              </c:pt>
              <c:pt idx="47">
                <c:v>3.48428748992</c:v>
              </c:pt>
              <c:pt idx="48">
                <c:v>3.38297453235</c:v>
              </c:pt>
              <c:pt idx="49">
                <c:v>3.69458889654</c:v>
              </c:pt>
              <c:pt idx="50">
                <c:v>4.21863392892</c:v>
              </c:pt>
              <c:pt idx="51">
                <c:v>5.25145627719</c:v>
              </c:pt>
              <c:pt idx="52">
                <c:v>6.14171750335</c:v>
              </c:pt>
              <c:pt idx="53">
                <c:v>7.09294787521</c:v>
              </c:pt>
              <c:pt idx="54">
                <c:v>7.824337424</c:v>
              </c:pt>
              <c:pt idx="55">
                <c:v>7.91469509086</c:v>
              </c:pt>
              <c:pt idx="56">
                <c:v>7.84574737523</c:v>
              </c:pt>
              <c:pt idx="57">
                <c:v>8.25402921294</c:v>
              </c:pt>
              <c:pt idx="58">
                <c:v>8.75120154736</c:v>
              </c:pt>
              <c:pt idx="59">
                <c:v>9.0295213036</c:v>
              </c:pt>
              <c:pt idx="60">
                <c:v>9.67195183486</c:v>
              </c:pt>
              <c:pt idx="61">
                <c:v>11.5417005514</c:v>
              </c:pt>
              <c:pt idx="62">
                <c:v>12.628878394</c:v>
              </c:pt>
              <c:pt idx="63">
                <c:v>12.9009080893</c:v>
              </c:pt>
              <c:pt idx="64">
                <c:v>12.710568743</c:v>
              </c:pt>
              <c:pt idx="65">
                <c:v>13.0047977264</c:v>
              </c:pt>
              <c:pt idx="66">
                <c:v>13.760265795</c:v>
              </c:pt>
              <c:pt idx="67">
                <c:v>15.735781615</c:v>
              </c:pt>
              <c:pt idx="68">
                <c:v>17.3558771552</c:v>
              </c:pt>
              <c:pt idx="69">
                <c:v>18.7105341583</c:v>
              </c:pt>
              <c:pt idx="70">
                <c:v>19.8285280036</c:v>
              </c:pt>
              <c:pt idx="71">
                <c:v>20.7344955821</c:v>
              </c:pt>
              <c:pt idx="72">
                <c:v>21.342616086</c:v>
              </c:pt>
              <c:pt idx="73">
                <c:v>22.5108981039</c:v>
              </c:pt>
              <c:pt idx="74">
                <c:v>25.7761888647</c:v>
              </c:pt>
              <c:pt idx="75">
                <c:v>31.1322731591</c:v>
              </c:pt>
              <c:pt idx="76">
                <c:v>36.4825325107</c:v>
              </c:pt>
              <c:pt idx="77">
                <c:v>41.3455666711</c:v>
              </c:pt>
              <c:pt idx="78">
                <c:v>44.7643753193</c:v>
              </c:pt>
              <c:pt idx="79">
                <c:v>46.2109909523</c:v>
              </c:pt>
              <c:pt idx="80">
                <c:v>45.6500638311</c:v>
              </c:pt>
              <c:pt idx="81">
                <c:v>43.3360474886</c:v>
              </c:pt>
              <c:pt idx="82">
                <c:v>39.7066418626</c:v>
              </c:pt>
              <c:pt idx="83">
                <c:v>37.3040535476</c:v>
              </c:pt>
              <c:pt idx="84">
                <c:v>36.7490698043</c:v>
              </c:pt>
              <c:pt idx="85">
                <c:v>36.4797595188</c:v>
              </c:pt>
              <c:pt idx="86">
                <c:v>36.1488620155</c:v>
              </c:pt>
              <c:pt idx="87">
                <c:v>35.7298892249</c:v>
              </c:pt>
              <c:pt idx="88">
                <c:v>35.8052812441</c:v>
              </c:pt>
              <c:pt idx="89">
                <c:v>37.8695871639</c:v>
              </c:pt>
              <c:pt idx="90">
                <c:v>39.8853784527</c:v>
              </c:pt>
              <c:pt idx="91">
                <c:v>41.7159788949</c:v>
              </c:pt>
              <c:pt idx="92">
                <c:v>43.3125349872</c:v>
              </c:pt>
              <c:pt idx="93">
                <c:v>44.678640407</c:v>
              </c:pt>
              <c:pt idx="94">
                <c:v>45.8742928342</c:v>
              </c:pt>
              <c:pt idx="95">
                <c:v>46.9538585951</c:v>
              </c:pt>
            </c:numLit>
          </c:yVal>
        </c:ser>
        <c:ser>
          <c:idx val="25"/>
          <c:order val="25"/>
          <c:tx>
            <c:v>T1 = 0.112 s</c:v>
          </c:tx>
          <c:spPr>
            <a:ln xmlns:a="http://schemas.openxmlformats.org/drawingml/2006/main" w="16193">
              <a:solidFill>
                <a:srgbClr val="272523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0.111887414852</c:v>
              </c:pt>
              <c:pt idx="1">
                <c:v>0.111887414852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ser>
          <c:idx val="26"/>
          <c:order val="26"/>
          <c:tx>
            <c:v>Teff = 0.241 s</c:v>
          </c:tx>
          <c:spPr>
            <a:ln xmlns:a="http://schemas.openxmlformats.org/drawingml/2006/main" w="20955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0.241382479912</c:v>
              </c:pt>
              <c:pt idx="1">
                <c:v>0.241382479912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 · T_B = 0.240 s</c:v>
          </c:tx>
          <c:spPr>
            <a:ln xmlns:a="http://schemas.openxmlformats.org/drawingml/2006/main" w="20003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71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</c:numLit>
          </c:xVal>
          <c:yVal>
            <c:numLit>
              <c:formatCode>0.00</c:formatCode>
              <c:ptCount val="71"/>
              <c:pt idx="0">
                <c:v>0</c:v>
              </c:pt>
              <c:pt idx="1">
                <c:v>0.0009049462534</c:v>
              </c:pt>
              <c:pt idx="2">
                <c:v>0.001736579143</c:v>
              </c:pt>
              <c:pt idx="3">
                <c:v>0.002427524719</c:v>
              </c:pt>
              <c:pt idx="4">
                <c:v>0.002921806679</c:v>
              </c:pt>
              <c:pt idx="5">
                <c:v>0.003179381238</c:v>
              </c:pt>
              <c:pt idx="6">
                <c:v>0.003179381238</c:v>
              </c:pt>
              <c:pt idx="7">
                <c:v>0.002921806679</c:v>
              </c:pt>
              <c:pt idx="8">
                <c:v>0.002427524719</c:v>
              </c:pt>
              <c:pt idx="9">
                <c:v>0.001736579143</c:v>
              </c:pt>
              <c:pt idx="10">
                <c:v>0.0009049462534</c:v>
              </c:pt>
              <c:pt idx="11">
                <c:v>3.933658023E-19</c:v>
              </c:pt>
              <c:pt idx="12">
                <c:v>-0.0009049462534</c:v>
              </c:pt>
              <c:pt idx="13">
                <c:v>-0.001736579143</c:v>
              </c:pt>
              <c:pt idx="14">
                <c:v>-0.002427524719</c:v>
              </c:pt>
              <c:pt idx="15">
                <c:v>-0.002921806679</c:v>
              </c:pt>
              <c:pt idx="16">
                <c:v>-0.003179381238</c:v>
              </c:pt>
              <c:pt idx="17">
                <c:v>-0.003179381238</c:v>
              </c:pt>
              <c:pt idx="18">
                <c:v>-0.002921806679</c:v>
              </c:pt>
              <c:pt idx="19">
                <c:v>-0.002427524719</c:v>
              </c:pt>
              <c:pt idx="20">
                <c:v>-0.001736579143</c:v>
              </c:pt>
              <c:pt idx="21">
                <c:v>-0.0009049462534</c:v>
              </c:pt>
              <c:pt idx="22">
                <c:v>-7.867316046E-19</c:v>
              </c:pt>
              <c:pt idx="23">
                <c:v>0.01778197859</c:v>
              </c:pt>
              <c:pt idx="24">
                <c:v>0.03525970261</c:v>
              </c:pt>
              <c:pt idx="25">
                <c:v>0.05213412333</c:v>
              </c:pt>
              <c:pt idx="26">
                <c:v>0.06811651475</c:v>
              </c:pt>
              <c:pt idx="27">
                <c:v>0.08293341372</c:v>
              </c:pt>
              <c:pt idx="28">
                <c:v>0.09633129898</c:v>
              </c:pt>
              <c:pt idx="29">
                <c:v>0.108080929</c:v>
              </c:pt>
              <c:pt idx="30">
                <c:v>0.1179812644</c:v>
              </c:pt>
              <c:pt idx="31">
                <c:v>0.1258629076</c:v>
              </c:pt>
              <c:pt idx="32">
                <c:v>0.1315910016</c:v>
              </c:pt>
              <c:pt idx="33">
                <c:v>0.135067537</c:v>
              </c:pt>
              <c:pt idx="34">
                <c:v>0.1362330295</c:v>
              </c:pt>
              <c:pt idx="35">
                <c:v>0.135067537</c:v>
              </c:pt>
              <c:pt idx="36">
                <c:v>0.1315910016</c:v>
              </c:pt>
              <c:pt idx="37">
                <c:v>0.1258629076</c:v>
              </c:pt>
              <c:pt idx="38">
                <c:v>0.1179812644</c:v>
              </c:pt>
              <c:pt idx="39">
                <c:v>0.108080929</c:v>
              </c:pt>
              <c:pt idx="40">
                <c:v>0.09633129898</c:v>
              </c:pt>
              <c:pt idx="41">
                <c:v>0.08293341372</c:v>
              </c:pt>
              <c:pt idx="42">
                <c:v>0.06811651475</c:v>
              </c:pt>
              <c:pt idx="43">
                <c:v>0.05213412333</c:v>
              </c:pt>
              <c:pt idx="44">
                <c:v>0.03525970261</c:v>
              </c:pt>
              <c:pt idx="45">
                <c:v>0.01778197859</c:v>
              </c:pt>
              <c:pt idx="46">
                <c:v>1.668373435E-17</c:v>
              </c:pt>
              <c:pt idx="47">
                <c:v>-0.01778197859</c:v>
              </c:pt>
              <c:pt idx="48">
                <c:v>-0.03525970261</c:v>
              </c:pt>
              <c:pt idx="49">
                <c:v>-0.05213412333</c:v>
              </c:pt>
              <c:pt idx="50">
                <c:v>-0.06811651475</c:v>
              </c:pt>
              <c:pt idx="51">
                <c:v>-0.08293341372</c:v>
              </c:pt>
              <c:pt idx="52">
                <c:v>-0.09633129898</c:v>
              </c:pt>
              <c:pt idx="53">
                <c:v>-0.108080929</c:v>
              </c:pt>
              <c:pt idx="54">
                <c:v>-0.1179812644</c:v>
              </c:pt>
              <c:pt idx="55">
                <c:v>-0.1258629076</c:v>
              </c:pt>
              <c:pt idx="56">
                <c:v>-0.1315910016</c:v>
              </c:pt>
              <c:pt idx="57">
                <c:v>-0.135067537</c:v>
              </c:pt>
              <c:pt idx="58">
                <c:v>-0.1362330295</c:v>
              </c:pt>
              <c:pt idx="59">
                <c:v>-0.135067537</c:v>
              </c:pt>
              <c:pt idx="60">
                <c:v>-0.1315910016</c:v>
              </c:pt>
              <c:pt idx="61">
                <c:v>-0.1258629076</c:v>
              </c:pt>
              <c:pt idx="62">
                <c:v>-0.1179812644</c:v>
              </c:pt>
              <c:pt idx="63">
                <c:v>-0.108080929</c:v>
              </c:pt>
              <c:pt idx="64">
                <c:v>-0.09633129898</c:v>
              </c:pt>
              <c:pt idx="65">
                <c:v>-0.08293341372</c:v>
              </c:pt>
              <c:pt idx="66">
                <c:v>-0.06811651475</c:v>
              </c:pt>
              <c:pt idx="67">
                <c:v>-0.05213412333</c:v>
              </c:pt>
              <c:pt idx="68">
                <c:v>-0.03525970261</c:v>
              </c:pt>
              <c:pt idx="69">
                <c:v>-0.01778197859</c:v>
              </c:pt>
              <c:pt idx="70">
                <c:v>-3.33674687E-17</c:v>
              </c:pt>
            </c:numLit>
          </c:yVal>
        </c:ser>
        <c:ser>
          <c:idx val="1"/>
          <c:order val="1"/>
          <c:tx>
            <c:v>Method 2 · T_B = 0.260 s</c:v>
          </c:tx>
          <c:spPr>
            <a:ln xmlns:a="http://schemas.openxmlformats.org/drawingml/2006/main" w="20003">
              <a:solidFill>
                <a:srgbClr val="E07A2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0.002373719105</c:v>
              </c:pt>
              <c:pt idx="2">
                <c:v>0.004555133605</c:v>
              </c:pt>
              <c:pt idx="3">
                <c:v>0.006367518271</c:v>
              </c:pt>
              <c:pt idx="4">
                <c:v>0.007664044476</c:v>
              </c:pt>
              <c:pt idx="5">
                <c:v>0.008339675377</c:v>
              </c:pt>
              <c:pt idx="6">
                <c:v>0.008339675377</c:v>
              </c:pt>
              <c:pt idx="7">
                <c:v>0.007664044476</c:v>
              </c:pt>
              <c:pt idx="8">
                <c:v>0.006367518271</c:v>
              </c:pt>
              <c:pt idx="9">
                <c:v>0.004555133605</c:v>
              </c:pt>
              <c:pt idx="10">
                <c:v>0.002373719105</c:v>
              </c:pt>
              <c:pt idx="11">
                <c:v>1.031818096E-18</c:v>
              </c:pt>
              <c:pt idx="12">
                <c:v>-0.002373719105</c:v>
              </c:pt>
              <c:pt idx="13">
                <c:v>-0.004555133605</c:v>
              </c:pt>
              <c:pt idx="14">
                <c:v>-0.006367518271</c:v>
              </c:pt>
              <c:pt idx="15">
                <c:v>-0.007664044476</c:v>
              </c:pt>
              <c:pt idx="16">
                <c:v>-0.008339675377</c:v>
              </c:pt>
              <c:pt idx="17">
                <c:v>-0.008339675377</c:v>
              </c:pt>
              <c:pt idx="18">
                <c:v>-0.007664044476</c:v>
              </c:pt>
              <c:pt idx="19">
                <c:v>-0.006367518271</c:v>
              </c:pt>
              <c:pt idx="20">
                <c:v>-0.004555133605</c:v>
              </c:pt>
              <c:pt idx="21">
                <c:v>-0.002373719105</c:v>
              </c:pt>
              <c:pt idx="22">
                <c:v>-2.063636192E-18</c:v>
              </c:pt>
              <c:pt idx="23">
                <c:v>0.01624760626</c:v>
              </c:pt>
              <c:pt idx="24">
                <c:v>0.03225828584</c:v>
              </c:pt>
              <c:pt idx="25">
                <c:v>0.04779856697</c:v>
              </c:pt>
              <c:pt idx="26">
                <c:v>0.06264183736</c:v>
              </c:pt>
              <c:pt idx="27">
                <c:v>0.0765716487</c:v>
              </c:pt>
              <c:pt idx="28">
                <c:v>0.08938487298</c:v>
              </c:pt>
              <c:pt idx="29">
                <c:v>0.1008946645</c:v>
              </c:pt>
              <c:pt idx="30">
                <c:v>0.1109331847</c:v>
              </c:pt>
              <c:pt idx="31">
                <c:v>0.1193540492</c:v>
              </c:pt>
              <c:pt idx="32">
                <c:v>0.1260344629</c:v>
              </c:pt>
              <c:pt idx="33">
                <c:v>0.1308770104</c:v>
              </c:pt>
              <c:pt idx="34">
                <c:v>0.1338110763</c:v>
              </c:pt>
              <c:pt idx="35">
                <c:v>0.1347938754</c:v>
              </c:pt>
              <c:pt idx="36">
                <c:v>0.1338110763</c:v>
              </c:pt>
              <c:pt idx="37">
                <c:v>0.1308770104</c:v>
              </c:pt>
              <c:pt idx="38">
                <c:v>0.1260344629</c:v>
              </c:pt>
              <c:pt idx="39">
                <c:v>0.1193540492</c:v>
              </c:pt>
              <c:pt idx="40">
                <c:v>0.1109331847</c:v>
              </c:pt>
              <c:pt idx="41">
                <c:v>0.1008946645</c:v>
              </c:pt>
              <c:pt idx="42">
                <c:v>0.08938487298</c:v>
              </c:pt>
              <c:pt idx="43">
                <c:v>0.0765716487</c:v>
              </c:pt>
              <c:pt idx="44">
                <c:v>0.06264183736</c:v>
              </c:pt>
              <c:pt idx="45">
                <c:v>0.04779856697</c:v>
              </c:pt>
              <c:pt idx="46">
                <c:v>0.03225828584</c:v>
              </c:pt>
              <c:pt idx="47">
                <c:v>0.01624760626</c:v>
              </c:pt>
              <c:pt idx="48">
                <c:v>1.650748881E-17</c:v>
              </c:pt>
              <c:pt idx="49">
                <c:v>-0.01624760626</c:v>
              </c:pt>
              <c:pt idx="50">
                <c:v>-0.03225828584</c:v>
              </c:pt>
              <c:pt idx="51">
                <c:v>-0.04779856697</c:v>
              </c:pt>
              <c:pt idx="52">
                <c:v>-0.06264183736</c:v>
              </c:pt>
              <c:pt idx="53">
                <c:v>-0.0765716487</c:v>
              </c:pt>
              <c:pt idx="54">
                <c:v>-0.08938487298</c:v>
              </c:pt>
              <c:pt idx="55">
                <c:v>-0.1008946645</c:v>
              </c:pt>
              <c:pt idx="56">
                <c:v>-0.1109331847</c:v>
              </c:pt>
              <c:pt idx="57">
                <c:v>-0.1193540492</c:v>
              </c:pt>
              <c:pt idx="58">
                <c:v>-0.1260344629</c:v>
              </c:pt>
              <c:pt idx="59">
                <c:v>-0.1308770104</c:v>
              </c:pt>
              <c:pt idx="60">
                <c:v>-0.1338110763</c:v>
              </c:pt>
              <c:pt idx="61">
                <c:v>-0.1347938754</c:v>
              </c:pt>
              <c:pt idx="62">
                <c:v>-0.1338110763</c:v>
              </c:pt>
              <c:pt idx="63">
                <c:v>-0.1308770104</c:v>
              </c:pt>
              <c:pt idx="64">
                <c:v>-0.1260344629</c:v>
              </c:pt>
              <c:pt idx="65">
                <c:v>-0.1193540492</c:v>
              </c:pt>
              <c:pt idx="66">
                <c:v>-0.1109331847</c:v>
              </c:pt>
              <c:pt idx="67">
                <c:v>-0.1008946645</c:v>
              </c:pt>
              <c:pt idx="68">
                <c:v>-0.08938487298</c:v>
              </c:pt>
              <c:pt idx="69">
                <c:v>-0.0765716487</c:v>
              </c:pt>
              <c:pt idx="70">
                <c:v>-0.06264183736</c:v>
              </c:pt>
              <c:pt idx="71">
                <c:v>-0.04779856697</c:v>
              </c:pt>
              <c:pt idx="72">
                <c:v>-0.03225828584</c:v>
              </c:pt>
              <c:pt idx="73">
                <c:v>-0.01624760626</c:v>
              </c:pt>
              <c:pt idx="74">
                <c:v>-3.301497762E-17</c:v>
              </c:pt>
            </c:numLit>
          </c:yVal>
        </c:ser>
        <c:ser>
          <c:idx val="2"/>
          <c:order val="2"/>
          <c:tx>
            <c:v>Method 3 · T_B = 0.135 s</c:v>
          </c:tx>
          <c:spPr>
            <a:ln xmlns:a="http://schemas.openxmlformats.org/drawingml/2006/main" w="20003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50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</c:numLit>
          </c:xVal>
          <c:yVal>
            <c:numLit>
              <c:formatCode>0.00</c:formatCode>
              <c:ptCount val="50"/>
              <c:pt idx="0">
                <c:v>0</c:v>
              </c:pt>
              <c:pt idx="1">
                <c:v>0.002270029154</c:v>
              </c:pt>
              <c:pt idx="2">
                <c:v>0.004356154046</c:v>
              </c:pt>
              <c:pt idx="3">
                <c:v>0.006089369244</c:v>
              </c:pt>
              <c:pt idx="4">
                <c:v>0.007329259961</c:v>
              </c:pt>
              <c:pt idx="5">
                <c:v>0.007975377625</c:v>
              </c:pt>
              <c:pt idx="6">
                <c:v>0.007975377625</c:v>
              </c:pt>
              <c:pt idx="7">
                <c:v>0.007329259961</c:v>
              </c:pt>
              <c:pt idx="8">
                <c:v>0.006089369244</c:v>
              </c:pt>
              <c:pt idx="9">
                <c:v>0.004356154046</c:v>
              </c:pt>
              <c:pt idx="10">
                <c:v>0.002270029154</c:v>
              </c:pt>
              <c:pt idx="11">
                <c:v>9.867457167E-19</c:v>
              </c:pt>
              <c:pt idx="12">
                <c:v>-0.002270029154</c:v>
              </c:pt>
              <c:pt idx="13">
                <c:v>-0.004356154046</c:v>
              </c:pt>
              <c:pt idx="14">
                <c:v>-0.006089369244</c:v>
              </c:pt>
              <c:pt idx="15">
                <c:v>-0.007329259961</c:v>
              </c:pt>
              <c:pt idx="16">
                <c:v>-0.007975377625</c:v>
              </c:pt>
              <c:pt idx="17">
                <c:v>-0.007975377625</c:v>
              </c:pt>
              <c:pt idx="18">
                <c:v>-0.007329259961</c:v>
              </c:pt>
              <c:pt idx="19">
                <c:v>-0.006089369244</c:v>
              </c:pt>
              <c:pt idx="20">
                <c:v>-0.004356154046</c:v>
              </c:pt>
              <c:pt idx="21">
                <c:v>-0.002270029154</c:v>
              </c:pt>
              <c:pt idx="22">
                <c:v>-1.973491433E-18</c:v>
              </c:pt>
              <c:pt idx="23">
                <c:v>0.01301876013</c:v>
              </c:pt>
              <c:pt idx="24">
                <c:v>0.02533567552</c:v>
              </c:pt>
              <c:pt idx="25">
                <c:v>0.0362867381</c:v>
              </c:pt>
              <c:pt idx="26">
                <c:v>0.04528157323</c:v>
              </c:pt>
              <c:pt idx="27">
                <c:v>0.05183526702</c:v>
              </c:pt>
              <c:pt idx="28">
                <c:v>0.05559450815</c:v>
              </c:pt>
              <c:pt idx="29">
                <c:v>0.05635663496</c:v>
              </c:pt>
              <c:pt idx="30">
                <c:v>0.05408056099</c:v>
              </c:pt>
              <c:pt idx="31">
                <c:v>0.04888898998</c:v>
              </c:pt>
              <c:pt idx="32">
                <c:v>0.04106180087</c:v>
              </c:pt>
              <c:pt idx="33">
                <c:v>0.03102095944</c:v>
              </c:pt>
              <c:pt idx="34">
                <c:v>0.01930777006</c:v>
              </c:pt>
              <c:pt idx="35">
                <c:v>0.006553693796</c:v>
              </c:pt>
              <c:pt idx="36">
                <c:v>-0.006553693796</c:v>
              </c:pt>
              <c:pt idx="37">
                <c:v>-0.01930777006</c:v>
              </c:pt>
              <c:pt idx="38">
                <c:v>-0.03102095944</c:v>
              </c:pt>
              <c:pt idx="39">
                <c:v>-0.04106180087</c:v>
              </c:pt>
              <c:pt idx="40">
                <c:v>-0.04888898998</c:v>
              </c:pt>
              <c:pt idx="41">
                <c:v>-0.05408056099</c:v>
              </c:pt>
              <c:pt idx="42">
                <c:v>-0.05635663496</c:v>
              </c:pt>
              <c:pt idx="43">
                <c:v>-0.05559450815</c:v>
              </c:pt>
              <c:pt idx="44">
                <c:v>-0.05183526702</c:v>
              </c:pt>
              <c:pt idx="45">
                <c:v>-0.04528157323</c:v>
              </c:pt>
              <c:pt idx="46">
                <c:v>-0.0362867381</c:v>
              </c:pt>
              <c:pt idx="47">
                <c:v>-0.02533567552</c:v>
              </c:pt>
              <c:pt idx="48">
                <c:v>-0.01301876013</c:v>
              </c:pt>
              <c:pt idx="49">
                <c:v>-1.382678726E-17</c:v>
              </c:pt>
            </c:numLit>
          </c:yVal>
        </c:ser>
        <c:ser>
          <c:idx val="3"/>
          <c:order val="3"/>
          <c:tx>
            <c:v>Method 4 · T_B = 0.260 s</c:v>
          </c:tx>
          <c:spPr>
            <a:ln xmlns:a="http://schemas.openxmlformats.org/drawingml/2006/main" w="20003">
              <a:solidFill>
                <a:srgbClr val="A14D8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0.004587970645</c:v>
              </c:pt>
              <c:pt idx="2">
                <c:v>0.008804251194</c:v>
              </c:pt>
              <c:pt idx="3">
                <c:v>0.01230726367</c:v>
              </c:pt>
              <c:pt idx="4">
                <c:v>0.01481321484</c:v>
              </c:pt>
              <c:pt idx="5">
                <c:v>0.01611908744</c:v>
              </c:pt>
              <c:pt idx="6">
                <c:v>0.01611908744</c:v>
              </c:pt>
              <c:pt idx="7">
                <c:v>0.01481321484</c:v>
              </c:pt>
              <c:pt idx="8">
                <c:v>0.01230726367</c:v>
              </c:pt>
              <c:pt idx="9">
                <c:v>0.008804251194</c:v>
              </c:pt>
              <c:pt idx="10">
                <c:v>0.004587970645</c:v>
              </c:pt>
              <c:pt idx="11">
                <c:v>1.994318167E-18</c:v>
              </c:pt>
              <c:pt idx="12">
                <c:v>-0.004587970645</c:v>
              </c:pt>
              <c:pt idx="13">
                <c:v>-0.008804251194</c:v>
              </c:pt>
              <c:pt idx="14">
                <c:v>-0.01230726367</c:v>
              </c:pt>
              <c:pt idx="15">
                <c:v>-0.01481321484</c:v>
              </c:pt>
              <c:pt idx="16">
                <c:v>-0.01611908744</c:v>
              </c:pt>
              <c:pt idx="17">
                <c:v>-0.01611908744</c:v>
              </c:pt>
              <c:pt idx="18">
                <c:v>-0.01481321484</c:v>
              </c:pt>
              <c:pt idx="19">
                <c:v>-0.01230726367</c:v>
              </c:pt>
              <c:pt idx="20">
                <c:v>-0.008804251194</c:v>
              </c:pt>
              <c:pt idx="21">
                <c:v>-0.004587970645</c:v>
              </c:pt>
              <c:pt idx="22">
                <c:v>-3.988636335E-18</c:v>
              </c:pt>
              <c:pt idx="23">
                <c:v>0.013902475</c:v>
              </c:pt>
              <c:pt idx="24">
                <c:v>0.02760222061</c:v>
              </c:pt>
              <c:pt idx="25">
                <c:v>0.04089946369</c:v>
              </c:pt>
              <c:pt idx="26">
                <c:v>0.05360030049</c:v>
              </c:pt>
              <c:pt idx="27">
                <c:v>0.06551952421</c:v>
              </c:pt>
              <c:pt idx="28">
                <c:v>0.07648332573</c:v>
              </c:pt>
              <c:pt idx="29">
                <c:v>0.08633182813</c:v>
              </c:pt>
              <c:pt idx="30">
                <c:v>0.09492141808</c:v>
              </c:pt>
              <c:pt idx="31">
                <c:v>0.10212684</c:v>
              </c:pt>
              <c:pt idx="32">
                <c:v>0.1078430226</c:v>
              </c:pt>
              <c:pt idx="33">
                <c:v>0.1119866112</c:v>
              </c:pt>
              <c:pt idx="34">
                <c:v>0.1144971827</c:v>
              </c:pt>
              <c:pt idx="35">
                <c:v>0.1153381275</c:v>
              </c:pt>
              <c:pt idx="36">
                <c:v>0.1144971827</c:v>
              </c:pt>
              <c:pt idx="37">
                <c:v>0.1119866112</c:v>
              </c:pt>
              <c:pt idx="38">
                <c:v>0.1078430226</c:v>
              </c:pt>
              <c:pt idx="39">
                <c:v>0.10212684</c:v>
              </c:pt>
              <c:pt idx="40">
                <c:v>0.09492141808</c:v>
              </c:pt>
              <c:pt idx="41">
                <c:v>0.08633182813</c:v>
              </c:pt>
              <c:pt idx="42">
                <c:v>0.07648332573</c:v>
              </c:pt>
              <c:pt idx="43">
                <c:v>0.06551952421</c:v>
              </c:pt>
              <c:pt idx="44">
                <c:v>0.05360030049</c:v>
              </c:pt>
              <c:pt idx="45">
                <c:v>0.04089946369</c:v>
              </c:pt>
              <c:pt idx="46">
                <c:v>0.02760222061</c:v>
              </c:pt>
              <c:pt idx="47">
                <c:v>0.013902475</c:v>
              </c:pt>
              <c:pt idx="48">
                <c:v>1.412484687E-17</c:v>
              </c:pt>
              <c:pt idx="49">
                <c:v>-0.013902475</c:v>
              </c:pt>
              <c:pt idx="50">
                <c:v>-0.02760222061</c:v>
              </c:pt>
              <c:pt idx="51">
                <c:v>-0.04089946369</c:v>
              </c:pt>
              <c:pt idx="52">
                <c:v>-0.05360030049</c:v>
              </c:pt>
              <c:pt idx="53">
                <c:v>-0.06551952421</c:v>
              </c:pt>
              <c:pt idx="54">
                <c:v>-0.07648332573</c:v>
              </c:pt>
              <c:pt idx="55">
                <c:v>-0.08633182813</c:v>
              </c:pt>
              <c:pt idx="56">
                <c:v>-0.09492141808</c:v>
              </c:pt>
              <c:pt idx="57">
                <c:v>-0.10212684</c:v>
              </c:pt>
              <c:pt idx="58">
                <c:v>-0.1078430226</c:v>
              </c:pt>
              <c:pt idx="59">
                <c:v>-0.1119866112</c:v>
              </c:pt>
              <c:pt idx="60">
                <c:v>-0.1144971827</c:v>
              </c:pt>
              <c:pt idx="61">
                <c:v>-0.1153381275</c:v>
              </c:pt>
              <c:pt idx="62">
                <c:v>-0.1144971827</c:v>
              </c:pt>
              <c:pt idx="63">
                <c:v>-0.1119866112</c:v>
              </c:pt>
              <c:pt idx="64">
                <c:v>-0.1078430226</c:v>
              </c:pt>
              <c:pt idx="65">
                <c:v>-0.10212684</c:v>
              </c:pt>
              <c:pt idx="66">
                <c:v>-0.09492141808</c:v>
              </c:pt>
              <c:pt idx="67">
                <c:v>-0.08633182813</c:v>
              </c:pt>
              <c:pt idx="68">
                <c:v>-0.07648332573</c:v>
              </c:pt>
              <c:pt idx="69">
                <c:v>-0.06551952421</c:v>
              </c:pt>
              <c:pt idx="70">
                <c:v>-0.05360030049</c:v>
              </c:pt>
              <c:pt idx="71">
                <c:v>-0.04089946369</c:v>
              </c:pt>
              <c:pt idx="72">
                <c:v>-0.02760222061</c:v>
              </c:pt>
              <c:pt idx="73">
                <c:v>-0.013902475</c:v>
              </c:pt>
              <c:pt idx="74">
                <c:v>-2.824969374E-17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cat>
            <c:numLit>
              <c:formatCode>General</c:formatCode>
              <c:ptCount val="4"/>
              <c:pt idx="0">
                <c:v>21</c:v>
              </c:pt>
              <c:pt idx="1">
                <c:v>22</c:v>
              </c:pt>
              <c:pt idx="2">
                <c:v>23</c:v>
              </c:pt>
              <c:pt idx="3">
                <c:v>24</c:v>
              </c:pt>
            </c:numLit>
          </c:cat>
          <c:val>
            <c:numLit>
              <c:formatCode>0.00</c:formatCode>
              <c:ptCount val="4"/>
              <c:pt idx="0">
                <c:v>2.756</c:v>
              </c:pt>
              <c:pt idx="1">
                <c:v>2.529</c:v>
              </c:pt>
              <c:pt idx="2">
                <c:v>2.3965</c:v>
              </c:pt>
              <c:pt idx="3">
                <c:v>6.035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B8E5BDA-81B5-4E2F-91DC-8654994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A486165-66B2-4074-8829-261494F7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D98DB066-E3BA-450D-A05E-380CE0EE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D44E6698-4193-4285-A3E7-8410C5C2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7558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9FAFB815-C4A7-460B-BDE8-41E84339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E37A4091-F327-44CE-8B8F-323CEBD3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6CD92289-A304-46C1-9B9E-A5EDBE40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8398F9B1-5027-41CD-A62F-4AC4216D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F1D71C4B-494B-47FC-BDB4-C28FD388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1B67D1A0-A12D-412B-9370-D8799E30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1EDE00CC-530C-4D84-A902-4DA6A14B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E83721DA-A925-4C24-A732-C27EB308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E361C2CE-31FB-4632-BBBE-E71CCF3E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43BAA865-6B88-44F5-ADA8-C3D17B6B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993E56C4-13B2-4C8B-A45E-3242E963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DFD208FD-2E96-4D3D-9A36-DA43051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C4FCAFAC-955C-4815-948F-38CE2D5D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44247A24-67F2-4880-A95F-25AF6C83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7A0090BC-8E6A-4203-B760-47AA858E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5E73EBEF-BA9B-4B99-99F5-21E2FAD8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01D5B1CF-C6A3-4280-9BED-A2E87359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D8D60B6D-8024-491E-A377-60581A32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41798718-7212-47A8-BCAF-28AB2C5A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C97D5F5F-DA2A-4387-BA16-21DEDCD3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7EE58FDC-3104-4BE0-BD8A-1016BD6C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675599DC-65D2-4E7D-BBA3-F342ABD7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2E59AC5E-F5D5-4EE9-8E6C-AC2CBC5B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963C8AD5-BB5A-475F-B255-84255B4C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2A403813-3766-4916-85D3-FB91C93E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BC46DEC7-600F-49C9-AF71-58CA6BC4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AF97533E-5C42-4649-918A-82269F50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CFAB81AD-0063-4876-A77A-D4B2A628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624F93C2-9747-450D-AB1B-6AAF6DF8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8F714A5C-5900-4389-AC78-BC26B3F6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D11A74BD-8906-4025-BAAB-D68652A8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B01B2C7F-92BD-4175-8794-DDF655D3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A36E02F3-5D61-48DC-880E-7CB74D28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750E7A7A-267E-4CB8-ABB6-144F0D4E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877024E4-0F39-455B-9483-EA54A9C0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9509E1BE-95E2-422B-B701-834ECBA7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4F83EB65-8720-4EA9-B483-CF33637D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923A95BF-FD2F-4BDF-A8F6-DE7BFCC0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E0B35847-5608-42B1-B917-B8A491F3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30955C1F-BF28-4F73-AA9E-D7FE0B2E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AA93F342-360D-4F82-B33E-57CC06B9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2AFA893B-3D39-4C13-9CEA-09B2A02E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5F92AFFB-8A9E-4A33-AAC2-6045645E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FC59F5D5-4228-484D-83BC-8BD6D904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5763F905-8CE9-4DCD-943A-5CCEC6B0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DE86995B-8FF6-4F8C-B716-D772DB92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9B305EAD-696A-463D-B645-5CB61DEB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96BD4B22-1C9C-4D1D-BC0D-E7CADDEB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54F9AB0B-1070-4E63-B3F1-41630054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14BD9F57-A03A-47B9-9C57-5E6108B0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92476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51B8FD30-ECA0-4974-8461-6BFD7010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C68C3098-B70F-4A70-8FE1-359955AB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47FD0FC8-A1C6-4663-9770-D0609749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AC65EB69-A4F6-43AB-ADF1-06046061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d7bced97464c3b"/>
          </a:graphicData>
        </a:graphic>
      </p:graphicFrame>
      <p:sp>
        <p:nvSpPr>
          <p:cNvPr id="6" name="spectrum-period-key">
            <a:extLst xmlns:a="http://schemas.openxmlformats.org/drawingml/2006/main">
              <a:ext uri="{FF2B5EF4-FFF2-40B4-BE49-F238E27FC236}">
                <a16:creationId xmlns:a16="http://schemas.microsoft.com/office/drawing/2014/main" id="{FE6C4CF8-F193-4F75-9126-495B9519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 xmlns:a="http://schemas.openxmlformats.org/drawingml/2006/main">
              <a:ext uri="{FF2B5EF4-FFF2-40B4-BE49-F238E27FC236}">
                <a16:creationId xmlns:a16="http://schemas.microsoft.com/office/drawing/2014/main" id="{C97AF9F9-4263-4D48-81D1-384E3F55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 xmlns:a="http://schemas.openxmlformats.org/drawingml/2006/main">
              <a:ext uri="{FF2B5EF4-FFF2-40B4-BE49-F238E27FC236}">
                <a16:creationId xmlns:a16="http://schemas.microsoft.com/office/drawing/2014/main" id="{D0497DA2-55FF-4C2F-AD3B-D99BA4D0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1176432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9DF00AB4-62DA-4127-B919-DBAC4ADA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DBF516B0-BBB7-41AD-AEBC-3BC995C1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2CA8D3F4-86E4-445F-AA2C-7EC3DE0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CCCEB00D-EDED-40CA-ADE9-85137B88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 xmlns:a="http://schemas.openxmlformats.org/drawingml/2006/main">
              <a:ext uri="{FF2B5EF4-FFF2-40B4-BE49-F238E27FC236}">
                <a16:creationId xmlns:a16="http://schemas.microsoft.com/office/drawing/2014/main" id="{7802DFB2-75B6-4793-8AB4-2EED917E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Sd,FR76(Tsec(d*))</a:t>
            </a:r>
          </a:p>
        </p:txBody>
      </p:sp>
      <p:sp>
        <p:nvSpPr>
          <p:cNvPr id="6" name="dstar-period-equation">
            <a:extLst xmlns:a="http://schemas.openxmlformats.org/drawingml/2006/main">
              <a:ext uri="{FF2B5EF4-FFF2-40B4-BE49-F238E27FC236}">
                <a16:creationId xmlns:a16="http://schemas.microsoft.com/office/drawing/2014/main" id="{52D67CD9-54FE-4707-B817-92171E4D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 xmlns:a="http://schemas.openxmlformats.org/drawingml/2006/main">
              <a:ext uri="{FF2B5EF4-FFF2-40B4-BE49-F238E27FC236}">
                <a16:creationId xmlns:a16="http://schemas.microsoft.com/office/drawing/2014/main" id="{5094622E-F352-42D1-946C-45B61900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 xmlns:a="http://schemas.openxmlformats.org/drawingml/2006/main">
              <a:ext uri="{FF2B5EF4-FFF2-40B4-BE49-F238E27FC236}">
                <a16:creationId xmlns:a16="http://schemas.microsoft.com/office/drawing/2014/main" id="{8CEFC1AA-25E5-4EE3-A3C6-B0A7040F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 xmlns:a="http://schemas.openxmlformats.org/drawingml/2006/main">
              <a:ext uri="{FF2B5EF4-FFF2-40B4-BE49-F238E27FC236}">
                <a16:creationId xmlns:a16="http://schemas.microsoft.com/office/drawing/2014/main" id="{D8A8F3A0-364B-4B09-AC75-26F96832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 xmlns:a="http://schemas.openxmlformats.org/drawingml/2006/main">
              <a:ext uri="{FF2B5EF4-FFF2-40B4-BE49-F238E27FC236}">
                <a16:creationId xmlns:a16="http://schemas.microsoft.com/office/drawing/2014/main" id="{8F8A18B1-4336-4203-883B-C3B0DDB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1" name="dstar-step-1-heading">
            <a:extLst xmlns:a="http://schemas.openxmlformats.org/drawingml/2006/main">
              <a:ext uri="{FF2B5EF4-FFF2-40B4-BE49-F238E27FC236}">
                <a16:creationId xmlns:a16="http://schemas.microsoft.com/office/drawing/2014/main" id="{8822200F-281D-4F51-B8C2-E4BE6CB9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 xmlns:a="http://schemas.openxmlformats.org/drawingml/2006/main">
              <a:ext uri="{FF2B5EF4-FFF2-40B4-BE49-F238E27FC236}">
                <a16:creationId xmlns:a16="http://schemas.microsoft.com/office/drawing/2014/main" id="{F4955690-4A68-415A-AF0A-22B43C5A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 xmlns:a="http://schemas.openxmlformats.org/drawingml/2006/main">
              <a:ext uri="{FF2B5EF4-FFF2-40B4-BE49-F238E27FC236}">
                <a16:creationId xmlns:a16="http://schemas.microsoft.com/office/drawing/2014/main" id="{586DE254-8316-4E90-94A5-9DBB4A33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 xmlns:a="http://schemas.openxmlformats.org/drawingml/2006/main">
              <a:ext uri="{FF2B5EF4-FFF2-40B4-BE49-F238E27FC236}">
                <a16:creationId xmlns:a16="http://schemas.microsoft.com/office/drawing/2014/main" id="{18EBD273-F692-4A2D-8C5A-66CB5CE8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5" name="dstar-step-2-heading">
            <a:extLst xmlns:a="http://schemas.openxmlformats.org/drawingml/2006/main">
              <a:ext uri="{FF2B5EF4-FFF2-40B4-BE49-F238E27FC236}">
                <a16:creationId xmlns:a16="http://schemas.microsoft.com/office/drawing/2014/main" id="{BED08A49-0AD3-41E1-A7E2-2EDB4514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 xmlns:a="http://schemas.openxmlformats.org/drawingml/2006/main">
              <a:ext uri="{FF2B5EF4-FFF2-40B4-BE49-F238E27FC236}">
                <a16:creationId xmlns:a16="http://schemas.microsoft.com/office/drawing/2014/main" id="{882C9EFE-207F-41DF-9A96-FB9D4C6C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 xmlns:a="http://schemas.openxmlformats.org/drawingml/2006/main">
              <a:ext uri="{FF2B5EF4-FFF2-40B4-BE49-F238E27FC236}">
                <a16:creationId xmlns:a16="http://schemas.microsoft.com/office/drawing/2014/main" id="{B124403C-128F-4547-99B1-C52C2582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 xmlns:a="http://schemas.openxmlformats.org/drawingml/2006/main">
              <a:ext uri="{FF2B5EF4-FFF2-40B4-BE49-F238E27FC236}">
                <a16:creationId xmlns:a16="http://schemas.microsoft.com/office/drawing/2014/main" id="{6B1252CA-D943-4517-A8CF-C879893E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 xmlns:a="http://schemas.openxmlformats.org/drawingml/2006/main">
              <a:ext uri="{FF2B5EF4-FFF2-40B4-BE49-F238E27FC236}">
                <a16:creationId xmlns:a16="http://schemas.microsoft.com/office/drawing/2014/main" id="{392B7DF1-93A0-410D-B44D-3B198FDC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0" name="dstar-result-note">
            <a:extLst xmlns:a="http://schemas.openxmlformats.org/drawingml/2006/main">
              <a:ext uri="{FF2B5EF4-FFF2-40B4-BE49-F238E27FC236}">
                <a16:creationId xmlns:a16="http://schemas.microsoft.com/office/drawing/2014/main" id="{4471613B-093F-4085-AB7A-595735CA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 xmlns:a="http://schemas.openxmlformats.org/drawingml/2006/main">
              <a:ext uri="{FF2B5EF4-FFF2-40B4-BE49-F238E27FC236}">
                <a16:creationId xmlns:a16="http://schemas.microsoft.com/office/drawing/2014/main" id="{0DEF4254-57E7-44B1-9E2C-74A81198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908812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1777965E-E8C9-458F-9AF1-36AB9EA7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68AC008B-9F5C-493E-93D1-FBD24CF4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3B853461-3F85-45C3-9E0B-C1C82CC6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FA199786-11F3-450F-9A39-5B8035FB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71600"/>
          <a:ext xmlns:a="http://schemas.openxmlformats.org/drawingml/2006/main" cx="1106805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a987bfd37f4090"/>
          </a:graphicData>
        </a:graphic>
      </p:graphicFrame>
      <p:sp>
        <p:nvSpPr>
          <p:cNvPr id="6" name="input-velocity-note">
            <a:extLst xmlns:a="http://schemas.openxmlformats.org/drawingml/2006/main">
              <a:ext uri="{FF2B5EF4-FFF2-40B4-BE49-F238E27FC236}">
                <a16:creationId xmlns:a16="http://schemas.microsoft.com/office/drawing/2014/main" id="{BA2F9D73-DCFF-480E-ADF4-CDCC177F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481997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F7A10A5A-A3AA-4696-AF53-E324A806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FEA082CF-42FD-4809-AC52-A50AB0A3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F1CBEF62-09CF-4A2E-B846-82EF7475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B8C5ACC6-B679-4FBE-8138-E31B14D1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a455f96ef4541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40F3D3B3-87C4-4737-B3DA-122DFB6C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04FACB16-BE99-4157-9D1D-937D5BEA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E75C6145-1CDE-4978-A4B3-54CB7FDF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8C5E613D-62DE-4551-82F2-F10794B2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479E203E-412A-4B6A-A9F3-5BF6512C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FB8F47C1-6BF5-4C42-BEDA-E1524FCA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005506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F7C55B18-6A1A-4FC0-94A6-B60232BA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F1D753C5-37D8-4B48-8F19-3BBE737A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59C69CDF-E80C-440F-ACD5-F7220645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Two base-shear measures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2E43BCD2-820F-45F5-90A7-09BBCB42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cstav is a model support reaction; the test reports an inertia-derived estimate</a:t>
            </a:r>
          </a:p>
        </p:txBody>
      </p:sp>
      <p:sp>
        <p:nvSpPr>
          <p:cNvPr id="5" name="baseshear-definition-divider">
            <a:extLst xmlns:a="http://schemas.openxmlformats.org/drawingml/2006/main">
              <a:ext uri="{FF2B5EF4-FFF2-40B4-BE49-F238E27FC236}">
                <a16:creationId xmlns:a16="http://schemas.microsoft.com/office/drawing/2014/main" id="{34A58128-BE8D-4132-BC97-07971CF6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6" name="cstav-heading">
            <a:extLst xmlns:a="http://schemas.openxmlformats.org/drawingml/2006/main">
              <a:ext uri="{FF2B5EF4-FFF2-40B4-BE49-F238E27FC236}">
                <a16:creationId xmlns:a16="http://schemas.microsoft.com/office/drawing/2014/main" id="{D158CF12-98D3-4F58-B326-7DCDBEEE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DIRECT 3DEC OUTPUT</a:t>
            </a:r>
          </a:p>
        </p:txBody>
      </p:sp>
      <p:sp>
        <p:nvSpPr>
          <p:cNvPr id="7" name="cstav-label">
            <a:extLst xmlns:a="http://schemas.openxmlformats.org/drawingml/2006/main">
              <a:ext uri="{FF2B5EF4-FFF2-40B4-BE49-F238E27FC236}">
                <a16:creationId xmlns:a16="http://schemas.microsoft.com/office/drawing/2014/main" id="{89E0B438-ECE9-4F19-A477-F16302A8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defRPr>
            </a:pPr>
            <a:r>
              <a: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rPr>
              <a:t>cstav</a:t>
            </a:r>
          </a:p>
        </p:txBody>
      </p:sp>
      <p:sp>
        <p:nvSpPr>
          <p:cNvPr id="8" name="cstav-equation">
            <a:extLst xmlns:a="http://schemas.openxmlformats.org/drawingml/2006/main">
              <a:ext uri="{FF2B5EF4-FFF2-40B4-BE49-F238E27FC236}">
                <a16:creationId xmlns:a16="http://schemas.microsoft.com/office/drawing/2014/main" id="{9C2E0003-3F7E-4E22-A9FD-1FF61A6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V_cstav(t) = sign × [cstav(t) − cstav(0)]</a:t>
            </a:r>
          </a:p>
        </p:txBody>
      </p:sp>
      <p:sp>
        <p:nvSpPr>
          <p:cNvPr id="9" name="cstav-divider">
            <a:extLst xmlns:a="http://schemas.openxmlformats.org/drawingml/2006/main">
              <a:ext uri="{FF2B5EF4-FFF2-40B4-BE49-F238E27FC236}">
                <a16:creationId xmlns:a16="http://schemas.microsoft.com/office/drawing/2014/main" id="{472D852C-7E00-4503-8EDC-8AC02A85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cstav-meaning-label">
            <a:extLst xmlns:a="http://schemas.openxmlformats.org/drawingml/2006/main">
              <a:ext uri="{FF2B5EF4-FFF2-40B4-BE49-F238E27FC236}">
                <a16:creationId xmlns:a16="http://schemas.microsoft.com/office/drawing/2014/main" id="{EF8D1B21-D0BD-40A1-88E9-5C862DA1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What it measures</a:t>
            </a:r>
          </a:p>
        </p:txBody>
      </p:sp>
      <p:sp>
        <p:nvSpPr>
          <p:cNvPr id="11" name="cstav-meaning">
            <a:extLst xmlns:a="http://schemas.openxmlformats.org/drawingml/2006/main">
              <a:ext uri="{FF2B5EF4-FFF2-40B4-BE49-F238E27FC236}">
                <a16:creationId xmlns:a16="http://schemas.microsoft.com/office/drawing/2014/main" id="{846AC714-E7DF-44A9-907A-6C145F2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net reaction from the model’s base and joist supports, read directly from the 3DEC history.</a:t>
            </a:r>
          </a:p>
        </p:txBody>
      </p:sp>
      <p:sp>
        <p:nvSpPr>
          <p:cNvPr id="12" name="cstav-use">
            <a:extLst xmlns:a="http://schemas.openxmlformats.org/drawingml/2006/main">
              <a:ext uri="{FF2B5EF4-FFF2-40B4-BE49-F238E27FC236}">
                <a16:creationId xmlns:a16="http://schemas.microsoft.com/office/drawing/2014/main" id="{22C4D9CB-5CBC-4269-8E5F-3D15AEB2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Kept as a grey reference trace. It is not the quantity reported by the experimental processing formula.</a:t>
            </a:r>
          </a:p>
        </p:txBody>
      </p:sp>
      <p:sp>
        <p:nvSpPr>
          <p:cNvPr id="13" name="inertia-heading">
            <a:extLst xmlns:a="http://schemas.openxmlformats.org/drawingml/2006/main">
              <a:ext uri="{FF2B5EF4-FFF2-40B4-BE49-F238E27FC236}">
                <a16:creationId xmlns:a16="http://schemas.microsoft.com/office/drawing/2014/main" id="{E65CF88C-9324-48B0-9D00-9197C22D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TEST-COMPATIBLE INERTIA ESTIMATE</a:t>
            </a:r>
          </a:p>
        </p:txBody>
      </p:sp>
      <p:sp>
        <p:nvSpPr>
          <p:cNvPr id="14" name="inertia-equation">
            <a:extLst xmlns:a="http://schemas.openxmlformats.org/drawingml/2006/main">
              <a:ext uri="{FF2B5EF4-FFF2-40B4-BE49-F238E27FC236}">
                <a16:creationId xmlns:a16="http://schemas.microsoft.com/office/drawing/2014/main" id="{B537DAE4-F2CF-480E-8A88-5A98F92B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V_eq = sign × (λ / 1000) Σ m_j a_j,abs</a:t>
            </a:r>
          </a:p>
        </p:txBody>
      </p:sp>
      <p:sp>
        <p:nvSpPr>
          <p:cNvPr id="15" name="inertia-unit-note">
            <a:extLst xmlns:a="http://schemas.openxmlformats.org/drawingml/2006/main">
              <a:ext uri="{FF2B5EF4-FFF2-40B4-BE49-F238E27FC236}">
                <a16:creationId xmlns:a16="http://schemas.microsoft.com/office/drawing/2014/main" id="{7DF766E0-C6CC-4591-A61A-D25EFE59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kN · sign aligned and each run zeroed at its start</a:t>
            </a:r>
          </a:p>
        </p:txBody>
      </p:sp>
      <p:sp>
        <p:nvSpPr>
          <p:cNvPr id="16" name="sensor-wall-line">
            <a:extLst xmlns:a="http://schemas.openxmlformats.org/drawingml/2006/main">
              <a:ext uri="{FF2B5EF4-FFF2-40B4-BE49-F238E27FC236}">
                <a16:creationId xmlns:a16="http://schemas.microsoft.com/office/drawing/2014/main" id="{FCD916BD-6CEA-4438-B310-7B6940B1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0" cy="151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4D0CC"/>
            </a:solidFill>
            <a:prstDash val="solid"/>
          </a:ln>
        </p:spPr>
      </p:sp>
      <p:sp>
        <p:nvSpPr>
          <p:cNvPr id="17" name="sensor-wall-foot">
            <a:extLst xmlns:a="http://schemas.openxmlformats.org/drawingml/2006/main">
              <a:ext uri="{FF2B5EF4-FFF2-40B4-BE49-F238E27FC236}">
                <a16:creationId xmlns:a16="http://schemas.microsoft.com/office/drawing/2014/main" id="{7EE0DD16-035B-407B-A0C9-5A30E7A2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81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nsor-point-0">
            <a:extLst xmlns:a="http://schemas.openxmlformats.org/drawingml/2006/main">
              <a:ext uri="{FF2B5EF4-FFF2-40B4-BE49-F238E27FC236}">
                <a16:creationId xmlns:a16="http://schemas.microsoft.com/office/drawing/2014/main" id="{81C577F3-0B7A-4ABD-9CA1-23EFF0D6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81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nsor-label-0">
            <a:extLst xmlns:a="http://schemas.openxmlformats.org/drawingml/2006/main">
              <a:ext uri="{FF2B5EF4-FFF2-40B4-BE49-F238E27FC236}">
                <a16:creationId xmlns:a16="http://schemas.microsoft.com/office/drawing/2014/main" id="{F909128E-EA21-42DC-9110-9BC00813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17 · z = 2.06 m</a:t>
            </a:r>
          </a:p>
        </p:txBody>
      </p:sp>
      <p:sp>
        <p:nvSpPr>
          <p:cNvPr id="20" name="sensor-mass-0">
            <a:extLst xmlns:a="http://schemas.openxmlformats.org/drawingml/2006/main">
              <a:ext uri="{FF2B5EF4-FFF2-40B4-BE49-F238E27FC236}">
                <a16:creationId xmlns:a16="http://schemas.microsoft.com/office/drawing/2014/main" id="{E7C8EA27-73F6-4000-96C1-883638FA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m17 = 404.13 kg</a:t>
            </a:r>
          </a:p>
        </p:txBody>
      </p:sp>
      <p:sp>
        <p:nvSpPr>
          <p:cNvPr id="21" name="sensor-point-1">
            <a:extLst xmlns:a="http://schemas.openxmlformats.org/drawingml/2006/main">
              <a:ext uri="{FF2B5EF4-FFF2-40B4-BE49-F238E27FC236}">
                <a16:creationId xmlns:a16="http://schemas.microsoft.com/office/drawing/2014/main" id="{6019E69B-FDA1-4CF8-B283-E1061263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71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nsor-label-1">
            <a:extLst xmlns:a="http://schemas.openxmlformats.org/drawingml/2006/main">
              <a:ext uri="{FF2B5EF4-FFF2-40B4-BE49-F238E27FC236}">
                <a16:creationId xmlns:a16="http://schemas.microsoft.com/office/drawing/2014/main" id="{16EBC76B-8779-4948-9B5D-5BBAE858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16 · z = 1.26 m</a:t>
            </a:r>
          </a:p>
        </p:txBody>
      </p:sp>
      <p:sp>
        <p:nvSpPr>
          <p:cNvPr id="23" name="sensor-mass-1">
            <a:extLst xmlns:a="http://schemas.openxmlformats.org/drawingml/2006/main">
              <a:ext uri="{FF2B5EF4-FFF2-40B4-BE49-F238E27FC236}">
                <a16:creationId xmlns:a16="http://schemas.microsoft.com/office/drawing/2014/main" id="{A2DDADA4-0EF1-435F-BF31-89AFB187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m16 = 320.66 kg</a:t>
            </a:r>
          </a:p>
        </p:txBody>
      </p:sp>
      <p:sp>
        <p:nvSpPr>
          <p:cNvPr id="24" name="sensor-point-2">
            <a:extLst xmlns:a="http://schemas.openxmlformats.org/drawingml/2006/main">
              <a:ext uri="{FF2B5EF4-FFF2-40B4-BE49-F238E27FC236}">
                <a16:creationId xmlns:a16="http://schemas.microsoft.com/office/drawing/2014/main" id="{E4BF4E8B-EC22-4D4A-A9CB-95FC2FD7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62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nsor-label-2">
            <a:extLst xmlns:a="http://schemas.openxmlformats.org/drawingml/2006/main">
              <a:ext uri="{FF2B5EF4-FFF2-40B4-BE49-F238E27FC236}">
                <a16:creationId xmlns:a16="http://schemas.microsoft.com/office/drawing/2014/main" id="{DA6CBC53-0980-4346-AD66-356283F5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15 · z = 0.60 m</a:t>
            </a:r>
          </a:p>
        </p:txBody>
      </p:sp>
      <p:sp>
        <p:nvSpPr>
          <p:cNvPr id="26" name="sensor-mass-2">
            <a:extLst xmlns:a="http://schemas.openxmlformats.org/drawingml/2006/main">
              <a:ext uri="{FF2B5EF4-FFF2-40B4-BE49-F238E27FC236}">
                <a16:creationId xmlns:a16="http://schemas.microsoft.com/office/drawing/2014/main" id="{D1525462-8892-4C82-9F60-79EF02D2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m15 = 408.52 kg</a:t>
            </a:r>
          </a:p>
        </p:txBody>
      </p:sp>
      <p:sp>
        <p:nvSpPr>
          <p:cNvPr id="27" name="sensor-process-divider">
            <a:extLst xmlns:a="http://schemas.openxmlformats.org/drawingml/2006/main">
              <a:ext uri="{FF2B5EF4-FFF2-40B4-BE49-F238E27FC236}">
                <a16:creationId xmlns:a16="http://schemas.microsoft.com/office/drawing/2014/main" id="{19368729-0E84-4D28-9797-527DCC31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86050"/>
            <a:ext cx="0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8" name="model-accel-heading">
            <a:extLst xmlns:a="http://schemas.openxmlformats.org/drawingml/2006/main">
              <a:ext uri="{FF2B5EF4-FFF2-40B4-BE49-F238E27FC236}">
                <a16:creationId xmlns:a16="http://schemas.microsoft.com/office/drawing/2014/main" id="{8DCE5312-88CB-45EB-B001-E4D46DA0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rPr>
              <a:t>3DEC MODEL</a:t>
            </a:r>
          </a:p>
        </p:txBody>
      </p:sp>
      <p:sp>
        <p:nvSpPr>
          <p:cNvPr id="29" name="model-accel-copy">
            <a:extLst xmlns:a="http://schemas.openxmlformats.org/drawingml/2006/main">
              <a:ext uri="{FF2B5EF4-FFF2-40B4-BE49-F238E27FC236}">
                <a16:creationId xmlns:a16="http://schemas.microsoft.com/office/drawing/2014/main" id="{80116BC0-F231-4124-8436-C19FF5FE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Differentiate absolute sensor velocities; resample at 0.5 ms and low-pass at 50 Hz.</a:t>
            </a:r>
          </a:p>
        </p:txBody>
      </p:sp>
      <p:sp>
        <p:nvSpPr>
          <p:cNvPr id="30" name="test-accel-heading">
            <a:extLst xmlns:a="http://schemas.openxmlformats.org/drawingml/2006/main">
              <a:ext uri="{FF2B5EF4-FFF2-40B4-BE49-F238E27FC236}">
                <a16:creationId xmlns:a16="http://schemas.microsoft.com/office/drawing/2014/main" id="{96040A85-D185-4899-8D35-089C06ED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1" name="test-accel-copy">
            <a:extLst xmlns:a="http://schemas.openxmlformats.org/drawingml/2006/main">
              <a:ext uri="{FF2B5EF4-FFF2-40B4-BE49-F238E27FC236}">
                <a16:creationId xmlns:a16="http://schemas.microsoft.com/office/drawing/2014/main" id="{668A78DA-2E23-4269-B917-8AA72DDD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Use table acceleration plus the wall accelerometers to reconstruct absolute acceleration.</a:t>
            </a:r>
          </a:p>
        </p:txBody>
      </p:sp>
      <p:sp>
        <p:nvSpPr>
          <p:cNvPr id="32" name="baseshear-comparison-rule">
            <a:extLst xmlns:a="http://schemas.openxmlformats.org/drawingml/2006/main">
              <a:ext uri="{FF2B5EF4-FFF2-40B4-BE49-F238E27FC236}">
                <a16:creationId xmlns:a16="http://schemas.microsoft.com/office/drawing/2014/main" id="{228799D2-6A60-41A0-83A7-B5C710E3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33" name="baseshear-likeforlike-label">
            <a:extLst xmlns:a="http://schemas.openxmlformats.org/drawingml/2006/main">
              <a:ext uri="{FF2B5EF4-FFF2-40B4-BE49-F238E27FC236}">
                <a16:creationId xmlns:a16="http://schemas.microsoft.com/office/drawing/2014/main" id="{04F2ACA7-9461-4048-859B-728299C4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LIKE-FOR-LIKE COMPARISON</a:t>
            </a:r>
          </a:p>
        </p:txBody>
      </p:sp>
      <p:sp>
        <p:nvSpPr>
          <p:cNvPr id="34" name="baseshear-likeforlike-copy">
            <a:extLst xmlns:a="http://schemas.openxmlformats.org/drawingml/2006/main">
              <a:ext uri="{FF2B5EF4-FFF2-40B4-BE49-F238E27FC236}">
                <a16:creationId xmlns:a16="http://schemas.microsoft.com/office/drawing/2014/main" id="{E7DE94A9-0492-4CE0-B867-E6D4F279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7905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same Σm·a definition is used for the experimental data and reconstructed from the model’s sensor histories. Base-shear errors on the next slides use this estimate; cstav stays as context.</a:t>
            </a:r>
          </a:p>
        </p:txBody>
      </p:sp>
      <p:sp>
        <p:nvSpPr>
          <p:cNvPr id="35" name="baseshear-mass-note">
            <a:extLst xmlns:a="http://schemas.openxmlformats.org/drawingml/2006/main">
              <a:ext uri="{FF2B5EF4-FFF2-40B4-BE49-F238E27FC236}">
                <a16:creationId xmlns:a16="http://schemas.microsoft.com/office/drawing/2014/main" id="{F0573E44-3A72-493A-9CE3-23BC70C1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Mass basis: ρ = 1,619 kg/m³ gives the tributary masses above. λ = 2.317348 reproduces the factor in the processed tests and is applied to both sides; its origin is not confirmed.</a:t>
            </a:r>
          </a:p>
        </p:txBody>
      </p:sp>
      <p:sp>
        <p:nvSpPr>
          <p:cNvPr id="36" name="baseshear-xaxis-note">
            <a:extLst xmlns:a="http://schemas.openxmlformats.org/drawingml/2006/main">
              <a:ext uri="{FF2B5EF4-FFF2-40B4-BE49-F238E27FC236}">
                <a16:creationId xmlns:a16="http://schemas.microsoft.com/office/drawing/2014/main" id="{50269C6A-E609-4D0C-B396-D38B7032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2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Loops use relative OOP displacement at z = 2.06 m on the horizontal axis.</a:t>
            </a:r>
          </a:p>
        </p:txBody>
      </p:sp>
    </p:spTree>
    <p:extLst>
      <p:ext uri="{BB962C8B-B14F-4D97-AF65-F5344CB8AC3E}">
        <p14:creationId xmlns:p14="http://schemas.microsoft.com/office/powerpoint/2010/main" val="988631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68B23F6A-4D7A-401E-90F3-C72F92A0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3AC3085-BBED-44C6-B6F5-23F8000A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672BEA0D-C466-42AA-AE30-0EA155E7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AC032B38-6C50-4801-A7F1-A79304DA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fef394f06481b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5D62E31B-F0A2-454C-BC17-AAA34D1C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8CE5A252-32B9-426A-80C1-87BF0E66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1021066E-08F0-46DE-8C7D-A57D975F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07BBE7F0-B7E5-4B7A-8866-28C95504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430DFD04-1403-462E-A4F6-AD4DCE12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07622151-BE82-481C-A057-5FA82F03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457832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9C41F890-AB26-4D9D-A478-5931EC45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B5893429-DA32-4767-A062-787400B2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15CB0173-8005-4F63-B6B3-0365BCC4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1E1165BD-8763-4A79-BB75-7611759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2e7de85b840cd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FE9BCC07-B109-4D76-99FD-C91D4308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9DE577E4-E3F4-4604-81FE-2702010C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BA34155D-9514-48BC-8159-6B0ABC84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E7CBC4CA-38F8-4C3A-8D55-0F689B0D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BBE92AEA-EDAB-428A-8C18-ABFBA86C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24BE830E-64F5-4B22-B15F-F1D962FE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13645196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9">
            <a:extLst xmlns:a="http://schemas.openxmlformats.org/drawingml/2006/main">
              <a:ext uri="{FF2B5EF4-FFF2-40B4-BE49-F238E27FC236}">
                <a16:creationId xmlns:a16="http://schemas.microsoft.com/office/drawing/2014/main" id="{0EE70EB7-DDC5-479E-9EFD-4D26D50C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C56A0760-4A33-49AA-BA60-FF9972C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0A57796E-9B08-4500-8902-8A2BD9CF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77DE60EF-472E-4470-8686-40E5100D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86352fad64c3f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A307600A-8C52-4114-B6A0-C22841C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008AC955-736A-4BCB-9258-7B9E7F1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1C1DEE3C-7D17-4403-91DF-6A81F38E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0D9B4451-EC79-40A7-B95E-DF077DD6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CD1B722F-8735-47D8-A999-D1991EDC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C872CAF3-6C38-4099-B73F-FD88441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954895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0">
            <a:extLst xmlns:a="http://schemas.openxmlformats.org/drawingml/2006/main">
              <a:ext uri="{FF2B5EF4-FFF2-40B4-BE49-F238E27FC236}">
                <a16:creationId xmlns:a16="http://schemas.microsoft.com/office/drawing/2014/main" id="{C4CA13E3-F9F3-4F8E-A056-15F2E010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807DF5A7-C485-4809-9567-9EE1B8A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9A9985C5-613C-4406-9846-DA82AFDE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D94ED844-7236-46BB-B629-8A3C3790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f41fc2075459b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EDF6950A-74D1-411E-A588-9B5D2BB0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1D7D73EA-2496-47A9-B9E1-55F53BDB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077D60F2-3A78-4816-BB21-82AD03A1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9F2D13B6-44F0-43DC-AE10-EB260654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D95C471D-59BC-4134-A911-30777FF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5BC191DD-7D01-4353-9E87-8DC3F0DC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1989361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circle-11">
            <a:extLst xmlns:a="http://schemas.openxmlformats.org/drawingml/2006/main">
              <a:ext uri="{FF2B5EF4-FFF2-40B4-BE49-F238E27FC236}">
                <a16:creationId xmlns:a16="http://schemas.microsoft.com/office/drawing/2014/main" id="{977F8089-56CE-442F-9A15-6E6381DD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30051F94-BE8D-4A99-8951-9B10CFFA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F43830B9-D864-40AE-8127-91801160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AD15FE0B-3E68-4FB6-A354-DF3B316E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Y-axis readings after each run; no experimental Run 25 reading is available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f7c7bd667e4fd4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ECEAC1A0-EE4A-4460-95F7-F0B3529D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02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5D35B35B-3676-455B-8C87-F028925B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+3.279°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478D598D-4576-486D-A693-81BE401C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0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the Run 21 baseline</a:t>
            </a:r>
          </a:p>
        </p:txBody>
      </p:sp>
      <p:sp>
        <p:nvSpPr>
          <p:cNvPr id="9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3D28107A-7496-441F-923A-3A06A6AD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876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inclinometer peaks clip near ±25.75°, so this chart uses settled residuals only.</a:t>
            </a:r>
          </a:p>
        </p:txBody>
      </p:sp>
      <p:sp>
        <p:nvSpPr>
          <p:cNvPr id="10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93EB89E0-FD55-4F0A-91CB-C376E358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71975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 model comparison needs the angle at the instrument location. The local chord-angle proxy is excluded.</a:t>
            </a:r>
          </a:p>
        </p:txBody>
      </p:sp>
    </p:spTree>
    <p:extLst>
      <p:ext uri="{BB962C8B-B14F-4D97-AF65-F5344CB8AC3E}">
        <p14:creationId xmlns:p14="http://schemas.microsoft.com/office/powerpoint/2010/main" val="17969877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2">
            <a:extLst xmlns:a="http://schemas.openxmlformats.org/drawingml/2006/main">
              <a:ext uri="{FF2B5EF4-FFF2-40B4-BE49-F238E27FC236}">
                <a16:creationId xmlns:a16="http://schemas.microsoft.com/office/drawing/2014/main" id="{D7C5EC7D-B600-43F4-A607-6BA17D2E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E449C2BD-0F60-4DF7-A543-B73621AE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2B69BFD5-8FCF-4154-ABBB-7F5D7713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F22C59A8-5AF7-4C53-AF74-984F7F50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Four methods, one common starting state, and three matched US-1 runs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32CD3604-C8E0-488E-A668-E5DB4FA3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632EDAC9-EC1B-41F8-9D83-98174CF3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0473D9FE-B672-4A50-8A29-D491CE4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BD3F8DF7-137F-4988-A537-197263E5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CB803C4A-5745-443D-B910-E6F27DA6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F70C9DFF-CB54-46AB-BC7F-9AC5E1CC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B4609825-F689-4222-AC6D-9BEF976E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5A0CB1D2-D7CA-415E-B0FA-EAB5674E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50D41BE0-F4B0-43E0-B917-B263C265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BB1ED6B3-C1B3-4518-B9BF-34766F03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C979B0A2-4BA9-4F02-9691-A8B0B334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B8F3BEA2-2C1E-49E1-BEB6-C06A20EF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C079A9C3-4FF6-42A8-A8AF-F5D84AD0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2 leads on displacement, while Method 1 leads on base-shear peak. No single method leads on both.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42EB4865-4B3A-4E0B-B28F-4C89CA30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Next: improve the joint two-wave spectral fit, then compare model tilt at the instrument location.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141C57D8-54D6-489A-9091-EC4840E9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have US-1 comparisons. Run 25 is model-only. All methods start from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338827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2026-10-05T09:54:28.8290000Z</dcterms:created>
  <dcterms:modified xsi:type="dcterms:W3CDTF">2026-10-05T09:54:28.8290000Z</dcterms:modified>
</coreProperties>
</file>